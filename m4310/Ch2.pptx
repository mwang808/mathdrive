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300" r:id="rId3"/>
    <p:sldId id="301" r:id="rId4"/>
    <p:sldId id="302" r:id="rId5"/>
    <p:sldId id="303" r:id="rId6"/>
    <p:sldId id="304" r:id="rId7"/>
    <p:sldId id="305" r:id="rId8"/>
    <p:sldId id="306" r:id="rId9"/>
    <p:sldId id="307" r:id="rId10"/>
    <p:sldId id="308" r:id="rId11"/>
    <p:sldId id="309" r:id="rId12"/>
    <p:sldId id="310" r:id="rId13"/>
    <p:sldId id="311" r:id="rId14"/>
    <p:sldId id="312" r:id="rId15"/>
    <p:sldId id="313" r:id="rId16"/>
    <p:sldId id="314" r:id="rId17"/>
    <p:sldId id="315" r:id="rId18"/>
    <p:sldId id="316" r:id="rId19"/>
    <p:sldId id="317" r:id="rId20"/>
    <p:sldId id="318" r:id="rId21"/>
    <p:sldId id="319" r:id="rId22"/>
    <p:sldId id="320" r:id="rId23"/>
    <p:sldId id="322" r:id="rId24"/>
    <p:sldId id="321" r:id="rId25"/>
    <p:sldId id="323" r:id="rId26"/>
    <p:sldId id="324" r:id="rId27"/>
    <p:sldId id="325" r:id="rId28"/>
    <p:sldId id="326" r:id="rId29"/>
    <p:sldId id="327" r:id="rId30"/>
    <p:sldId id="328" r:id="rId31"/>
    <p:sldId id="329" r:id="rId32"/>
    <p:sldId id="330" r:id="rId33"/>
    <p:sldId id="331" r:id="rId34"/>
    <p:sldId id="332" r:id="rId35"/>
    <p:sldId id="333" r:id="rId36"/>
    <p:sldId id="334" r:id="rId37"/>
    <p:sldId id="335" r:id="rId38"/>
    <p:sldId id="336" r:id="rId39"/>
    <p:sldId id="337" r:id="rId40"/>
    <p:sldId id="338" r:id="rId41"/>
    <p:sldId id="339" r:id="rId42"/>
    <p:sldId id="340" r:id="rId43"/>
    <p:sldId id="341" r:id="rId44"/>
    <p:sldId id="342" r:id="rId45"/>
    <p:sldId id="343" r:id="rId46"/>
    <p:sldId id="344" r:id="rId47"/>
    <p:sldId id="345" r:id="rId48"/>
    <p:sldId id="346" r:id="rId49"/>
    <p:sldId id="347" r:id="rId50"/>
    <p:sldId id="348" r:id="rId51"/>
    <p:sldId id="349" r:id="rId52"/>
    <p:sldId id="350" r:id="rId53"/>
    <p:sldId id="351" r:id="rId54"/>
    <p:sldId id="352" r:id="rId55"/>
    <p:sldId id="353" r:id="rId56"/>
    <p:sldId id="354" r:id="rId57"/>
    <p:sldId id="355"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7BBF60F-BC87-A848-AC38-75AFC9981392}" v="118" dt="2026-09-13T19:51:19.4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784"/>
    <p:restoredTop sz="94678"/>
  </p:normalViewPr>
  <p:slideViewPr>
    <p:cSldViewPr snapToGrid="0">
      <p:cViewPr varScale="1">
        <p:scale>
          <a:sx n="86" d="100"/>
          <a:sy n="86" d="100"/>
        </p:scale>
        <p:origin x="224" y="7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n Wang" userId="S::mwang23@kennesaw.edu::40c509f2-6e44-41ac-be95-0b697891d3eb" providerId="AD" clId="Web-{FB1F69BF-B090-F7FF-81BC-FBDFA812CE08}"/>
    <pc:docChg chg="addSld modSld">
      <pc:chgData name="Min Wang" userId="S::mwang23@kennesaw.edu::40c509f2-6e44-41ac-be95-0b697891d3eb" providerId="AD" clId="Web-{FB1F69BF-B090-F7FF-81BC-FBDFA812CE08}" dt="2026-09-08T17:32:12.177" v="14" actId="1076"/>
      <pc:docMkLst>
        <pc:docMk/>
      </pc:docMkLst>
      <pc:sldChg chg="addSp modSp">
        <pc:chgData name="Min Wang" userId="S::mwang23@kennesaw.edu::40c509f2-6e44-41ac-be95-0b697891d3eb" providerId="AD" clId="Web-{FB1F69BF-B090-F7FF-81BC-FBDFA812CE08}" dt="2026-09-08T17:32:12.177" v="14" actId="1076"/>
        <pc:sldMkLst>
          <pc:docMk/>
          <pc:sldMk cId="3191824321" sldId="342"/>
        </pc:sldMkLst>
        <pc:spChg chg="add mod">
          <ac:chgData name="Min Wang" userId="S::mwang23@kennesaw.edu::40c509f2-6e44-41ac-be95-0b697891d3eb" providerId="AD" clId="Web-{FB1F69BF-B090-F7FF-81BC-FBDFA812CE08}" dt="2026-09-08T17:32:12.177" v="14" actId="1076"/>
          <ac:spMkLst>
            <pc:docMk/>
            <pc:sldMk cId="3191824321" sldId="342"/>
            <ac:spMk id="2" creationId="{4366B938-7012-4113-85BE-7C0E408F96A9}"/>
          </ac:spMkLst>
        </pc:spChg>
      </pc:sldChg>
      <pc:sldChg chg="add replId">
        <pc:chgData name="Min Wang" userId="S::mwang23@kennesaw.edu::40c509f2-6e44-41ac-be95-0b697891d3eb" providerId="AD" clId="Web-{FB1F69BF-B090-F7FF-81BC-FBDFA812CE08}" dt="2026-09-08T17:30:38.439" v="0"/>
        <pc:sldMkLst>
          <pc:docMk/>
          <pc:sldMk cId="3291425153" sldId="343"/>
        </pc:sldMkLst>
      </pc:sldChg>
      <pc:sldChg chg="add replId">
        <pc:chgData name="Min Wang" userId="S::mwang23@kennesaw.edu::40c509f2-6e44-41ac-be95-0b697891d3eb" providerId="AD" clId="Web-{FB1F69BF-B090-F7FF-81BC-FBDFA812CE08}" dt="2026-09-08T17:30:42.471" v="1"/>
        <pc:sldMkLst>
          <pc:docMk/>
          <pc:sldMk cId="1777628201" sldId="344"/>
        </pc:sldMkLst>
      </pc:sldChg>
      <pc:sldChg chg="add replId">
        <pc:chgData name="Min Wang" userId="S::mwang23@kennesaw.edu::40c509f2-6e44-41ac-be95-0b697891d3eb" providerId="AD" clId="Web-{FB1F69BF-B090-F7FF-81BC-FBDFA812CE08}" dt="2026-09-08T17:30:42.721" v="2"/>
        <pc:sldMkLst>
          <pc:docMk/>
          <pc:sldMk cId="1591825753" sldId="345"/>
        </pc:sldMkLst>
      </pc:sldChg>
      <pc:sldChg chg="add replId">
        <pc:chgData name="Min Wang" userId="S::mwang23@kennesaw.edu::40c509f2-6e44-41ac-be95-0b697891d3eb" providerId="AD" clId="Web-{FB1F69BF-B090-F7FF-81BC-FBDFA812CE08}" dt="2026-09-08T17:30:43.002" v="3"/>
        <pc:sldMkLst>
          <pc:docMk/>
          <pc:sldMk cId="691416420" sldId="346"/>
        </pc:sldMkLst>
      </pc:sldChg>
      <pc:sldChg chg="add replId">
        <pc:chgData name="Min Wang" userId="S::mwang23@kennesaw.edu::40c509f2-6e44-41ac-be95-0b697891d3eb" providerId="AD" clId="Web-{FB1F69BF-B090-F7FF-81BC-FBDFA812CE08}" dt="2026-09-08T17:30:43.283" v="4"/>
        <pc:sldMkLst>
          <pc:docMk/>
          <pc:sldMk cId="3332968139" sldId="347"/>
        </pc:sldMkLst>
      </pc:sldChg>
      <pc:sldChg chg="add replId">
        <pc:chgData name="Min Wang" userId="S::mwang23@kennesaw.edu::40c509f2-6e44-41ac-be95-0b697891d3eb" providerId="AD" clId="Web-{FB1F69BF-B090-F7FF-81BC-FBDFA812CE08}" dt="2026-09-08T17:30:43.580" v="5"/>
        <pc:sldMkLst>
          <pc:docMk/>
          <pc:sldMk cId="1171120091" sldId="348"/>
        </pc:sldMkLst>
      </pc:sldChg>
      <pc:sldChg chg="add replId">
        <pc:chgData name="Min Wang" userId="S::mwang23@kennesaw.edu::40c509f2-6e44-41ac-be95-0b697891d3eb" providerId="AD" clId="Web-{FB1F69BF-B090-F7FF-81BC-FBDFA812CE08}" dt="2026-09-08T17:30:48.580" v="6"/>
        <pc:sldMkLst>
          <pc:docMk/>
          <pc:sldMk cId="2483791721" sldId="349"/>
        </pc:sldMkLst>
      </pc:sldChg>
      <pc:sldChg chg="add replId">
        <pc:chgData name="Min Wang" userId="S::mwang23@kennesaw.edu::40c509f2-6e44-41ac-be95-0b697891d3eb" providerId="AD" clId="Web-{FB1F69BF-B090-F7FF-81BC-FBDFA812CE08}" dt="2026-09-08T17:30:48.799" v="7"/>
        <pc:sldMkLst>
          <pc:docMk/>
          <pc:sldMk cId="798082772" sldId="350"/>
        </pc:sldMkLst>
      </pc:sldChg>
      <pc:sldChg chg="add replId">
        <pc:chgData name="Min Wang" userId="S::mwang23@kennesaw.edu::40c509f2-6e44-41ac-be95-0b697891d3eb" providerId="AD" clId="Web-{FB1F69BF-B090-F7FF-81BC-FBDFA812CE08}" dt="2026-09-08T17:30:49.049" v="8"/>
        <pc:sldMkLst>
          <pc:docMk/>
          <pc:sldMk cId="2593765813" sldId="351"/>
        </pc:sldMkLst>
      </pc:sldChg>
    </pc:docChg>
  </pc:docChgLst>
  <pc:docChgLst>
    <pc:chgData name="Min Wang" userId="40c509f2-6e44-41ac-be95-0b697891d3eb" providerId="ADAL" clId="{1E82F5CA-06CB-5569-B40B-7CFA0163A4AB}"/>
    <pc:docChg chg="undo custSel addSld delSld modSld sldOrd">
      <pc:chgData name="Min Wang" userId="40c509f2-6e44-41ac-be95-0b697891d3eb" providerId="ADAL" clId="{1E82F5CA-06CB-5569-B40B-7CFA0163A4AB}" dt="2026-09-13T19:53:30.717" v="1776" actId="2696"/>
      <pc:docMkLst>
        <pc:docMk/>
      </pc:docMkLst>
      <pc:sldChg chg="modSp mod">
        <pc:chgData name="Min Wang" userId="40c509f2-6e44-41ac-be95-0b697891d3eb" providerId="ADAL" clId="{1E82F5CA-06CB-5569-B40B-7CFA0163A4AB}" dt="2026-08-20T19:30:15.704" v="429" actId="255"/>
        <pc:sldMkLst>
          <pc:docMk/>
          <pc:sldMk cId="1410039803" sldId="256"/>
        </pc:sldMkLst>
        <pc:spChg chg="mod">
          <ac:chgData name="Min Wang" userId="40c509f2-6e44-41ac-be95-0b697891d3eb" providerId="ADAL" clId="{1E82F5CA-06CB-5569-B40B-7CFA0163A4AB}" dt="2026-08-20T19:30:15.704" v="429" actId="255"/>
          <ac:spMkLst>
            <pc:docMk/>
            <pc:sldMk cId="1410039803" sldId="256"/>
            <ac:spMk id="2" creationId="{7D6FED06-E9C4-21C5-C760-6FE50ADBC0F6}"/>
          </ac:spMkLst>
        </pc:spChg>
      </pc:sldChg>
      <pc:sldChg chg="addSp modSp mod">
        <pc:chgData name="Min Wang" userId="40c509f2-6e44-41ac-be95-0b697891d3eb" providerId="ADAL" clId="{1E82F5CA-06CB-5569-B40B-7CFA0163A4AB}" dt="2026-08-23T18:55:14.742" v="525" actId="14100"/>
        <pc:sldMkLst>
          <pc:docMk/>
          <pc:sldMk cId="3197488510" sldId="300"/>
        </pc:sldMkLst>
        <pc:spChg chg="add mod">
          <ac:chgData name="Min Wang" userId="40c509f2-6e44-41ac-be95-0b697891d3eb" providerId="ADAL" clId="{1E82F5CA-06CB-5569-B40B-7CFA0163A4AB}" dt="2026-08-20T19:31:40.826" v="511" actId="14100"/>
          <ac:spMkLst>
            <pc:docMk/>
            <pc:sldMk cId="3197488510" sldId="300"/>
            <ac:spMk id="3" creationId="{D1FCEBD0-0822-6B26-C6F8-20C69473C77F}"/>
          </ac:spMkLst>
        </pc:spChg>
        <pc:picChg chg="add mod">
          <ac:chgData name="Min Wang" userId="40c509f2-6e44-41ac-be95-0b697891d3eb" providerId="ADAL" clId="{1E82F5CA-06CB-5569-B40B-7CFA0163A4AB}" dt="2026-08-23T18:54:45.117" v="520" actId="1076"/>
          <ac:picMkLst>
            <pc:docMk/>
            <pc:sldMk cId="3197488510" sldId="300"/>
            <ac:picMk id="2" creationId="{1324422F-40E6-5CB5-DDD7-B94A8B2F153E}"/>
          </ac:picMkLst>
        </pc:picChg>
        <pc:picChg chg="add mod">
          <ac:chgData name="Min Wang" userId="40c509f2-6e44-41ac-be95-0b697891d3eb" providerId="ADAL" clId="{1E82F5CA-06CB-5569-B40B-7CFA0163A4AB}" dt="2026-08-20T19:32:44.615" v="513" actId="1076"/>
          <ac:picMkLst>
            <pc:docMk/>
            <pc:sldMk cId="3197488510" sldId="300"/>
            <ac:picMk id="4" creationId="{FE8CDF6F-D038-A11E-0956-EABFE1BC59BE}"/>
          </ac:picMkLst>
        </pc:picChg>
        <pc:picChg chg="add mod">
          <ac:chgData name="Min Wang" userId="40c509f2-6e44-41ac-be95-0b697891d3eb" providerId="ADAL" clId="{1E82F5CA-06CB-5569-B40B-7CFA0163A4AB}" dt="2026-08-23T18:54:43.125" v="519" actId="1076"/>
          <ac:picMkLst>
            <pc:docMk/>
            <pc:sldMk cId="3197488510" sldId="300"/>
            <ac:picMk id="7" creationId="{06799023-564A-0991-1613-694A0C6D5DA9}"/>
          </ac:picMkLst>
        </pc:picChg>
        <pc:picChg chg="add mod">
          <ac:chgData name="Min Wang" userId="40c509f2-6e44-41ac-be95-0b697891d3eb" providerId="ADAL" clId="{1E82F5CA-06CB-5569-B40B-7CFA0163A4AB}" dt="2026-08-23T18:54:55.239" v="522" actId="1076"/>
          <ac:picMkLst>
            <pc:docMk/>
            <pc:sldMk cId="3197488510" sldId="300"/>
            <ac:picMk id="8" creationId="{E341FC69-A901-0575-BC0F-2A8E11548D9B}"/>
          </ac:picMkLst>
        </pc:picChg>
        <pc:picChg chg="add mod">
          <ac:chgData name="Min Wang" userId="40c509f2-6e44-41ac-be95-0b697891d3eb" providerId="ADAL" clId="{1E82F5CA-06CB-5569-B40B-7CFA0163A4AB}" dt="2026-08-23T18:55:14.742" v="525" actId="14100"/>
          <ac:picMkLst>
            <pc:docMk/>
            <pc:sldMk cId="3197488510" sldId="300"/>
            <ac:picMk id="9" creationId="{49D3A258-9425-935E-21C2-65ABA98CDB0F}"/>
          </ac:picMkLst>
        </pc:picChg>
        <pc:inkChg chg="add">
          <ac:chgData name="Min Wang" userId="40c509f2-6e44-41ac-be95-0b697891d3eb" providerId="ADAL" clId="{1E82F5CA-06CB-5569-B40B-7CFA0163A4AB}" dt="2026-08-20T19:33:12.599" v="514" actId="9405"/>
          <ac:inkMkLst>
            <pc:docMk/>
            <pc:sldMk cId="3197488510" sldId="300"/>
            <ac:inkMk id="5" creationId="{335BDCBD-CB11-FD4D-E0B0-7F6C3F0624A5}"/>
          </ac:inkMkLst>
        </pc:inkChg>
        <pc:inkChg chg="add">
          <ac:chgData name="Min Wang" userId="40c509f2-6e44-41ac-be95-0b697891d3eb" providerId="ADAL" clId="{1E82F5CA-06CB-5569-B40B-7CFA0163A4AB}" dt="2026-08-20T19:33:16.425" v="515" actId="9405"/>
          <ac:inkMkLst>
            <pc:docMk/>
            <pc:sldMk cId="3197488510" sldId="300"/>
            <ac:inkMk id="6" creationId="{83D6C7FE-C836-6290-66ED-2680E09BC23B}"/>
          </ac:inkMkLst>
        </pc:inkChg>
      </pc:sldChg>
      <pc:sldChg chg="addSp modSp add mod">
        <pc:chgData name="Min Wang" userId="40c509f2-6e44-41ac-be95-0b697891d3eb" providerId="ADAL" clId="{1E82F5CA-06CB-5569-B40B-7CFA0163A4AB}" dt="2026-08-23T18:56:31.697" v="543" actId="1076"/>
        <pc:sldMkLst>
          <pc:docMk/>
          <pc:sldMk cId="1551487470" sldId="301"/>
        </pc:sldMkLst>
        <pc:spChg chg="add mod">
          <ac:chgData name="Min Wang" userId="40c509f2-6e44-41ac-be95-0b697891d3eb" providerId="ADAL" clId="{1E82F5CA-06CB-5569-B40B-7CFA0163A4AB}" dt="2026-08-23T18:55:32.655" v="529" actId="1076"/>
          <ac:spMkLst>
            <pc:docMk/>
            <pc:sldMk cId="1551487470" sldId="301"/>
            <ac:spMk id="3" creationId="{2249B42E-0EA8-CA23-E0AC-10B0595D956A}"/>
          </ac:spMkLst>
        </pc:spChg>
        <pc:spChg chg="add mod">
          <ac:chgData name="Min Wang" userId="40c509f2-6e44-41ac-be95-0b697891d3eb" providerId="ADAL" clId="{1E82F5CA-06CB-5569-B40B-7CFA0163A4AB}" dt="2026-08-23T18:56:31.697" v="543" actId="1076"/>
          <ac:spMkLst>
            <pc:docMk/>
            <pc:sldMk cId="1551487470" sldId="301"/>
            <ac:spMk id="6" creationId="{771CA174-4C81-D210-4285-91D76E77BCA5}"/>
          </ac:spMkLst>
        </pc:spChg>
        <pc:picChg chg="add mod">
          <ac:chgData name="Min Wang" userId="40c509f2-6e44-41ac-be95-0b697891d3eb" providerId="ADAL" clId="{1E82F5CA-06CB-5569-B40B-7CFA0163A4AB}" dt="2026-08-23T18:55:44.446" v="533" actId="1076"/>
          <ac:picMkLst>
            <pc:docMk/>
            <pc:sldMk cId="1551487470" sldId="301"/>
            <ac:picMk id="4" creationId="{39B4845A-EA21-5143-9454-864029A10F4B}"/>
          </ac:picMkLst>
        </pc:picChg>
      </pc:sldChg>
      <pc:sldChg chg="addSp delSp modSp add mod modAnim">
        <pc:chgData name="Min Wang" userId="40c509f2-6e44-41ac-be95-0b697891d3eb" providerId="ADAL" clId="{1E82F5CA-06CB-5569-B40B-7CFA0163A4AB}" dt="2026-08-23T19:02:34.943" v="598" actId="1076"/>
        <pc:sldMkLst>
          <pc:docMk/>
          <pc:sldMk cId="1768383727" sldId="302"/>
        </pc:sldMkLst>
        <pc:spChg chg="add mod">
          <ac:chgData name="Min Wang" userId="40c509f2-6e44-41ac-be95-0b697891d3eb" providerId="ADAL" clId="{1E82F5CA-06CB-5569-B40B-7CFA0163A4AB}" dt="2026-08-23T19:02:34.943" v="598" actId="1076"/>
          <ac:spMkLst>
            <pc:docMk/>
            <pc:sldMk cId="1768383727" sldId="302"/>
            <ac:spMk id="16" creationId="{2567BF72-EC12-7C82-EF95-187245A07F8A}"/>
          </ac:spMkLst>
        </pc:spChg>
        <pc:grpChg chg="add mod">
          <ac:chgData name="Min Wang" userId="40c509f2-6e44-41ac-be95-0b697891d3eb" providerId="ADAL" clId="{1E82F5CA-06CB-5569-B40B-7CFA0163A4AB}" dt="2026-08-23T18:58:34.052" v="559" actId="164"/>
          <ac:grpSpMkLst>
            <pc:docMk/>
            <pc:sldMk cId="1768383727" sldId="302"/>
            <ac:grpSpMk id="6" creationId="{09425440-9897-752F-BC87-B5D72E423C09}"/>
          </ac:grpSpMkLst>
        </pc:grpChg>
        <pc:picChg chg="add mod">
          <ac:chgData name="Min Wang" userId="40c509f2-6e44-41ac-be95-0b697891d3eb" providerId="ADAL" clId="{1E82F5CA-06CB-5569-B40B-7CFA0163A4AB}" dt="2026-08-23T18:58:34.052" v="559" actId="164"/>
          <ac:picMkLst>
            <pc:docMk/>
            <pc:sldMk cId="1768383727" sldId="302"/>
            <ac:picMk id="2" creationId="{172F2BC9-B862-DA58-F4BD-E5641028EC56}"/>
          </ac:picMkLst>
        </pc:picChg>
        <pc:picChg chg="add mod">
          <ac:chgData name="Min Wang" userId="40c509f2-6e44-41ac-be95-0b697891d3eb" providerId="ADAL" clId="{1E82F5CA-06CB-5569-B40B-7CFA0163A4AB}" dt="2026-08-23T18:58:34.052" v="559" actId="164"/>
          <ac:picMkLst>
            <pc:docMk/>
            <pc:sldMk cId="1768383727" sldId="302"/>
            <ac:picMk id="3" creationId="{F249B391-B638-8FAC-CFFF-DB0237CC3D12}"/>
          </ac:picMkLst>
        </pc:picChg>
        <pc:picChg chg="add mod">
          <ac:chgData name="Min Wang" userId="40c509f2-6e44-41ac-be95-0b697891d3eb" providerId="ADAL" clId="{1E82F5CA-06CB-5569-B40B-7CFA0163A4AB}" dt="2026-08-23T18:58:34.052" v="559" actId="164"/>
          <ac:picMkLst>
            <pc:docMk/>
            <pc:sldMk cId="1768383727" sldId="302"/>
            <ac:picMk id="4" creationId="{BD48D55D-51CD-1E4F-710E-E7D1FD12B67C}"/>
          </ac:picMkLst>
        </pc:picChg>
        <pc:picChg chg="add mod">
          <ac:chgData name="Min Wang" userId="40c509f2-6e44-41ac-be95-0b697891d3eb" providerId="ADAL" clId="{1E82F5CA-06CB-5569-B40B-7CFA0163A4AB}" dt="2026-08-23T18:58:34.052" v="559" actId="164"/>
          <ac:picMkLst>
            <pc:docMk/>
            <pc:sldMk cId="1768383727" sldId="302"/>
            <ac:picMk id="5" creationId="{B43E8E9D-880C-8A64-12EB-D9E3F6AFCD94}"/>
          </ac:picMkLst>
        </pc:picChg>
        <pc:picChg chg="add mod">
          <ac:chgData name="Min Wang" userId="40c509f2-6e44-41ac-be95-0b697891d3eb" providerId="ADAL" clId="{1E82F5CA-06CB-5569-B40B-7CFA0163A4AB}" dt="2026-08-23T18:59:53.275" v="577" actId="1076"/>
          <ac:picMkLst>
            <pc:docMk/>
            <pc:sldMk cId="1768383727" sldId="302"/>
            <ac:picMk id="11" creationId="{583EFA7B-581F-C9A3-1DB7-18B530B049C2}"/>
          </ac:picMkLst>
        </pc:picChg>
        <pc:picChg chg="add mod">
          <ac:chgData name="Min Wang" userId="40c509f2-6e44-41ac-be95-0b697891d3eb" providerId="ADAL" clId="{1E82F5CA-06CB-5569-B40B-7CFA0163A4AB}" dt="2026-08-23T19:00:07.709" v="580" actId="1076"/>
          <ac:picMkLst>
            <pc:docMk/>
            <pc:sldMk cId="1768383727" sldId="302"/>
            <ac:picMk id="12" creationId="{065624A8-1026-F3D7-A2B0-5722C78C0A8F}"/>
          </ac:picMkLst>
        </pc:picChg>
        <pc:picChg chg="add mod">
          <ac:chgData name="Min Wang" userId="40c509f2-6e44-41ac-be95-0b697891d3eb" providerId="ADAL" clId="{1E82F5CA-06CB-5569-B40B-7CFA0163A4AB}" dt="2026-08-23T19:00:17.760" v="584" actId="1076"/>
          <ac:picMkLst>
            <pc:docMk/>
            <pc:sldMk cId="1768383727" sldId="302"/>
            <ac:picMk id="13" creationId="{96B6FFAB-2E37-632E-A071-8B38CE38767F}"/>
          </ac:picMkLst>
        </pc:picChg>
        <pc:picChg chg="add mod">
          <ac:chgData name="Min Wang" userId="40c509f2-6e44-41ac-be95-0b697891d3eb" providerId="ADAL" clId="{1E82F5CA-06CB-5569-B40B-7CFA0163A4AB}" dt="2026-08-23T19:00:26.772" v="587" actId="1076"/>
          <ac:picMkLst>
            <pc:docMk/>
            <pc:sldMk cId="1768383727" sldId="302"/>
            <ac:picMk id="14" creationId="{7C29C5C7-ED0D-175C-7FE1-FBBE82FC285B}"/>
          </ac:picMkLst>
        </pc:picChg>
        <pc:picChg chg="add mod">
          <ac:chgData name="Min Wang" userId="40c509f2-6e44-41ac-be95-0b697891d3eb" providerId="ADAL" clId="{1E82F5CA-06CB-5569-B40B-7CFA0163A4AB}" dt="2026-08-23T19:02:34.943" v="598" actId="1076"/>
          <ac:picMkLst>
            <pc:docMk/>
            <pc:sldMk cId="1768383727" sldId="302"/>
            <ac:picMk id="15" creationId="{D41CE99C-FF2E-335B-2DEA-8B7946F0F089}"/>
          </ac:picMkLst>
        </pc:picChg>
      </pc:sldChg>
      <pc:sldChg chg="addSp modSp add mod modAnim">
        <pc:chgData name="Min Wang" userId="40c509f2-6e44-41ac-be95-0b697891d3eb" providerId="ADAL" clId="{1E82F5CA-06CB-5569-B40B-7CFA0163A4AB}" dt="2026-08-23T19:06:05.996" v="634"/>
        <pc:sldMkLst>
          <pc:docMk/>
          <pc:sldMk cId="1754316033" sldId="303"/>
        </pc:sldMkLst>
        <pc:spChg chg="add mod">
          <ac:chgData name="Min Wang" userId="40c509f2-6e44-41ac-be95-0b697891d3eb" providerId="ADAL" clId="{1E82F5CA-06CB-5569-B40B-7CFA0163A4AB}" dt="2026-08-23T19:06:00.954" v="633" actId="1076"/>
          <ac:spMkLst>
            <pc:docMk/>
            <pc:sldMk cId="1754316033" sldId="303"/>
            <ac:spMk id="9" creationId="{69B95A79-AE3E-6AD7-9B76-F161743E55CE}"/>
          </ac:spMkLst>
        </pc:spChg>
        <pc:picChg chg="add mod">
          <ac:chgData name="Min Wang" userId="40c509f2-6e44-41ac-be95-0b697891d3eb" providerId="ADAL" clId="{1E82F5CA-06CB-5569-B40B-7CFA0163A4AB}" dt="2026-08-23T19:03:23.584" v="601" actId="14100"/>
          <ac:picMkLst>
            <pc:docMk/>
            <pc:sldMk cId="1754316033" sldId="303"/>
            <ac:picMk id="2" creationId="{03C1ED62-1206-FED1-C1D6-B1DC3718BBA4}"/>
          </ac:picMkLst>
        </pc:picChg>
        <pc:picChg chg="add mod">
          <ac:chgData name="Min Wang" userId="40c509f2-6e44-41ac-be95-0b697891d3eb" providerId="ADAL" clId="{1E82F5CA-06CB-5569-B40B-7CFA0163A4AB}" dt="2026-08-23T19:03:31.847" v="603" actId="1076"/>
          <ac:picMkLst>
            <pc:docMk/>
            <pc:sldMk cId="1754316033" sldId="303"/>
            <ac:picMk id="3" creationId="{F6693DA4-BB70-E210-C826-6BE8171667CE}"/>
          </ac:picMkLst>
        </pc:picChg>
        <pc:picChg chg="add mod">
          <ac:chgData name="Min Wang" userId="40c509f2-6e44-41ac-be95-0b697891d3eb" providerId="ADAL" clId="{1E82F5CA-06CB-5569-B40B-7CFA0163A4AB}" dt="2026-08-23T19:04:21.864" v="613" actId="166"/>
          <ac:picMkLst>
            <pc:docMk/>
            <pc:sldMk cId="1754316033" sldId="303"/>
            <ac:picMk id="4" creationId="{7DB4DB8A-38AE-4D6B-037A-C91FB5E4D594}"/>
          </ac:picMkLst>
        </pc:picChg>
        <pc:picChg chg="add mod">
          <ac:chgData name="Min Wang" userId="40c509f2-6e44-41ac-be95-0b697891d3eb" providerId="ADAL" clId="{1E82F5CA-06CB-5569-B40B-7CFA0163A4AB}" dt="2026-08-23T19:04:26.816" v="621" actId="1035"/>
          <ac:picMkLst>
            <pc:docMk/>
            <pc:sldMk cId="1754316033" sldId="303"/>
            <ac:picMk id="5" creationId="{A1FA48A8-9198-8E83-88A6-9111352A5723}"/>
          </ac:picMkLst>
        </pc:picChg>
        <pc:picChg chg="add mod">
          <ac:chgData name="Min Wang" userId="40c509f2-6e44-41ac-be95-0b697891d3eb" providerId="ADAL" clId="{1E82F5CA-06CB-5569-B40B-7CFA0163A4AB}" dt="2026-08-23T19:04:39.811" v="623" actId="1076"/>
          <ac:picMkLst>
            <pc:docMk/>
            <pc:sldMk cId="1754316033" sldId="303"/>
            <ac:picMk id="6" creationId="{65985FCA-8FE4-665E-AA95-88215E73590F}"/>
          </ac:picMkLst>
        </pc:picChg>
        <pc:picChg chg="add mod">
          <ac:chgData name="Min Wang" userId="40c509f2-6e44-41ac-be95-0b697891d3eb" providerId="ADAL" clId="{1E82F5CA-06CB-5569-B40B-7CFA0163A4AB}" dt="2026-08-23T19:05:09.913" v="627" actId="14100"/>
          <ac:picMkLst>
            <pc:docMk/>
            <pc:sldMk cId="1754316033" sldId="303"/>
            <ac:picMk id="7" creationId="{A4EF2756-62C0-15B3-EB22-2A7561C1ACF4}"/>
          </ac:picMkLst>
        </pc:picChg>
      </pc:sldChg>
      <pc:sldChg chg="addSp modSp add mod modAnim">
        <pc:chgData name="Min Wang" userId="40c509f2-6e44-41ac-be95-0b697891d3eb" providerId="ADAL" clId="{1E82F5CA-06CB-5569-B40B-7CFA0163A4AB}" dt="2026-08-23T19:10:00.909" v="657"/>
        <pc:sldMkLst>
          <pc:docMk/>
          <pc:sldMk cId="3017884910" sldId="304"/>
        </pc:sldMkLst>
        <pc:spChg chg="add mod">
          <ac:chgData name="Min Wang" userId="40c509f2-6e44-41ac-be95-0b697891d3eb" providerId="ADAL" clId="{1E82F5CA-06CB-5569-B40B-7CFA0163A4AB}" dt="2026-08-23T19:09:40.688" v="653" actId="20577"/>
          <ac:spMkLst>
            <pc:docMk/>
            <pc:sldMk cId="3017884910" sldId="304"/>
            <ac:spMk id="10" creationId="{E0092AB8-790C-B6E2-8CC6-982DCE60D694}"/>
          </ac:spMkLst>
        </pc:spChg>
        <pc:grpChg chg="add mod">
          <ac:chgData name="Min Wang" userId="40c509f2-6e44-41ac-be95-0b697891d3eb" providerId="ADAL" clId="{1E82F5CA-06CB-5569-B40B-7CFA0163A4AB}" dt="2026-08-23T19:08:01.530" v="642" actId="164"/>
          <ac:grpSpMkLst>
            <pc:docMk/>
            <pc:sldMk cId="3017884910" sldId="304"/>
            <ac:grpSpMk id="4" creationId="{14A40085-5F24-2477-1E7A-E7B4B244E76F}"/>
          </ac:grpSpMkLst>
        </pc:grpChg>
        <pc:picChg chg="add mod">
          <ac:chgData name="Min Wang" userId="40c509f2-6e44-41ac-be95-0b697891d3eb" providerId="ADAL" clId="{1E82F5CA-06CB-5569-B40B-7CFA0163A4AB}" dt="2026-08-23T19:08:01.530" v="642" actId="164"/>
          <ac:picMkLst>
            <pc:docMk/>
            <pc:sldMk cId="3017884910" sldId="304"/>
            <ac:picMk id="2" creationId="{6F233631-49ED-04A6-C4D8-188842FF3ADF}"/>
          </ac:picMkLst>
        </pc:picChg>
        <pc:picChg chg="add mod">
          <ac:chgData name="Min Wang" userId="40c509f2-6e44-41ac-be95-0b697891d3eb" providerId="ADAL" clId="{1E82F5CA-06CB-5569-B40B-7CFA0163A4AB}" dt="2026-08-23T19:08:01.530" v="642" actId="164"/>
          <ac:picMkLst>
            <pc:docMk/>
            <pc:sldMk cId="3017884910" sldId="304"/>
            <ac:picMk id="3" creationId="{EA952968-68D5-7123-24A3-E86D6FD205F4}"/>
          </ac:picMkLst>
        </pc:picChg>
        <pc:picChg chg="add mod">
          <ac:chgData name="Min Wang" userId="40c509f2-6e44-41ac-be95-0b697891d3eb" providerId="ADAL" clId="{1E82F5CA-06CB-5569-B40B-7CFA0163A4AB}" dt="2026-08-23T19:08:34.915" v="646" actId="14100"/>
          <ac:picMkLst>
            <pc:docMk/>
            <pc:sldMk cId="3017884910" sldId="304"/>
            <ac:picMk id="6" creationId="{73CF3091-A5F1-F174-3008-9EF8B2978212}"/>
          </ac:picMkLst>
        </pc:picChg>
        <pc:picChg chg="add mod">
          <ac:chgData name="Min Wang" userId="40c509f2-6e44-41ac-be95-0b697891d3eb" providerId="ADAL" clId="{1E82F5CA-06CB-5569-B40B-7CFA0163A4AB}" dt="2026-08-23T19:09:56.742" v="656" actId="1076"/>
          <ac:picMkLst>
            <pc:docMk/>
            <pc:sldMk cId="3017884910" sldId="304"/>
            <ac:picMk id="11" creationId="{D68421D8-110D-B0D4-32B7-13F295074612}"/>
          </ac:picMkLst>
        </pc:picChg>
        <pc:inkChg chg="add">
          <ac:chgData name="Min Wang" userId="40c509f2-6e44-41ac-be95-0b697891d3eb" providerId="ADAL" clId="{1E82F5CA-06CB-5569-B40B-7CFA0163A4AB}" dt="2026-08-23T19:08:12.554" v="643" actId="9405"/>
          <ac:inkMkLst>
            <pc:docMk/>
            <pc:sldMk cId="3017884910" sldId="304"/>
            <ac:inkMk id="5" creationId="{A85DAAEB-A0F4-D569-FF0E-87F8B3B6B17F}"/>
          </ac:inkMkLst>
        </pc:inkChg>
        <pc:inkChg chg="add">
          <ac:chgData name="Min Wang" userId="40c509f2-6e44-41ac-be95-0b697891d3eb" providerId="ADAL" clId="{1E82F5CA-06CB-5569-B40B-7CFA0163A4AB}" dt="2026-08-23T19:08:40.040" v="647" actId="9405"/>
          <ac:inkMkLst>
            <pc:docMk/>
            <pc:sldMk cId="3017884910" sldId="304"/>
            <ac:inkMk id="7" creationId="{C5513966-80EA-1F8B-F6EA-64FF5CE06258}"/>
          </ac:inkMkLst>
        </pc:inkChg>
        <pc:inkChg chg="add">
          <ac:chgData name="Min Wang" userId="40c509f2-6e44-41ac-be95-0b697891d3eb" providerId="ADAL" clId="{1E82F5CA-06CB-5569-B40B-7CFA0163A4AB}" dt="2026-08-23T19:08:44.832" v="648" actId="9405"/>
          <ac:inkMkLst>
            <pc:docMk/>
            <pc:sldMk cId="3017884910" sldId="304"/>
            <ac:inkMk id="8" creationId="{54A259BE-57CA-93F0-7F1C-9954FF55D353}"/>
          </ac:inkMkLst>
        </pc:inkChg>
      </pc:sldChg>
      <pc:sldChg chg="addSp modSp add mod">
        <pc:chgData name="Min Wang" userId="40c509f2-6e44-41ac-be95-0b697891d3eb" providerId="ADAL" clId="{1E82F5CA-06CB-5569-B40B-7CFA0163A4AB}" dt="2026-08-23T19:12:03.443" v="672" actId="1076"/>
        <pc:sldMkLst>
          <pc:docMk/>
          <pc:sldMk cId="4241437069" sldId="305"/>
        </pc:sldMkLst>
        <pc:spChg chg="add mod">
          <ac:chgData name="Min Wang" userId="40c509f2-6e44-41ac-be95-0b697891d3eb" providerId="ADAL" clId="{1E82F5CA-06CB-5569-B40B-7CFA0163A4AB}" dt="2026-08-23T19:12:03.443" v="672" actId="1076"/>
          <ac:spMkLst>
            <pc:docMk/>
            <pc:sldMk cId="4241437069" sldId="305"/>
            <ac:spMk id="9" creationId="{8A6EC4F2-F2B7-4CC2-C2FB-A4FEFAFEF058}"/>
          </ac:spMkLst>
        </pc:spChg>
        <pc:picChg chg="add mod">
          <ac:chgData name="Min Wang" userId="40c509f2-6e44-41ac-be95-0b697891d3eb" providerId="ADAL" clId="{1E82F5CA-06CB-5569-B40B-7CFA0163A4AB}" dt="2026-08-23T19:10:47.332" v="659" actId="1076"/>
          <ac:picMkLst>
            <pc:docMk/>
            <pc:sldMk cId="4241437069" sldId="305"/>
            <ac:picMk id="2" creationId="{3B8FA138-4671-035B-8E80-119C2AD2B900}"/>
          </ac:picMkLst>
        </pc:picChg>
        <pc:picChg chg="add mod">
          <ac:chgData name="Min Wang" userId="40c509f2-6e44-41ac-be95-0b697891d3eb" providerId="ADAL" clId="{1E82F5CA-06CB-5569-B40B-7CFA0163A4AB}" dt="2026-08-23T19:10:56.208" v="661" actId="1076"/>
          <ac:picMkLst>
            <pc:docMk/>
            <pc:sldMk cId="4241437069" sldId="305"/>
            <ac:picMk id="3" creationId="{ACFFAC08-308D-0DCB-C354-9D09DE419E57}"/>
          </ac:picMkLst>
        </pc:picChg>
        <pc:picChg chg="add mod">
          <ac:chgData name="Min Wang" userId="40c509f2-6e44-41ac-be95-0b697891d3eb" providerId="ADAL" clId="{1E82F5CA-06CB-5569-B40B-7CFA0163A4AB}" dt="2026-08-23T19:11:05.482" v="663" actId="1076"/>
          <ac:picMkLst>
            <pc:docMk/>
            <pc:sldMk cId="4241437069" sldId="305"/>
            <ac:picMk id="4" creationId="{89AF61A9-78D8-48F2-64AB-1BC3433435A2}"/>
          </ac:picMkLst>
        </pc:picChg>
        <pc:picChg chg="add mod">
          <ac:chgData name="Min Wang" userId="40c509f2-6e44-41ac-be95-0b697891d3eb" providerId="ADAL" clId="{1E82F5CA-06CB-5569-B40B-7CFA0163A4AB}" dt="2026-08-23T19:11:15.962" v="665" actId="1076"/>
          <ac:picMkLst>
            <pc:docMk/>
            <pc:sldMk cId="4241437069" sldId="305"/>
            <ac:picMk id="5" creationId="{2A0F87D4-95F7-40F6-ACFC-5223D2263EA1}"/>
          </ac:picMkLst>
        </pc:picChg>
        <pc:picChg chg="add mod">
          <ac:chgData name="Min Wang" userId="40c509f2-6e44-41ac-be95-0b697891d3eb" providerId="ADAL" clId="{1E82F5CA-06CB-5569-B40B-7CFA0163A4AB}" dt="2026-08-23T19:11:27.801" v="667" actId="1076"/>
          <ac:picMkLst>
            <pc:docMk/>
            <pc:sldMk cId="4241437069" sldId="305"/>
            <ac:picMk id="6" creationId="{D64FD80E-C683-4512-2017-5D9173AA34BD}"/>
          </ac:picMkLst>
        </pc:picChg>
        <pc:inkChg chg="add">
          <ac:chgData name="Min Wang" userId="40c509f2-6e44-41ac-be95-0b697891d3eb" providerId="ADAL" clId="{1E82F5CA-06CB-5569-B40B-7CFA0163A4AB}" dt="2026-08-23T19:11:41.322" v="668" actId="9405"/>
          <ac:inkMkLst>
            <pc:docMk/>
            <pc:sldMk cId="4241437069" sldId="305"/>
            <ac:inkMk id="7" creationId="{F140CBEA-D478-1E67-0E6E-DD9A697665CD}"/>
          </ac:inkMkLst>
        </pc:inkChg>
      </pc:sldChg>
      <pc:sldChg chg="addSp modSp add mod">
        <pc:chgData name="Min Wang" userId="40c509f2-6e44-41ac-be95-0b697891d3eb" providerId="ADAL" clId="{1E82F5CA-06CB-5569-B40B-7CFA0163A4AB}" dt="2026-08-23T19:45:39.752" v="693" actId="1038"/>
        <pc:sldMkLst>
          <pc:docMk/>
          <pc:sldMk cId="3116124785" sldId="306"/>
        </pc:sldMkLst>
        <pc:spChg chg="add mod">
          <ac:chgData name="Min Wang" userId="40c509f2-6e44-41ac-be95-0b697891d3eb" providerId="ADAL" clId="{1E82F5CA-06CB-5569-B40B-7CFA0163A4AB}" dt="2026-08-23T19:44:30.110" v="677" actId="14100"/>
          <ac:spMkLst>
            <pc:docMk/>
            <pc:sldMk cId="3116124785" sldId="306"/>
            <ac:spMk id="3" creationId="{AC368E81-C4F5-07C6-76AA-178DED18ACD3}"/>
          </ac:spMkLst>
        </pc:spChg>
        <pc:picChg chg="add mod">
          <ac:chgData name="Min Wang" userId="40c509f2-6e44-41ac-be95-0b697891d3eb" providerId="ADAL" clId="{1E82F5CA-06CB-5569-B40B-7CFA0163A4AB}" dt="2026-08-23T19:44:41.111" v="679" actId="1076"/>
          <ac:picMkLst>
            <pc:docMk/>
            <pc:sldMk cId="3116124785" sldId="306"/>
            <ac:picMk id="4" creationId="{BF801F5C-D38A-90F8-7042-2F1DC4DDAAD9}"/>
          </ac:picMkLst>
        </pc:picChg>
        <pc:picChg chg="add mod">
          <ac:chgData name="Min Wang" userId="40c509f2-6e44-41ac-be95-0b697891d3eb" providerId="ADAL" clId="{1E82F5CA-06CB-5569-B40B-7CFA0163A4AB}" dt="2026-08-23T19:44:52.164" v="681" actId="1076"/>
          <ac:picMkLst>
            <pc:docMk/>
            <pc:sldMk cId="3116124785" sldId="306"/>
            <ac:picMk id="5" creationId="{FBB74827-7C83-7F36-472E-DC19B8118BC5}"/>
          </ac:picMkLst>
        </pc:picChg>
        <pc:picChg chg="add mod">
          <ac:chgData name="Min Wang" userId="40c509f2-6e44-41ac-be95-0b697891d3eb" providerId="ADAL" clId="{1E82F5CA-06CB-5569-B40B-7CFA0163A4AB}" dt="2026-08-23T19:45:04.411" v="683" actId="1076"/>
          <ac:picMkLst>
            <pc:docMk/>
            <pc:sldMk cId="3116124785" sldId="306"/>
            <ac:picMk id="6" creationId="{5258D2CA-8B76-7F1B-7FBF-2BF9E6B2BC69}"/>
          </ac:picMkLst>
        </pc:picChg>
        <pc:picChg chg="add mod">
          <ac:chgData name="Min Wang" userId="40c509f2-6e44-41ac-be95-0b697891d3eb" providerId="ADAL" clId="{1E82F5CA-06CB-5569-B40B-7CFA0163A4AB}" dt="2026-08-23T19:45:27.354" v="685" actId="1076"/>
          <ac:picMkLst>
            <pc:docMk/>
            <pc:sldMk cId="3116124785" sldId="306"/>
            <ac:picMk id="7" creationId="{93062A9A-C9E5-90E1-5F8F-6B4F06A4019C}"/>
          </ac:picMkLst>
        </pc:picChg>
        <pc:picChg chg="add mod">
          <ac:chgData name="Min Wang" userId="40c509f2-6e44-41ac-be95-0b697891d3eb" providerId="ADAL" clId="{1E82F5CA-06CB-5569-B40B-7CFA0163A4AB}" dt="2026-08-23T19:45:39.752" v="693" actId="1038"/>
          <ac:picMkLst>
            <pc:docMk/>
            <pc:sldMk cId="3116124785" sldId="306"/>
            <ac:picMk id="8" creationId="{13FEE3AD-2392-DCF1-5AD0-836D00635995}"/>
          </ac:picMkLst>
        </pc:picChg>
      </pc:sldChg>
      <pc:sldChg chg="addSp modSp add mod">
        <pc:chgData name="Min Wang" userId="40c509f2-6e44-41ac-be95-0b697891d3eb" providerId="ADAL" clId="{1E82F5CA-06CB-5569-B40B-7CFA0163A4AB}" dt="2026-08-23T19:46:34.036" v="701" actId="14100"/>
        <pc:sldMkLst>
          <pc:docMk/>
          <pc:sldMk cId="2115032359" sldId="307"/>
        </pc:sldMkLst>
        <pc:picChg chg="add mod">
          <ac:chgData name="Min Wang" userId="40c509f2-6e44-41ac-be95-0b697891d3eb" providerId="ADAL" clId="{1E82F5CA-06CB-5569-B40B-7CFA0163A4AB}" dt="2026-08-23T19:46:19.469" v="696" actId="14100"/>
          <ac:picMkLst>
            <pc:docMk/>
            <pc:sldMk cId="2115032359" sldId="307"/>
            <ac:picMk id="2" creationId="{47EBACEB-FB9E-F13B-D1D7-FF5AF4438C6F}"/>
          </ac:picMkLst>
        </pc:picChg>
        <pc:picChg chg="add mod">
          <ac:chgData name="Min Wang" userId="40c509f2-6e44-41ac-be95-0b697891d3eb" providerId="ADAL" clId="{1E82F5CA-06CB-5569-B40B-7CFA0163A4AB}" dt="2026-08-23T19:46:34.036" v="701" actId="14100"/>
          <ac:picMkLst>
            <pc:docMk/>
            <pc:sldMk cId="2115032359" sldId="307"/>
            <ac:picMk id="3" creationId="{F933A4F7-4673-D8F2-AFA9-BFF185E1004C}"/>
          </ac:picMkLst>
        </pc:picChg>
      </pc:sldChg>
      <pc:sldChg chg="addSp delSp modSp add mod">
        <pc:chgData name="Min Wang" userId="40c509f2-6e44-41ac-be95-0b697891d3eb" providerId="ADAL" clId="{1E82F5CA-06CB-5569-B40B-7CFA0163A4AB}" dt="2026-08-23T20:07:58.716" v="827" actId="1076"/>
        <pc:sldMkLst>
          <pc:docMk/>
          <pc:sldMk cId="1055328421" sldId="308"/>
        </pc:sldMkLst>
        <pc:grpChg chg="add mod">
          <ac:chgData name="Min Wang" userId="40c509f2-6e44-41ac-be95-0b697891d3eb" providerId="ADAL" clId="{1E82F5CA-06CB-5569-B40B-7CFA0163A4AB}" dt="2026-08-23T20:05:57.015" v="811" actId="164"/>
          <ac:grpSpMkLst>
            <pc:docMk/>
            <pc:sldMk cId="1055328421" sldId="308"/>
            <ac:grpSpMk id="9" creationId="{78AC3FBA-6BAD-F936-93DA-A47F5ADBA4C9}"/>
          </ac:grpSpMkLst>
        </pc:grpChg>
        <pc:picChg chg="add mod">
          <ac:chgData name="Min Wang" userId="40c509f2-6e44-41ac-be95-0b697891d3eb" providerId="ADAL" clId="{1E82F5CA-06CB-5569-B40B-7CFA0163A4AB}" dt="2026-08-23T20:05:57.015" v="811" actId="164"/>
          <ac:picMkLst>
            <pc:docMk/>
            <pc:sldMk cId="1055328421" sldId="308"/>
            <ac:picMk id="2" creationId="{91E4D319-9845-DEE4-6DE2-C6288D62A8F6}"/>
          </ac:picMkLst>
        </pc:picChg>
        <pc:picChg chg="add mod">
          <ac:chgData name="Min Wang" userId="40c509f2-6e44-41ac-be95-0b697891d3eb" providerId="ADAL" clId="{1E82F5CA-06CB-5569-B40B-7CFA0163A4AB}" dt="2026-08-23T20:05:57.015" v="811" actId="164"/>
          <ac:picMkLst>
            <pc:docMk/>
            <pc:sldMk cId="1055328421" sldId="308"/>
            <ac:picMk id="3" creationId="{455B6613-352E-6F1C-62BE-B72972A047C6}"/>
          </ac:picMkLst>
        </pc:picChg>
        <pc:picChg chg="add mod">
          <ac:chgData name="Min Wang" userId="40c509f2-6e44-41ac-be95-0b697891d3eb" providerId="ADAL" clId="{1E82F5CA-06CB-5569-B40B-7CFA0163A4AB}" dt="2026-08-23T20:05:57.015" v="811" actId="164"/>
          <ac:picMkLst>
            <pc:docMk/>
            <pc:sldMk cId="1055328421" sldId="308"/>
            <ac:picMk id="4" creationId="{200082B9-B417-B7E0-0B72-4F667BB10CE4}"/>
          </ac:picMkLst>
        </pc:picChg>
        <pc:picChg chg="add mod">
          <ac:chgData name="Min Wang" userId="40c509f2-6e44-41ac-be95-0b697891d3eb" providerId="ADAL" clId="{1E82F5CA-06CB-5569-B40B-7CFA0163A4AB}" dt="2026-08-23T20:06:29.668" v="821" actId="1035"/>
          <ac:picMkLst>
            <pc:docMk/>
            <pc:sldMk cId="1055328421" sldId="308"/>
            <ac:picMk id="5" creationId="{08A4CE07-7B28-279E-53B2-7572BD6772CA}"/>
          </ac:picMkLst>
        </pc:picChg>
        <pc:picChg chg="add mod">
          <ac:chgData name="Min Wang" userId="40c509f2-6e44-41ac-be95-0b697891d3eb" providerId="ADAL" clId="{1E82F5CA-06CB-5569-B40B-7CFA0163A4AB}" dt="2026-08-23T20:05:57.015" v="811" actId="164"/>
          <ac:picMkLst>
            <pc:docMk/>
            <pc:sldMk cId="1055328421" sldId="308"/>
            <ac:picMk id="6" creationId="{7E9316CD-DF4F-D9B0-A20F-F1B676EBA1CC}"/>
          </ac:picMkLst>
        </pc:picChg>
        <pc:picChg chg="add mod">
          <ac:chgData name="Min Wang" userId="40c509f2-6e44-41ac-be95-0b697891d3eb" providerId="ADAL" clId="{1E82F5CA-06CB-5569-B40B-7CFA0163A4AB}" dt="2026-08-23T20:05:57.015" v="811" actId="164"/>
          <ac:picMkLst>
            <pc:docMk/>
            <pc:sldMk cId="1055328421" sldId="308"/>
            <ac:picMk id="7" creationId="{BB8232F2-E3DD-5B88-E149-EEB5880EF32F}"/>
          </ac:picMkLst>
        </pc:picChg>
        <pc:picChg chg="add mod">
          <ac:chgData name="Min Wang" userId="40c509f2-6e44-41ac-be95-0b697891d3eb" providerId="ADAL" clId="{1E82F5CA-06CB-5569-B40B-7CFA0163A4AB}" dt="2026-08-23T20:06:26.333" v="819" actId="1035"/>
          <ac:picMkLst>
            <pc:docMk/>
            <pc:sldMk cId="1055328421" sldId="308"/>
            <ac:picMk id="10" creationId="{BD6DDA76-F7DE-663A-BBB7-F6D1CEB6F9B5}"/>
          </ac:picMkLst>
        </pc:picChg>
        <pc:picChg chg="add mod">
          <ac:chgData name="Min Wang" userId="40c509f2-6e44-41ac-be95-0b697891d3eb" providerId="ADAL" clId="{1E82F5CA-06CB-5569-B40B-7CFA0163A4AB}" dt="2026-08-23T20:07:48.289" v="825" actId="1076"/>
          <ac:picMkLst>
            <pc:docMk/>
            <pc:sldMk cId="1055328421" sldId="308"/>
            <ac:picMk id="13" creationId="{80BC67C1-0066-10DD-DD98-63DC309490C7}"/>
          </ac:picMkLst>
        </pc:picChg>
        <pc:picChg chg="add mod">
          <ac:chgData name="Min Wang" userId="40c509f2-6e44-41ac-be95-0b697891d3eb" providerId="ADAL" clId="{1E82F5CA-06CB-5569-B40B-7CFA0163A4AB}" dt="2026-08-23T20:07:58.716" v="827" actId="1076"/>
          <ac:picMkLst>
            <pc:docMk/>
            <pc:sldMk cId="1055328421" sldId="308"/>
            <ac:picMk id="14" creationId="{7FC5247D-85A0-B5D6-2B07-1106433EBCC5}"/>
          </ac:picMkLst>
        </pc:picChg>
        <pc:inkChg chg="add">
          <ac:chgData name="Min Wang" userId="40c509f2-6e44-41ac-be95-0b697891d3eb" providerId="ADAL" clId="{1E82F5CA-06CB-5569-B40B-7CFA0163A4AB}" dt="2026-08-23T20:06:53.343" v="822" actId="9405"/>
          <ac:inkMkLst>
            <pc:docMk/>
            <pc:sldMk cId="1055328421" sldId="308"/>
            <ac:inkMk id="11" creationId="{1030015C-4037-D258-2911-8D01144B832A}"/>
          </ac:inkMkLst>
        </pc:inkChg>
        <pc:inkChg chg="add">
          <ac:chgData name="Min Wang" userId="40c509f2-6e44-41ac-be95-0b697891d3eb" providerId="ADAL" clId="{1E82F5CA-06CB-5569-B40B-7CFA0163A4AB}" dt="2026-08-23T20:06:55.445" v="823" actId="9405"/>
          <ac:inkMkLst>
            <pc:docMk/>
            <pc:sldMk cId="1055328421" sldId="308"/>
            <ac:inkMk id="12" creationId="{86056780-DC0F-3C33-F768-8882B9E46298}"/>
          </ac:inkMkLst>
        </pc:inkChg>
      </pc:sldChg>
      <pc:sldChg chg="addSp delSp modSp add mod">
        <pc:chgData name="Min Wang" userId="40c509f2-6e44-41ac-be95-0b697891d3eb" providerId="ADAL" clId="{1E82F5CA-06CB-5569-B40B-7CFA0163A4AB}" dt="2026-08-23T19:50:43.539" v="717" actId="1076"/>
        <pc:sldMkLst>
          <pc:docMk/>
          <pc:sldMk cId="3120640261" sldId="309"/>
        </pc:sldMkLst>
        <pc:spChg chg="add mod">
          <ac:chgData name="Min Wang" userId="40c509f2-6e44-41ac-be95-0b697891d3eb" providerId="ADAL" clId="{1E82F5CA-06CB-5569-B40B-7CFA0163A4AB}" dt="2026-08-23T19:50:10.979" v="714" actId="1076"/>
          <ac:spMkLst>
            <pc:docMk/>
            <pc:sldMk cId="3120640261" sldId="309"/>
            <ac:spMk id="4" creationId="{70EA03C3-5529-0D8B-C6EE-E2B9D08251C4}"/>
          </ac:spMkLst>
        </pc:spChg>
        <pc:picChg chg="add mod">
          <ac:chgData name="Min Wang" userId="40c509f2-6e44-41ac-be95-0b697891d3eb" providerId="ADAL" clId="{1E82F5CA-06CB-5569-B40B-7CFA0163A4AB}" dt="2026-08-23T19:49:44.608" v="710" actId="1076"/>
          <ac:picMkLst>
            <pc:docMk/>
            <pc:sldMk cId="3120640261" sldId="309"/>
            <ac:picMk id="2" creationId="{905B0DC0-86DA-79D4-6A71-3200458D865F}"/>
          </ac:picMkLst>
        </pc:picChg>
        <pc:picChg chg="add mod">
          <ac:chgData name="Min Wang" userId="40c509f2-6e44-41ac-be95-0b697891d3eb" providerId="ADAL" clId="{1E82F5CA-06CB-5569-B40B-7CFA0163A4AB}" dt="2026-08-23T19:50:43.539" v="717" actId="1076"/>
          <ac:picMkLst>
            <pc:docMk/>
            <pc:sldMk cId="3120640261" sldId="309"/>
            <ac:picMk id="5" creationId="{78B4774D-4B82-8F35-DB19-BEA6546B371F}"/>
          </ac:picMkLst>
        </pc:picChg>
      </pc:sldChg>
      <pc:sldChg chg="addSp delSp modSp add mod">
        <pc:chgData name="Min Wang" userId="40c509f2-6e44-41ac-be95-0b697891d3eb" providerId="ADAL" clId="{1E82F5CA-06CB-5569-B40B-7CFA0163A4AB}" dt="2026-08-23T20:00:34.837" v="779" actId="9405"/>
        <pc:sldMkLst>
          <pc:docMk/>
          <pc:sldMk cId="3211148323" sldId="310"/>
        </pc:sldMkLst>
        <pc:spChg chg="add mod">
          <ac:chgData name="Min Wang" userId="40c509f2-6e44-41ac-be95-0b697891d3eb" providerId="ADAL" clId="{1E82F5CA-06CB-5569-B40B-7CFA0163A4AB}" dt="2026-08-23T19:59:46.525" v="771" actId="1076"/>
          <ac:spMkLst>
            <pc:docMk/>
            <pc:sldMk cId="3211148323" sldId="310"/>
            <ac:spMk id="12" creationId="{BD0C70A8-9B51-637C-FFCE-950DC474DD00}"/>
          </ac:spMkLst>
        </pc:spChg>
        <pc:spChg chg="add mod">
          <ac:chgData name="Min Wang" userId="40c509f2-6e44-41ac-be95-0b697891d3eb" providerId="ADAL" clId="{1E82F5CA-06CB-5569-B40B-7CFA0163A4AB}" dt="2026-08-23T20:00:10.791" v="775" actId="1076"/>
          <ac:spMkLst>
            <pc:docMk/>
            <pc:sldMk cId="3211148323" sldId="310"/>
            <ac:spMk id="13" creationId="{F2AE2370-43C7-C188-51E1-96FB4B1B8355}"/>
          </ac:spMkLst>
        </pc:spChg>
        <pc:grpChg chg="add mod">
          <ac:chgData name="Min Wang" userId="40c509f2-6e44-41ac-be95-0b697891d3eb" providerId="ADAL" clId="{1E82F5CA-06CB-5569-B40B-7CFA0163A4AB}" dt="2026-08-23T19:58:49.248" v="745" actId="1036"/>
          <ac:grpSpMkLst>
            <pc:docMk/>
            <pc:sldMk cId="3211148323" sldId="310"/>
            <ac:grpSpMk id="9" creationId="{9992F367-CD1F-7066-3736-441268F63049}"/>
          </ac:grpSpMkLst>
        </pc:grpChg>
        <pc:picChg chg="add mod">
          <ac:chgData name="Min Wang" userId="40c509f2-6e44-41ac-be95-0b697891d3eb" providerId="ADAL" clId="{1E82F5CA-06CB-5569-B40B-7CFA0163A4AB}" dt="2026-08-23T19:58:41.881" v="736" actId="164"/>
          <ac:picMkLst>
            <pc:docMk/>
            <pc:sldMk cId="3211148323" sldId="310"/>
            <ac:picMk id="2" creationId="{B57EEA9E-2BDB-B3CC-3398-AECED84EF6BF}"/>
          </ac:picMkLst>
        </pc:picChg>
        <pc:picChg chg="add mod">
          <ac:chgData name="Min Wang" userId="40c509f2-6e44-41ac-be95-0b697891d3eb" providerId="ADAL" clId="{1E82F5CA-06CB-5569-B40B-7CFA0163A4AB}" dt="2026-08-23T19:58:41.881" v="736" actId="164"/>
          <ac:picMkLst>
            <pc:docMk/>
            <pc:sldMk cId="3211148323" sldId="310"/>
            <ac:picMk id="3" creationId="{497A987E-8697-F429-2E52-C6ACD02AA96C}"/>
          </ac:picMkLst>
        </pc:picChg>
        <pc:picChg chg="add mod">
          <ac:chgData name="Min Wang" userId="40c509f2-6e44-41ac-be95-0b697891d3eb" providerId="ADAL" clId="{1E82F5CA-06CB-5569-B40B-7CFA0163A4AB}" dt="2026-08-23T19:58:41.881" v="736" actId="164"/>
          <ac:picMkLst>
            <pc:docMk/>
            <pc:sldMk cId="3211148323" sldId="310"/>
            <ac:picMk id="4" creationId="{A0404703-EE70-90B4-33FC-4D9C75CB5A0D}"/>
          </ac:picMkLst>
        </pc:picChg>
        <pc:picChg chg="add mod">
          <ac:chgData name="Min Wang" userId="40c509f2-6e44-41ac-be95-0b697891d3eb" providerId="ADAL" clId="{1E82F5CA-06CB-5569-B40B-7CFA0163A4AB}" dt="2026-08-23T19:58:41.881" v="736" actId="164"/>
          <ac:picMkLst>
            <pc:docMk/>
            <pc:sldMk cId="3211148323" sldId="310"/>
            <ac:picMk id="5" creationId="{D1ABB897-4C05-7339-1B74-5D2738C0BA08}"/>
          </ac:picMkLst>
        </pc:picChg>
        <pc:picChg chg="add mod">
          <ac:chgData name="Min Wang" userId="40c509f2-6e44-41ac-be95-0b697891d3eb" providerId="ADAL" clId="{1E82F5CA-06CB-5569-B40B-7CFA0163A4AB}" dt="2026-08-23T19:58:53.265" v="746" actId="1076"/>
          <ac:picMkLst>
            <pc:docMk/>
            <pc:sldMk cId="3211148323" sldId="310"/>
            <ac:picMk id="7" creationId="{C0A67365-434B-0EFB-3DCA-C26C215D943C}"/>
          </ac:picMkLst>
        </pc:picChg>
        <pc:picChg chg="add mod">
          <ac:chgData name="Min Wang" userId="40c509f2-6e44-41ac-be95-0b697891d3eb" providerId="ADAL" clId="{1E82F5CA-06CB-5569-B40B-7CFA0163A4AB}" dt="2026-08-23T19:59:16.681" v="755" actId="1035"/>
          <ac:picMkLst>
            <pc:docMk/>
            <pc:sldMk cId="3211148323" sldId="310"/>
            <ac:picMk id="8" creationId="{B177A219-5AE9-59FB-0B4F-2AD1A591BFE1}"/>
          </ac:picMkLst>
        </pc:picChg>
        <pc:picChg chg="add mod">
          <ac:chgData name="Min Wang" userId="40c509f2-6e44-41ac-be95-0b697891d3eb" providerId="ADAL" clId="{1E82F5CA-06CB-5569-B40B-7CFA0163A4AB}" dt="2026-08-23T20:00:04.032" v="774" actId="1076"/>
          <ac:picMkLst>
            <pc:docMk/>
            <pc:sldMk cId="3211148323" sldId="310"/>
            <ac:picMk id="10" creationId="{4B7A1101-0658-E224-610E-F825EB301948}"/>
          </ac:picMkLst>
        </pc:picChg>
        <pc:picChg chg="add mod">
          <ac:chgData name="Min Wang" userId="40c509f2-6e44-41ac-be95-0b697891d3eb" providerId="ADAL" clId="{1E82F5CA-06CB-5569-B40B-7CFA0163A4AB}" dt="2026-08-23T19:59:29.301" v="760" actId="1035"/>
          <ac:picMkLst>
            <pc:docMk/>
            <pc:sldMk cId="3211148323" sldId="310"/>
            <ac:picMk id="11" creationId="{FB063984-1351-DE6C-6468-8D93F3D2DF08}"/>
          </ac:picMkLst>
        </pc:picChg>
        <pc:inkChg chg="add">
          <ac:chgData name="Min Wang" userId="40c509f2-6e44-41ac-be95-0b697891d3eb" providerId="ADAL" clId="{1E82F5CA-06CB-5569-B40B-7CFA0163A4AB}" dt="2026-08-23T20:00:32.538" v="778" actId="9405"/>
          <ac:inkMkLst>
            <pc:docMk/>
            <pc:sldMk cId="3211148323" sldId="310"/>
            <ac:inkMk id="14" creationId="{10280112-9A23-84D3-982F-8F7521313E4A}"/>
          </ac:inkMkLst>
        </pc:inkChg>
        <pc:inkChg chg="add">
          <ac:chgData name="Min Wang" userId="40c509f2-6e44-41ac-be95-0b697891d3eb" providerId="ADAL" clId="{1E82F5CA-06CB-5569-B40B-7CFA0163A4AB}" dt="2026-08-23T20:00:34.837" v="779" actId="9405"/>
          <ac:inkMkLst>
            <pc:docMk/>
            <pc:sldMk cId="3211148323" sldId="310"/>
            <ac:inkMk id="15" creationId="{63FF2ED2-3371-99F1-06DC-1BE0441117CF}"/>
          </ac:inkMkLst>
        </pc:inkChg>
      </pc:sldChg>
      <pc:sldChg chg="addSp delSp modSp add mod">
        <pc:chgData name="Min Wang" userId="40c509f2-6e44-41ac-be95-0b697891d3eb" providerId="ADAL" clId="{1E82F5CA-06CB-5569-B40B-7CFA0163A4AB}" dt="2026-08-23T20:02:32.084" v="799" actId="1076"/>
        <pc:sldMkLst>
          <pc:docMk/>
          <pc:sldMk cId="3010503381" sldId="311"/>
        </pc:sldMkLst>
        <pc:spChg chg="add mod">
          <ac:chgData name="Min Wang" userId="40c509f2-6e44-41ac-be95-0b697891d3eb" providerId="ADAL" clId="{1E82F5CA-06CB-5569-B40B-7CFA0163A4AB}" dt="2026-08-23T20:01:44.146" v="789" actId="1076"/>
          <ac:spMkLst>
            <pc:docMk/>
            <pc:sldMk cId="3010503381" sldId="311"/>
            <ac:spMk id="6" creationId="{7C253F58-959B-B40A-BB92-52A3CB5977FE}"/>
          </ac:spMkLst>
        </pc:spChg>
        <pc:spChg chg="add mod">
          <ac:chgData name="Min Wang" userId="40c509f2-6e44-41ac-be95-0b697891d3eb" providerId="ADAL" clId="{1E82F5CA-06CB-5569-B40B-7CFA0163A4AB}" dt="2026-08-23T20:02:20.018" v="794" actId="1076"/>
          <ac:spMkLst>
            <pc:docMk/>
            <pc:sldMk cId="3010503381" sldId="311"/>
            <ac:spMk id="7" creationId="{6D03C445-0370-4FB8-4B21-55208C7AA791}"/>
          </ac:spMkLst>
        </pc:spChg>
        <pc:spChg chg="add mod">
          <ac:chgData name="Min Wang" userId="40c509f2-6e44-41ac-be95-0b697891d3eb" providerId="ADAL" clId="{1E82F5CA-06CB-5569-B40B-7CFA0163A4AB}" dt="2026-08-23T20:02:32.084" v="799" actId="1076"/>
          <ac:spMkLst>
            <pc:docMk/>
            <pc:sldMk cId="3010503381" sldId="311"/>
            <ac:spMk id="8" creationId="{CF5F2217-E1CB-3A88-1F11-7F1A9A91E04B}"/>
          </ac:spMkLst>
        </pc:spChg>
        <pc:picChg chg="add mod">
          <ac:chgData name="Min Wang" userId="40c509f2-6e44-41ac-be95-0b697891d3eb" providerId="ADAL" clId="{1E82F5CA-06CB-5569-B40B-7CFA0163A4AB}" dt="2026-08-23T20:01:00.782" v="781" actId="1076"/>
          <ac:picMkLst>
            <pc:docMk/>
            <pc:sldMk cId="3010503381" sldId="311"/>
            <ac:picMk id="2" creationId="{EB9D82B9-127A-D283-7FC6-772B4157CC5B}"/>
          </ac:picMkLst>
        </pc:picChg>
        <pc:picChg chg="add mod">
          <ac:chgData name="Min Wang" userId="40c509f2-6e44-41ac-be95-0b697891d3eb" providerId="ADAL" clId="{1E82F5CA-06CB-5569-B40B-7CFA0163A4AB}" dt="2026-08-23T20:01:20.679" v="785" actId="1076"/>
          <ac:picMkLst>
            <pc:docMk/>
            <pc:sldMk cId="3010503381" sldId="311"/>
            <ac:picMk id="4" creationId="{BF056B47-5593-1082-1CB7-7082243A7520}"/>
          </ac:picMkLst>
        </pc:picChg>
        <pc:picChg chg="add mod">
          <ac:chgData name="Min Wang" userId="40c509f2-6e44-41ac-be95-0b697891d3eb" providerId="ADAL" clId="{1E82F5CA-06CB-5569-B40B-7CFA0163A4AB}" dt="2026-08-23T20:01:32.459" v="787" actId="1076"/>
          <ac:picMkLst>
            <pc:docMk/>
            <pc:sldMk cId="3010503381" sldId="311"/>
            <ac:picMk id="5" creationId="{61F4D6C8-973E-E3F0-6DC6-9BE0491ADBFE}"/>
          </ac:picMkLst>
        </pc:picChg>
      </pc:sldChg>
      <pc:sldChg chg="addSp delSp modSp add mod">
        <pc:chgData name="Min Wang" userId="40c509f2-6e44-41ac-be95-0b697891d3eb" providerId="ADAL" clId="{1E82F5CA-06CB-5569-B40B-7CFA0163A4AB}" dt="2026-08-23T20:14:19.896" v="848" actId="9405"/>
        <pc:sldMkLst>
          <pc:docMk/>
          <pc:sldMk cId="3122549547" sldId="312"/>
        </pc:sldMkLst>
        <pc:spChg chg="add mod">
          <ac:chgData name="Min Wang" userId="40c509f2-6e44-41ac-be95-0b697891d3eb" providerId="ADAL" clId="{1E82F5CA-06CB-5569-B40B-7CFA0163A4AB}" dt="2026-08-23T20:08:39.254" v="831" actId="1076"/>
          <ac:spMkLst>
            <pc:docMk/>
            <pc:sldMk cId="3122549547" sldId="312"/>
            <ac:spMk id="3" creationId="{B1D68570-52D2-5EF9-AF51-F6E161F1DC69}"/>
          </ac:spMkLst>
        </pc:spChg>
        <pc:picChg chg="add mod">
          <ac:chgData name="Min Wang" userId="40c509f2-6e44-41ac-be95-0b697891d3eb" providerId="ADAL" clId="{1E82F5CA-06CB-5569-B40B-7CFA0163A4AB}" dt="2026-08-23T20:12:11.253" v="834" actId="1076"/>
          <ac:picMkLst>
            <pc:docMk/>
            <pc:sldMk cId="3122549547" sldId="312"/>
            <ac:picMk id="4" creationId="{E93F0838-59F5-4612-9B93-495F9572A70F}"/>
          </ac:picMkLst>
        </pc:picChg>
        <pc:picChg chg="add mod">
          <ac:chgData name="Min Wang" userId="40c509f2-6e44-41ac-be95-0b697891d3eb" providerId="ADAL" clId="{1E82F5CA-06CB-5569-B40B-7CFA0163A4AB}" dt="2026-08-23T20:12:37.960" v="838" actId="1076"/>
          <ac:picMkLst>
            <pc:docMk/>
            <pc:sldMk cId="3122549547" sldId="312"/>
            <ac:picMk id="6" creationId="{29556E54-CDE6-7021-6034-E7656ACC2811}"/>
          </ac:picMkLst>
        </pc:picChg>
        <pc:picChg chg="add mod">
          <ac:chgData name="Min Wang" userId="40c509f2-6e44-41ac-be95-0b697891d3eb" providerId="ADAL" clId="{1E82F5CA-06CB-5569-B40B-7CFA0163A4AB}" dt="2026-08-23T20:12:47.718" v="841" actId="14100"/>
          <ac:picMkLst>
            <pc:docMk/>
            <pc:sldMk cId="3122549547" sldId="312"/>
            <ac:picMk id="7" creationId="{34C3691C-BE52-4959-DA73-1129C44E46B3}"/>
          </ac:picMkLst>
        </pc:picChg>
        <pc:inkChg chg="add">
          <ac:chgData name="Min Wang" userId="40c509f2-6e44-41ac-be95-0b697891d3eb" providerId="ADAL" clId="{1E82F5CA-06CB-5569-B40B-7CFA0163A4AB}" dt="2026-08-23T20:13:11.795" v="842" actId="9405"/>
          <ac:inkMkLst>
            <pc:docMk/>
            <pc:sldMk cId="3122549547" sldId="312"/>
            <ac:inkMk id="8" creationId="{967A165A-8B36-AEF7-E7D2-0372AFD8E8B2}"/>
          </ac:inkMkLst>
        </pc:inkChg>
        <pc:inkChg chg="add">
          <ac:chgData name="Min Wang" userId="40c509f2-6e44-41ac-be95-0b697891d3eb" providerId="ADAL" clId="{1E82F5CA-06CB-5569-B40B-7CFA0163A4AB}" dt="2026-08-23T20:13:16.156" v="843" actId="9405"/>
          <ac:inkMkLst>
            <pc:docMk/>
            <pc:sldMk cId="3122549547" sldId="312"/>
            <ac:inkMk id="9" creationId="{05D1C6AC-BD08-F972-3916-221EF100E061}"/>
          </ac:inkMkLst>
        </pc:inkChg>
        <pc:inkChg chg="add">
          <ac:chgData name="Min Wang" userId="40c509f2-6e44-41ac-be95-0b697891d3eb" providerId="ADAL" clId="{1E82F5CA-06CB-5569-B40B-7CFA0163A4AB}" dt="2026-08-23T20:13:31.901" v="844" actId="9405"/>
          <ac:inkMkLst>
            <pc:docMk/>
            <pc:sldMk cId="3122549547" sldId="312"/>
            <ac:inkMk id="10" creationId="{AA5BA26C-9639-734E-D63E-BFF3FEDB137B}"/>
          </ac:inkMkLst>
        </pc:inkChg>
        <pc:inkChg chg="add">
          <ac:chgData name="Min Wang" userId="40c509f2-6e44-41ac-be95-0b697891d3eb" providerId="ADAL" clId="{1E82F5CA-06CB-5569-B40B-7CFA0163A4AB}" dt="2026-08-23T20:13:34.372" v="845" actId="9405"/>
          <ac:inkMkLst>
            <pc:docMk/>
            <pc:sldMk cId="3122549547" sldId="312"/>
            <ac:inkMk id="11" creationId="{8E61D253-DD81-DD03-E391-9867EAAE9F52}"/>
          </ac:inkMkLst>
        </pc:inkChg>
        <pc:inkChg chg="add">
          <ac:chgData name="Min Wang" userId="40c509f2-6e44-41ac-be95-0b697891d3eb" providerId="ADAL" clId="{1E82F5CA-06CB-5569-B40B-7CFA0163A4AB}" dt="2026-08-23T20:13:57.772" v="846" actId="9405"/>
          <ac:inkMkLst>
            <pc:docMk/>
            <pc:sldMk cId="3122549547" sldId="312"/>
            <ac:inkMk id="12" creationId="{366320BB-48FE-0CCF-ED3C-01F53A18E4AC}"/>
          </ac:inkMkLst>
        </pc:inkChg>
        <pc:inkChg chg="add">
          <ac:chgData name="Min Wang" userId="40c509f2-6e44-41ac-be95-0b697891d3eb" providerId="ADAL" clId="{1E82F5CA-06CB-5569-B40B-7CFA0163A4AB}" dt="2026-08-23T20:14:06.693" v="847" actId="9405"/>
          <ac:inkMkLst>
            <pc:docMk/>
            <pc:sldMk cId="3122549547" sldId="312"/>
            <ac:inkMk id="13" creationId="{8B3FDB19-EE8D-7E6F-4518-7DB7DC7E98BC}"/>
          </ac:inkMkLst>
        </pc:inkChg>
        <pc:inkChg chg="add">
          <ac:chgData name="Min Wang" userId="40c509f2-6e44-41ac-be95-0b697891d3eb" providerId="ADAL" clId="{1E82F5CA-06CB-5569-B40B-7CFA0163A4AB}" dt="2026-08-23T20:14:19.896" v="848" actId="9405"/>
          <ac:inkMkLst>
            <pc:docMk/>
            <pc:sldMk cId="3122549547" sldId="312"/>
            <ac:inkMk id="14" creationId="{ABA3ABC9-BC2B-BE3A-D316-7C3722280563}"/>
          </ac:inkMkLst>
        </pc:inkChg>
      </pc:sldChg>
      <pc:sldChg chg="addSp modSp add mod">
        <pc:chgData name="Min Wang" userId="40c509f2-6e44-41ac-be95-0b697891d3eb" providerId="ADAL" clId="{1E82F5CA-06CB-5569-B40B-7CFA0163A4AB}" dt="2026-08-23T20:17:56.506" v="872" actId="1076"/>
        <pc:sldMkLst>
          <pc:docMk/>
          <pc:sldMk cId="1607324547" sldId="313"/>
        </pc:sldMkLst>
        <pc:spChg chg="add mod">
          <ac:chgData name="Min Wang" userId="40c509f2-6e44-41ac-be95-0b697891d3eb" providerId="ADAL" clId="{1E82F5CA-06CB-5569-B40B-7CFA0163A4AB}" dt="2026-08-23T20:17:49.089" v="869" actId="1076"/>
          <ac:spMkLst>
            <pc:docMk/>
            <pc:sldMk cId="1607324547" sldId="313"/>
            <ac:spMk id="12" creationId="{4F9B199A-60A9-E85E-B3F2-1DC3B776B9BE}"/>
          </ac:spMkLst>
        </pc:spChg>
        <pc:spChg chg="add mod">
          <ac:chgData name="Min Wang" userId="40c509f2-6e44-41ac-be95-0b697891d3eb" providerId="ADAL" clId="{1E82F5CA-06CB-5569-B40B-7CFA0163A4AB}" dt="2026-08-23T20:17:56.506" v="872" actId="1076"/>
          <ac:spMkLst>
            <pc:docMk/>
            <pc:sldMk cId="1607324547" sldId="313"/>
            <ac:spMk id="13" creationId="{68471979-2EBE-D3CB-41BB-4F077CA156E2}"/>
          </ac:spMkLst>
        </pc:spChg>
        <pc:picChg chg="add mod">
          <ac:chgData name="Min Wang" userId="40c509f2-6e44-41ac-be95-0b697891d3eb" providerId="ADAL" clId="{1E82F5CA-06CB-5569-B40B-7CFA0163A4AB}" dt="2026-08-23T20:15:11.574" v="852" actId="1076"/>
          <ac:picMkLst>
            <pc:docMk/>
            <pc:sldMk cId="1607324547" sldId="313"/>
            <ac:picMk id="2" creationId="{A59C3803-1B88-84FF-AF5D-977418A7B209}"/>
          </ac:picMkLst>
        </pc:picChg>
        <pc:picChg chg="add mod">
          <ac:chgData name="Min Wang" userId="40c509f2-6e44-41ac-be95-0b697891d3eb" providerId="ADAL" clId="{1E82F5CA-06CB-5569-B40B-7CFA0163A4AB}" dt="2026-08-23T20:15:08.336" v="851" actId="1076"/>
          <ac:picMkLst>
            <pc:docMk/>
            <pc:sldMk cId="1607324547" sldId="313"/>
            <ac:picMk id="3" creationId="{84275ECB-8F3A-1934-3491-D7BE497EC9E7}"/>
          </ac:picMkLst>
        </pc:picChg>
        <pc:picChg chg="add mod">
          <ac:chgData name="Min Wang" userId="40c509f2-6e44-41ac-be95-0b697891d3eb" providerId="ADAL" clId="{1E82F5CA-06CB-5569-B40B-7CFA0163A4AB}" dt="2026-08-23T20:15:44.227" v="854" actId="1076"/>
          <ac:picMkLst>
            <pc:docMk/>
            <pc:sldMk cId="1607324547" sldId="313"/>
            <ac:picMk id="4" creationId="{C7D53EC8-BC23-C1E5-7590-B3D7A66A086C}"/>
          </ac:picMkLst>
        </pc:picChg>
        <pc:picChg chg="add mod">
          <ac:chgData name="Min Wang" userId="40c509f2-6e44-41ac-be95-0b697891d3eb" providerId="ADAL" clId="{1E82F5CA-06CB-5569-B40B-7CFA0163A4AB}" dt="2026-08-23T20:15:56.111" v="856" actId="1076"/>
          <ac:picMkLst>
            <pc:docMk/>
            <pc:sldMk cId="1607324547" sldId="313"/>
            <ac:picMk id="5" creationId="{416EBED7-B040-B371-7C77-77C69A3C1025}"/>
          </ac:picMkLst>
        </pc:picChg>
        <pc:picChg chg="add mod">
          <ac:chgData name="Min Wang" userId="40c509f2-6e44-41ac-be95-0b697891d3eb" providerId="ADAL" clId="{1E82F5CA-06CB-5569-B40B-7CFA0163A4AB}" dt="2026-08-23T20:16:06.621" v="858" actId="1076"/>
          <ac:picMkLst>
            <pc:docMk/>
            <pc:sldMk cId="1607324547" sldId="313"/>
            <ac:picMk id="6" creationId="{30DA237A-DE62-A98E-63F1-073DCACEDD5C}"/>
          </ac:picMkLst>
        </pc:picChg>
        <pc:picChg chg="add mod">
          <ac:chgData name="Min Wang" userId="40c509f2-6e44-41ac-be95-0b697891d3eb" providerId="ADAL" clId="{1E82F5CA-06CB-5569-B40B-7CFA0163A4AB}" dt="2026-08-23T20:16:25.750" v="860" actId="1076"/>
          <ac:picMkLst>
            <pc:docMk/>
            <pc:sldMk cId="1607324547" sldId="313"/>
            <ac:picMk id="7" creationId="{34DE86AC-AEE8-1459-AC3D-C7E3EB4F8D2B}"/>
          </ac:picMkLst>
        </pc:picChg>
        <pc:picChg chg="add mod">
          <ac:chgData name="Min Wang" userId="40c509f2-6e44-41ac-be95-0b697891d3eb" providerId="ADAL" clId="{1E82F5CA-06CB-5569-B40B-7CFA0163A4AB}" dt="2026-08-23T20:17:02.824" v="863" actId="14100"/>
          <ac:picMkLst>
            <pc:docMk/>
            <pc:sldMk cId="1607324547" sldId="313"/>
            <ac:picMk id="8" creationId="{73EEAC52-F192-F6C5-2803-628CAA3EC71F}"/>
          </ac:picMkLst>
        </pc:picChg>
        <pc:inkChg chg="add">
          <ac:chgData name="Min Wang" userId="40c509f2-6e44-41ac-be95-0b697891d3eb" providerId="ADAL" clId="{1E82F5CA-06CB-5569-B40B-7CFA0163A4AB}" dt="2026-08-23T20:17:21.943" v="864" actId="9405"/>
          <ac:inkMkLst>
            <pc:docMk/>
            <pc:sldMk cId="1607324547" sldId="313"/>
            <ac:inkMk id="9" creationId="{12E86769-A53F-0DBD-2E24-717E95452AF4}"/>
          </ac:inkMkLst>
        </pc:inkChg>
        <pc:inkChg chg="add">
          <ac:chgData name="Min Wang" userId="40c509f2-6e44-41ac-be95-0b697891d3eb" providerId="ADAL" clId="{1E82F5CA-06CB-5569-B40B-7CFA0163A4AB}" dt="2026-08-23T20:17:32.166" v="865" actId="9405"/>
          <ac:inkMkLst>
            <pc:docMk/>
            <pc:sldMk cId="1607324547" sldId="313"/>
            <ac:inkMk id="10" creationId="{8A229697-B3FE-6060-22AF-499AD1729692}"/>
          </ac:inkMkLst>
        </pc:inkChg>
        <pc:inkChg chg="add">
          <ac:chgData name="Min Wang" userId="40c509f2-6e44-41ac-be95-0b697891d3eb" providerId="ADAL" clId="{1E82F5CA-06CB-5569-B40B-7CFA0163A4AB}" dt="2026-08-23T20:17:36.451" v="866" actId="9405"/>
          <ac:inkMkLst>
            <pc:docMk/>
            <pc:sldMk cId="1607324547" sldId="313"/>
            <ac:inkMk id="11" creationId="{ED411D02-A2D0-6D36-1B11-A6AB7C9B233D}"/>
          </ac:inkMkLst>
        </pc:inkChg>
      </pc:sldChg>
      <pc:sldChg chg="addSp modSp add mod modAnim">
        <pc:chgData name="Min Wang" userId="40c509f2-6e44-41ac-be95-0b697891d3eb" providerId="ADAL" clId="{1E82F5CA-06CB-5569-B40B-7CFA0163A4AB}" dt="2026-08-23T20:19:53.324" v="883"/>
        <pc:sldMkLst>
          <pc:docMk/>
          <pc:sldMk cId="336904915" sldId="314"/>
        </pc:sldMkLst>
        <pc:picChg chg="add mod">
          <ac:chgData name="Min Wang" userId="40c509f2-6e44-41ac-be95-0b697891d3eb" providerId="ADAL" clId="{1E82F5CA-06CB-5569-B40B-7CFA0163A4AB}" dt="2026-08-23T20:18:26.713" v="874" actId="1076"/>
          <ac:picMkLst>
            <pc:docMk/>
            <pc:sldMk cId="336904915" sldId="314"/>
            <ac:picMk id="2" creationId="{7BA01DA0-0F24-BF4E-3290-50181D21CD18}"/>
          </ac:picMkLst>
        </pc:picChg>
        <pc:picChg chg="add mod">
          <ac:chgData name="Min Wang" userId="40c509f2-6e44-41ac-be95-0b697891d3eb" providerId="ADAL" clId="{1E82F5CA-06CB-5569-B40B-7CFA0163A4AB}" dt="2026-08-23T20:18:53.762" v="876" actId="1076"/>
          <ac:picMkLst>
            <pc:docMk/>
            <pc:sldMk cId="336904915" sldId="314"/>
            <ac:picMk id="3" creationId="{168E5DEF-5C73-3948-1F14-BD32786D9DED}"/>
          </ac:picMkLst>
        </pc:picChg>
        <pc:picChg chg="add mod">
          <ac:chgData name="Min Wang" userId="40c509f2-6e44-41ac-be95-0b697891d3eb" providerId="ADAL" clId="{1E82F5CA-06CB-5569-B40B-7CFA0163A4AB}" dt="2026-08-23T20:19:06.682" v="878" actId="1076"/>
          <ac:picMkLst>
            <pc:docMk/>
            <pc:sldMk cId="336904915" sldId="314"/>
            <ac:picMk id="4" creationId="{9BF90018-15E6-3DA4-1DD9-A0E37BF292BA}"/>
          </ac:picMkLst>
        </pc:picChg>
        <pc:picChg chg="add mod">
          <ac:chgData name="Min Wang" userId="40c509f2-6e44-41ac-be95-0b697891d3eb" providerId="ADAL" clId="{1E82F5CA-06CB-5569-B40B-7CFA0163A4AB}" dt="2026-08-23T20:19:42.725" v="880" actId="1076"/>
          <ac:picMkLst>
            <pc:docMk/>
            <pc:sldMk cId="336904915" sldId="314"/>
            <ac:picMk id="5" creationId="{CBA4884E-DA96-307A-258D-94FD7389F40A}"/>
          </ac:picMkLst>
        </pc:picChg>
      </pc:sldChg>
      <pc:sldChg chg="addSp modSp add mod">
        <pc:chgData name="Min Wang" userId="40c509f2-6e44-41ac-be95-0b697891d3eb" providerId="ADAL" clId="{1E82F5CA-06CB-5569-B40B-7CFA0163A4AB}" dt="2026-08-23T20:21:35.449" v="897" actId="1076"/>
        <pc:sldMkLst>
          <pc:docMk/>
          <pc:sldMk cId="4277801599" sldId="315"/>
        </pc:sldMkLst>
        <pc:picChg chg="add mod">
          <ac:chgData name="Min Wang" userId="40c509f2-6e44-41ac-be95-0b697891d3eb" providerId="ADAL" clId="{1E82F5CA-06CB-5569-B40B-7CFA0163A4AB}" dt="2026-08-23T20:20:31.503" v="885" actId="1076"/>
          <ac:picMkLst>
            <pc:docMk/>
            <pc:sldMk cId="4277801599" sldId="315"/>
            <ac:picMk id="2" creationId="{B859AD94-6775-1CDE-8398-117B1CED7814}"/>
          </ac:picMkLst>
        </pc:picChg>
        <pc:picChg chg="add mod">
          <ac:chgData name="Min Wang" userId="40c509f2-6e44-41ac-be95-0b697891d3eb" providerId="ADAL" clId="{1E82F5CA-06CB-5569-B40B-7CFA0163A4AB}" dt="2026-08-23T20:20:40.657" v="887" actId="1076"/>
          <ac:picMkLst>
            <pc:docMk/>
            <pc:sldMk cId="4277801599" sldId="315"/>
            <ac:picMk id="3" creationId="{2B576E01-91A2-5396-F285-FE51E0EB4E8B}"/>
          </ac:picMkLst>
        </pc:picChg>
        <pc:picChg chg="add mod">
          <ac:chgData name="Min Wang" userId="40c509f2-6e44-41ac-be95-0b697891d3eb" providerId="ADAL" clId="{1E82F5CA-06CB-5569-B40B-7CFA0163A4AB}" dt="2026-08-23T20:21:02.249" v="890" actId="14100"/>
          <ac:picMkLst>
            <pc:docMk/>
            <pc:sldMk cId="4277801599" sldId="315"/>
            <ac:picMk id="4" creationId="{DF36D338-ABF1-D661-E324-DFF6A1388850}"/>
          </ac:picMkLst>
        </pc:picChg>
        <pc:picChg chg="add mod">
          <ac:chgData name="Min Wang" userId="40c509f2-6e44-41ac-be95-0b697891d3eb" providerId="ADAL" clId="{1E82F5CA-06CB-5569-B40B-7CFA0163A4AB}" dt="2026-08-23T20:21:11.680" v="892" actId="1076"/>
          <ac:picMkLst>
            <pc:docMk/>
            <pc:sldMk cId="4277801599" sldId="315"/>
            <ac:picMk id="5" creationId="{B94660CA-2091-B550-303A-A7E776DB8559}"/>
          </ac:picMkLst>
        </pc:picChg>
        <pc:picChg chg="add mod">
          <ac:chgData name="Min Wang" userId="40c509f2-6e44-41ac-be95-0b697891d3eb" providerId="ADAL" clId="{1E82F5CA-06CB-5569-B40B-7CFA0163A4AB}" dt="2026-08-23T20:21:26.661" v="895" actId="14100"/>
          <ac:picMkLst>
            <pc:docMk/>
            <pc:sldMk cId="4277801599" sldId="315"/>
            <ac:picMk id="6" creationId="{A50FFFDB-F767-EA76-5D6E-27E8886BD38B}"/>
          </ac:picMkLst>
        </pc:picChg>
        <pc:picChg chg="add mod">
          <ac:chgData name="Min Wang" userId="40c509f2-6e44-41ac-be95-0b697891d3eb" providerId="ADAL" clId="{1E82F5CA-06CB-5569-B40B-7CFA0163A4AB}" dt="2026-08-23T20:21:35.449" v="897" actId="1076"/>
          <ac:picMkLst>
            <pc:docMk/>
            <pc:sldMk cId="4277801599" sldId="315"/>
            <ac:picMk id="7" creationId="{7A176141-8F41-F21D-A0B7-708603AE04F4}"/>
          </ac:picMkLst>
        </pc:picChg>
      </pc:sldChg>
      <pc:sldChg chg="addSp modSp add mod">
        <pc:chgData name="Min Wang" userId="40c509f2-6e44-41ac-be95-0b697891d3eb" providerId="ADAL" clId="{1E82F5CA-06CB-5569-B40B-7CFA0163A4AB}" dt="2026-08-23T20:22:13.745" v="902" actId="1076"/>
        <pc:sldMkLst>
          <pc:docMk/>
          <pc:sldMk cId="3934468289" sldId="316"/>
        </pc:sldMkLst>
        <pc:picChg chg="add mod">
          <ac:chgData name="Min Wang" userId="40c509f2-6e44-41ac-be95-0b697891d3eb" providerId="ADAL" clId="{1E82F5CA-06CB-5569-B40B-7CFA0163A4AB}" dt="2026-08-23T20:22:03.194" v="900" actId="14100"/>
          <ac:picMkLst>
            <pc:docMk/>
            <pc:sldMk cId="3934468289" sldId="316"/>
            <ac:picMk id="2" creationId="{A7603389-3F52-312D-397B-E80295F075F0}"/>
          </ac:picMkLst>
        </pc:picChg>
        <pc:picChg chg="add mod">
          <ac:chgData name="Min Wang" userId="40c509f2-6e44-41ac-be95-0b697891d3eb" providerId="ADAL" clId="{1E82F5CA-06CB-5569-B40B-7CFA0163A4AB}" dt="2026-08-23T20:22:13.745" v="902" actId="1076"/>
          <ac:picMkLst>
            <pc:docMk/>
            <pc:sldMk cId="3934468289" sldId="316"/>
            <ac:picMk id="3" creationId="{BDCFB2E8-F2ED-A5FA-87B0-3FC220D530BD}"/>
          </ac:picMkLst>
        </pc:picChg>
      </pc:sldChg>
      <pc:sldChg chg="addSp modSp add mod modAnim">
        <pc:chgData name="Min Wang" userId="40c509f2-6e44-41ac-be95-0b697891d3eb" providerId="ADAL" clId="{1E82F5CA-06CB-5569-B40B-7CFA0163A4AB}" dt="2026-08-23T20:24:44.638" v="914" actId="9405"/>
        <pc:sldMkLst>
          <pc:docMk/>
          <pc:sldMk cId="3595205882" sldId="317"/>
        </pc:sldMkLst>
        <pc:spChg chg="add mod">
          <ac:chgData name="Min Wang" userId="40c509f2-6e44-41ac-be95-0b697891d3eb" providerId="ADAL" clId="{1E82F5CA-06CB-5569-B40B-7CFA0163A4AB}" dt="2026-08-23T20:22:55.251" v="906" actId="1076"/>
          <ac:spMkLst>
            <pc:docMk/>
            <pc:sldMk cId="3595205882" sldId="317"/>
            <ac:spMk id="3" creationId="{52142E0E-E7AE-1EDC-C6C0-3C843F0CF740}"/>
          </ac:spMkLst>
        </pc:spChg>
        <pc:picChg chg="add mod">
          <ac:chgData name="Min Wang" userId="40c509f2-6e44-41ac-be95-0b697891d3eb" providerId="ADAL" clId="{1E82F5CA-06CB-5569-B40B-7CFA0163A4AB}" dt="2026-08-23T20:23:20.609" v="908" actId="1076"/>
          <ac:picMkLst>
            <pc:docMk/>
            <pc:sldMk cId="3595205882" sldId="317"/>
            <ac:picMk id="4" creationId="{E0B9B03D-A610-C14C-615A-9C150B1A942E}"/>
          </ac:picMkLst>
        </pc:picChg>
        <pc:picChg chg="add mod">
          <ac:chgData name="Min Wang" userId="40c509f2-6e44-41ac-be95-0b697891d3eb" providerId="ADAL" clId="{1E82F5CA-06CB-5569-B40B-7CFA0163A4AB}" dt="2026-08-23T20:23:46.625" v="912" actId="1076"/>
          <ac:picMkLst>
            <pc:docMk/>
            <pc:sldMk cId="3595205882" sldId="317"/>
            <ac:picMk id="5" creationId="{A6598A6C-DD1E-6A3B-8FC3-37DD411B2A1C}"/>
          </ac:picMkLst>
        </pc:picChg>
        <pc:picChg chg="add mod">
          <ac:chgData name="Min Wang" userId="40c509f2-6e44-41ac-be95-0b697891d3eb" providerId="ADAL" clId="{1E82F5CA-06CB-5569-B40B-7CFA0163A4AB}" dt="2026-08-23T20:23:43.354" v="911" actId="1076"/>
          <ac:picMkLst>
            <pc:docMk/>
            <pc:sldMk cId="3595205882" sldId="317"/>
            <ac:picMk id="6" creationId="{EE3F2A62-9194-3F33-DAAE-72F141BCD987}"/>
          </ac:picMkLst>
        </pc:picChg>
        <pc:inkChg chg="add">
          <ac:chgData name="Min Wang" userId="40c509f2-6e44-41ac-be95-0b697891d3eb" providerId="ADAL" clId="{1E82F5CA-06CB-5569-B40B-7CFA0163A4AB}" dt="2026-08-23T20:24:44.638" v="914" actId="9405"/>
          <ac:inkMkLst>
            <pc:docMk/>
            <pc:sldMk cId="3595205882" sldId="317"/>
            <ac:inkMk id="7" creationId="{273CE893-C492-7853-ADCB-AD1A166D7DB0}"/>
          </ac:inkMkLst>
        </pc:inkChg>
      </pc:sldChg>
      <pc:sldChg chg="addSp delSp modSp add mod modAnim">
        <pc:chgData name="Min Wang" userId="40c509f2-6e44-41ac-be95-0b697891d3eb" providerId="ADAL" clId="{1E82F5CA-06CB-5569-B40B-7CFA0163A4AB}" dt="2026-08-23T20:49:08.835" v="1035"/>
        <pc:sldMkLst>
          <pc:docMk/>
          <pc:sldMk cId="1073559938" sldId="318"/>
        </pc:sldMkLst>
        <pc:spChg chg="add mod">
          <ac:chgData name="Min Wang" userId="40c509f2-6e44-41ac-be95-0b697891d3eb" providerId="ADAL" clId="{1E82F5CA-06CB-5569-B40B-7CFA0163A4AB}" dt="2026-08-23T20:43:00.486" v="918" actId="1076"/>
          <ac:spMkLst>
            <pc:docMk/>
            <pc:sldMk cId="1073559938" sldId="318"/>
            <ac:spMk id="3" creationId="{BE70FA8F-1196-3765-1892-C3F65881CE20}"/>
          </ac:spMkLst>
        </pc:spChg>
        <pc:spChg chg="add">
          <ac:chgData name="Min Wang" userId="40c509f2-6e44-41ac-be95-0b697891d3eb" providerId="ADAL" clId="{1E82F5CA-06CB-5569-B40B-7CFA0163A4AB}" dt="2026-08-23T20:46:50.464" v="995" actId="11529"/>
          <ac:spMkLst>
            <pc:docMk/>
            <pc:sldMk cId="1073559938" sldId="318"/>
            <ac:spMk id="15" creationId="{1BE0A6BF-75A9-6F46-D502-BF33B95A9C09}"/>
          </ac:spMkLst>
        </pc:spChg>
        <pc:spChg chg="add mod">
          <ac:chgData name="Min Wang" userId="40c509f2-6e44-41ac-be95-0b697891d3eb" providerId="ADAL" clId="{1E82F5CA-06CB-5569-B40B-7CFA0163A4AB}" dt="2026-08-23T20:49:04.290" v="1034" actId="255"/>
          <ac:spMkLst>
            <pc:docMk/>
            <pc:sldMk cId="1073559938" sldId="318"/>
            <ac:spMk id="18" creationId="{0EB9A4CD-DAEF-5971-0B51-1901374E1727}"/>
          </ac:spMkLst>
        </pc:spChg>
        <pc:grpChg chg="add mod">
          <ac:chgData name="Min Wang" userId="40c509f2-6e44-41ac-be95-0b697891d3eb" providerId="ADAL" clId="{1E82F5CA-06CB-5569-B40B-7CFA0163A4AB}" dt="2026-08-23T20:46:34.946" v="994" actId="164"/>
          <ac:grpSpMkLst>
            <pc:docMk/>
            <pc:sldMk cId="1073559938" sldId="318"/>
            <ac:grpSpMk id="11" creationId="{312A5645-3461-EB4B-816A-0736F4F2D69E}"/>
          </ac:grpSpMkLst>
        </pc:grpChg>
        <pc:grpChg chg="add mod">
          <ac:chgData name="Min Wang" userId="40c509f2-6e44-41ac-be95-0b697891d3eb" providerId="ADAL" clId="{1E82F5CA-06CB-5569-B40B-7CFA0163A4AB}" dt="2026-08-23T20:46:34.946" v="994" actId="164"/>
          <ac:grpSpMkLst>
            <pc:docMk/>
            <pc:sldMk cId="1073559938" sldId="318"/>
            <ac:grpSpMk id="14" creationId="{FD6F2FF4-2F3F-0030-A85D-F8C5F76842C2}"/>
          </ac:grpSpMkLst>
        </pc:grpChg>
        <pc:picChg chg="add mod">
          <ac:chgData name="Min Wang" userId="40c509f2-6e44-41ac-be95-0b697891d3eb" providerId="ADAL" clId="{1E82F5CA-06CB-5569-B40B-7CFA0163A4AB}" dt="2026-08-23T20:43:46.607" v="924" actId="1076"/>
          <ac:picMkLst>
            <pc:docMk/>
            <pc:sldMk cId="1073559938" sldId="318"/>
            <ac:picMk id="5" creationId="{FB0C50C7-4C0A-BED7-389F-39D7D98523E8}"/>
          </ac:picMkLst>
        </pc:picChg>
        <pc:picChg chg="add mod">
          <ac:chgData name="Min Wang" userId="40c509f2-6e44-41ac-be95-0b697891d3eb" providerId="ADAL" clId="{1E82F5CA-06CB-5569-B40B-7CFA0163A4AB}" dt="2026-08-23T20:45:58.883" v="991" actId="164"/>
          <ac:picMkLst>
            <pc:docMk/>
            <pc:sldMk cId="1073559938" sldId="318"/>
            <ac:picMk id="6" creationId="{C2E5FC99-BE10-3DF9-C36F-99100D6E5532}"/>
          </ac:picMkLst>
        </pc:picChg>
        <pc:picChg chg="add mod">
          <ac:chgData name="Min Wang" userId="40c509f2-6e44-41ac-be95-0b697891d3eb" providerId="ADAL" clId="{1E82F5CA-06CB-5569-B40B-7CFA0163A4AB}" dt="2026-08-23T20:45:58.883" v="991" actId="164"/>
          <ac:picMkLst>
            <pc:docMk/>
            <pc:sldMk cId="1073559938" sldId="318"/>
            <ac:picMk id="7" creationId="{F60B2582-F157-DB7D-0DB5-1EF4354D562A}"/>
          </ac:picMkLst>
        </pc:picChg>
        <pc:picChg chg="add mod">
          <ac:chgData name="Min Wang" userId="40c509f2-6e44-41ac-be95-0b697891d3eb" providerId="ADAL" clId="{1E82F5CA-06CB-5569-B40B-7CFA0163A4AB}" dt="2026-08-23T20:45:58.883" v="991" actId="164"/>
          <ac:picMkLst>
            <pc:docMk/>
            <pc:sldMk cId="1073559938" sldId="318"/>
            <ac:picMk id="8" creationId="{29334228-9303-F9AB-198B-EAB8592A457A}"/>
          </ac:picMkLst>
        </pc:picChg>
        <pc:picChg chg="add mod">
          <ac:chgData name="Min Wang" userId="40c509f2-6e44-41ac-be95-0b697891d3eb" providerId="ADAL" clId="{1E82F5CA-06CB-5569-B40B-7CFA0163A4AB}" dt="2026-08-23T20:45:58.883" v="991" actId="164"/>
          <ac:picMkLst>
            <pc:docMk/>
            <pc:sldMk cId="1073559938" sldId="318"/>
            <ac:picMk id="9" creationId="{748A0800-AC40-1A2E-5F5E-361375F195B9}"/>
          </ac:picMkLst>
        </pc:picChg>
        <pc:picChg chg="add mod">
          <ac:chgData name="Min Wang" userId="40c509f2-6e44-41ac-be95-0b697891d3eb" providerId="ADAL" clId="{1E82F5CA-06CB-5569-B40B-7CFA0163A4AB}" dt="2026-08-23T20:45:58.883" v="991" actId="164"/>
          <ac:picMkLst>
            <pc:docMk/>
            <pc:sldMk cId="1073559938" sldId="318"/>
            <ac:picMk id="10" creationId="{44EBC0D3-018B-09AB-CE3F-898A8596AB33}"/>
          </ac:picMkLst>
        </pc:picChg>
        <pc:inkChg chg="add mod">
          <ac:chgData name="Min Wang" userId="40c509f2-6e44-41ac-be95-0b697891d3eb" providerId="ADAL" clId="{1E82F5CA-06CB-5569-B40B-7CFA0163A4AB}" dt="2026-08-23T20:46:34.946" v="994" actId="164"/>
          <ac:inkMkLst>
            <pc:docMk/>
            <pc:sldMk cId="1073559938" sldId="318"/>
            <ac:inkMk id="12" creationId="{E9A6AB0A-E8A8-30C6-42A1-689114108D1A}"/>
          </ac:inkMkLst>
        </pc:inkChg>
        <pc:inkChg chg="add mod">
          <ac:chgData name="Min Wang" userId="40c509f2-6e44-41ac-be95-0b697891d3eb" providerId="ADAL" clId="{1E82F5CA-06CB-5569-B40B-7CFA0163A4AB}" dt="2026-08-23T20:46:34.946" v="994" actId="164"/>
          <ac:inkMkLst>
            <pc:docMk/>
            <pc:sldMk cId="1073559938" sldId="318"/>
            <ac:inkMk id="13" creationId="{C1BD0A92-71EE-F139-B0CB-A8BBFD4A82FE}"/>
          </ac:inkMkLst>
        </pc:inkChg>
      </pc:sldChg>
      <pc:sldChg chg="addSp modSp add mod modAnim">
        <pc:chgData name="Min Wang" userId="40c509f2-6e44-41ac-be95-0b697891d3eb" providerId="ADAL" clId="{1E82F5CA-06CB-5569-B40B-7CFA0163A4AB}" dt="2026-08-23T20:50:21.380" v="1044"/>
        <pc:sldMkLst>
          <pc:docMk/>
          <pc:sldMk cId="1219657220" sldId="319"/>
        </pc:sldMkLst>
        <pc:picChg chg="add mod">
          <ac:chgData name="Min Wang" userId="40c509f2-6e44-41ac-be95-0b697891d3eb" providerId="ADAL" clId="{1E82F5CA-06CB-5569-B40B-7CFA0163A4AB}" dt="2026-08-23T20:49:29.391" v="1037" actId="1076"/>
          <ac:picMkLst>
            <pc:docMk/>
            <pc:sldMk cId="1219657220" sldId="319"/>
            <ac:picMk id="2" creationId="{5D3E1101-C874-E7F1-7891-42BB200AE14F}"/>
          </ac:picMkLst>
        </pc:picChg>
        <pc:picChg chg="add mod">
          <ac:chgData name="Min Wang" userId="40c509f2-6e44-41ac-be95-0b697891d3eb" providerId="ADAL" clId="{1E82F5CA-06CB-5569-B40B-7CFA0163A4AB}" dt="2026-08-23T20:49:39.309" v="1039" actId="1076"/>
          <ac:picMkLst>
            <pc:docMk/>
            <pc:sldMk cId="1219657220" sldId="319"/>
            <ac:picMk id="3" creationId="{18343697-5B59-6387-04A5-82C4BEA3D9C1}"/>
          </ac:picMkLst>
        </pc:picChg>
        <pc:picChg chg="add mod">
          <ac:chgData name="Min Wang" userId="40c509f2-6e44-41ac-be95-0b697891d3eb" providerId="ADAL" clId="{1E82F5CA-06CB-5569-B40B-7CFA0163A4AB}" dt="2026-08-23T20:50:17.909" v="1043" actId="1076"/>
          <ac:picMkLst>
            <pc:docMk/>
            <pc:sldMk cId="1219657220" sldId="319"/>
            <ac:picMk id="6" creationId="{4BB495F2-6EDA-4A0F-FF13-31911790383F}"/>
          </ac:picMkLst>
        </pc:picChg>
        <pc:inkChg chg="add">
          <ac:chgData name="Min Wang" userId="40c509f2-6e44-41ac-be95-0b697891d3eb" providerId="ADAL" clId="{1E82F5CA-06CB-5569-B40B-7CFA0163A4AB}" dt="2026-08-23T20:49:54.201" v="1040" actId="9405"/>
          <ac:inkMkLst>
            <pc:docMk/>
            <pc:sldMk cId="1219657220" sldId="319"/>
            <ac:inkMk id="4" creationId="{0FBB6875-A73B-2587-FC21-B0255579D981}"/>
          </ac:inkMkLst>
        </pc:inkChg>
        <pc:inkChg chg="add">
          <ac:chgData name="Min Wang" userId="40c509f2-6e44-41ac-be95-0b697891d3eb" providerId="ADAL" clId="{1E82F5CA-06CB-5569-B40B-7CFA0163A4AB}" dt="2026-08-23T20:50:00.109" v="1041" actId="9405"/>
          <ac:inkMkLst>
            <pc:docMk/>
            <pc:sldMk cId="1219657220" sldId="319"/>
            <ac:inkMk id="5" creationId="{42307B0C-1960-3457-4A34-DFEE428BFAB7}"/>
          </ac:inkMkLst>
        </pc:inkChg>
      </pc:sldChg>
      <pc:sldChg chg="addSp modSp add mod modAnim">
        <pc:chgData name="Min Wang" userId="40c509f2-6e44-41ac-be95-0b697891d3eb" providerId="ADAL" clId="{1E82F5CA-06CB-5569-B40B-7CFA0163A4AB}" dt="2026-08-23T20:53:32.784" v="1095"/>
        <pc:sldMkLst>
          <pc:docMk/>
          <pc:sldMk cId="1004969257" sldId="320"/>
        </pc:sldMkLst>
        <pc:spChg chg="add mod">
          <ac:chgData name="Min Wang" userId="40c509f2-6e44-41ac-be95-0b697891d3eb" providerId="ADAL" clId="{1E82F5CA-06CB-5569-B40B-7CFA0163A4AB}" dt="2026-08-23T20:51:58.837" v="1057" actId="123"/>
          <ac:spMkLst>
            <pc:docMk/>
            <pc:sldMk cId="1004969257" sldId="320"/>
            <ac:spMk id="4" creationId="{E63820BC-73DD-2C58-1132-33327F44EEAC}"/>
          </ac:spMkLst>
        </pc:spChg>
        <pc:spChg chg="add mod">
          <ac:chgData name="Min Wang" userId="40c509f2-6e44-41ac-be95-0b697891d3eb" providerId="ADAL" clId="{1E82F5CA-06CB-5569-B40B-7CFA0163A4AB}" dt="2026-08-23T20:53:30.939" v="1094" actId="1076"/>
          <ac:spMkLst>
            <pc:docMk/>
            <pc:sldMk cId="1004969257" sldId="320"/>
            <ac:spMk id="8" creationId="{EFF1F070-71B5-789B-F373-4F8F38943597}"/>
          </ac:spMkLst>
        </pc:spChg>
        <pc:picChg chg="add mod">
          <ac:chgData name="Min Wang" userId="40c509f2-6e44-41ac-be95-0b697891d3eb" providerId="ADAL" clId="{1E82F5CA-06CB-5569-B40B-7CFA0163A4AB}" dt="2026-08-23T20:51:14.934" v="1046" actId="1076"/>
          <ac:picMkLst>
            <pc:docMk/>
            <pc:sldMk cId="1004969257" sldId="320"/>
            <ac:picMk id="2" creationId="{0063C3AC-15B9-71DB-06CB-FEDEB6566DD1}"/>
          </ac:picMkLst>
        </pc:picChg>
        <pc:picChg chg="add mod">
          <ac:chgData name="Min Wang" userId="40c509f2-6e44-41ac-be95-0b697891d3eb" providerId="ADAL" clId="{1E82F5CA-06CB-5569-B40B-7CFA0163A4AB}" dt="2026-08-23T20:52:11.668" v="1059" actId="1076"/>
          <ac:picMkLst>
            <pc:docMk/>
            <pc:sldMk cId="1004969257" sldId="320"/>
            <ac:picMk id="5" creationId="{EDA59475-2A79-32D7-D23D-80757E677591}"/>
          </ac:picMkLst>
        </pc:picChg>
        <pc:picChg chg="add mod">
          <ac:chgData name="Min Wang" userId="40c509f2-6e44-41ac-be95-0b697891d3eb" providerId="ADAL" clId="{1E82F5CA-06CB-5569-B40B-7CFA0163A4AB}" dt="2026-08-23T20:52:33.621" v="1063" actId="1076"/>
          <ac:picMkLst>
            <pc:docMk/>
            <pc:sldMk cId="1004969257" sldId="320"/>
            <ac:picMk id="6" creationId="{29116941-4ECD-45E8-63F0-3CBDF7FA211B}"/>
          </ac:picMkLst>
        </pc:picChg>
        <pc:picChg chg="add mod">
          <ac:chgData name="Min Wang" userId="40c509f2-6e44-41ac-be95-0b697891d3eb" providerId="ADAL" clId="{1E82F5CA-06CB-5569-B40B-7CFA0163A4AB}" dt="2026-08-23T20:52:53.896" v="1065" actId="1076"/>
          <ac:picMkLst>
            <pc:docMk/>
            <pc:sldMk cId="1004969257" sldId="320"/>
            <ac:picMk id="7" creationId="{6F06CF3F-275D-A093-1BA4-5F136C0E091C}"/>
          </ac:picMkLst>
        </pc:picChg>
      </pc:sldChg>
      <pc:sldChg chg="addSp modSp add mod">
        <pc:chgData name="Min Wang" userId="40c509f2-6e44-41ac-be95-0b697891d3eb" providerId="ADAL" clId="{1E82F5CA-06CB-5569-B40B-7CFA0163A4AB}" dt="2026-08-23T20:54:58.027" v="1102" actId="1076"/>
        <pc:sldMkLst>
          <pc:docMk/>
          <pc:sldMk cId="2354844511" sldId="321"/>
        </pc:sldMkLst>
        <pc:spChg chg="add mod">
          <ac:chgData name="Min Wang" userId="40c509f2-6e44-41ac-be95-0b697891d3eb" providerId="ADAL" clId="{1E82F5CA-06CB-5569-B40B-7CFA0163A4AB}" dt="2026-08-23T20:54:41.543" v="1098" actId="1076"/>
          <ac:spMkLst>
            <pc:docMk/>
            <pc:sldMk cId="2354844511" sldId="321"/>
            <ac:spMk id="3" creationId="{9DE55CF4-3ADA-40A3-908C-8B12D0D4B8DA}"/>
          </ac:spMkLst>
        </pc:spChg>
        <pc:picChg chg="add mod">
          <ac:chgData name="Min Wang" userId="40c509f2-6e44-41ac-be95-0b697891d3eb" providerId="ADAL" clId="{1E82F5CA-06CB-5569-B40B-7CFA0163A4AB}" dt="2026-08-23T20:54:58.027" v="1102" actId="1076"/>
          <ac:picMkLst>
            <pc:docMk/>
            <pc:sldMk cId="2354844511" sldId="321"/>
            <ac:picMk id="4" creationId="{18785468-F541-67F1-17FD-FFFB027A53A3}"/>
          </ac:picMkLst>
        </pc:picChg>
      </pc:sldChg>
      <pc:sldChg chg="addSp modSp add mod ord">
        <pc:chgData name="Min Wang" userId="40c509f2-6e44-41ac-be95-0b697891d3eb" providerId="ADAL" clId="{1E82F5CA-06CB-5569-B40B-7CFA0163A4AB}" dt="2026-08-23T20:58:33.504" v="1117" actId="20578"/>
        <pc:sldMkLst>
          <pc:docMk/>
          <pc:sldMk cId="3790483184" sldId="322"/>
        </pc:sldMkLst>
        <pc:picChg chg="add mod">
          <ac:chgData name="Min Wang" userId="40c509f2-6e44-41ac-be95-0b697891d3eb" providerId="ADAL" clId="{1E82F5CA-06CB-5569-B40B-7CFA0163A4AB}" dt="2026-08-23T20:56:45.432" v="1105" actId="14100"/>
          <ac:picMkLst>
            <pc:docMk/>
            <pc:sldMk cId="3790483184" sldId="322"/>
            <ac:picMk id="2" creationId="{134878FC-66CD-E828-610C-C2312DBED987}"/>
          </ac:picMkLst>
        </pc:picChg>
        <pc:picChg chg="add mod">
          <ac:chgData name="Min Wang" userId="40c509f2-6e44-41ac-be95-0b697891d3eb" providerId="ADAL" clId="{1E82F5CA-06CB-5569-B40B-7CFA0163A4AB}" dt="2026-08-23T20:57:34.414" v="1111" actId="1076"/>
          <ac:picMkLst>
            <pc:docMk/>
            <pc:sldMk cId="3790483184" sldId="322"/>
            <ac:picMk id="3" creationId="{DCF161C9-3259-2712-637A-F7B2E347E533}"/>
          </ac:picMkLst>
        </pc:picChg>
        <pc:picChg chg="add mod">
          <ac:chgData name="Min Wang" userId="40c509f2-6e44-41ac-be95-0b697891d3eb" providerId="ADAL" clId="{1E82F5CA-06CB-5569-B40B-7CFA0163A4AB}" dt="2026-08-23T20:57:37.373" v="1112" actId="1076"/>
          <ac:picMkLst>
            <pc:docMk/>
            <pc:sldMk cId="3790483184" sldId="322"/>
            <ac:picMk id="4" creationId="{28794A15-B241-9083-21AA-9FD50A4F4466}"/>
          </ac:picMkLst>
        </pc:picChg>
        <pc:picChg chg="add mod">
          <ac:chgData name="Min Wang" userId="40c509f2-6e44-41ac-be95-0b697891d3eb" providerId="ADAL" clId="{1E82F5CA-06CB-5569-B40B-7CFA0163A4AB}" dt="2026-08-23T20:57:52.998" v="1114" actId="1076"/>
          <ac:picMkLst>
            <pc:docMk/>
            <pc:sldMk cId="3790483184" sldId="322"/>
            <ac:picMk id="5" creationId="{1906FF09-9A03-E39F-5650-0B31B90AF4DB}"/>
          </ac:picMkLst>
        </pc:picChg>
        <pc:inkChg chg="add">
          <ac:chgData name="Min Wang" userId="40c509f2-6e44-41ac-be95-0b697891d3eb" providerId="ADAL" clId="{1E82F5CA-06CB-5569-B40B-7CFA0163A4AB}" dt="2026-08-23T20:58:00.711" v="1115" actId="9405"/>
          <ac:inkMkLst>
            <pc:docMk/>
            <pc:sldMk cId="3790483184" sldId="322"/>
            <ac:inkMk id="6" creationId="{FD369918-9675-6B5C-810A-5CD6F3048A0D}"/>
          </ac:inkMkLst>
        </pc:inkChg>
        <pc:inkChg chg="add">
          <ac:chgData name="Min Wang" userId="40c509f2-6e44-41ac-be95-0b697891d3eb" providerId="ADAL" clId="{1E82F5CA-06CB-5569-B40B-7CFA0163A4AB}" dt="2026-08-23T20:58:03.352" v="1116" actId="9405"/>
          <ac:inkMkLst>
            <pc:docMk/>
            <pc:sldMk cId="3790483184" sldId="322"/>
            <ac:inkMk id="7" creationId="{B248DF11-6A01-2F26-E436-F6AD9D7A6307}"/>
          </ac:inkMkLst>
        </pc:inkChg>
      </pc:sldChg>
      <pc:sldChg chg="addSp modSp add mod modAnim">
        <pc:chgData name="Min Wang" userId="40c509f2-6e44-41ac-be95-0b697891d3eb" providerId="ADAL" clId="{1E82F5CA-06CB-5569-B40B-7CFA0163A4AB}" dt="2026-08-31T13:54:59.403" v="1130"/>
        <pc:sldMkLst>
          <pc:docMk/>
          <pc:sldMk cId="2515535923" sldId="323"/>
        </pc:sldMkLst>
        <pc:picChg chg="add mod">
          <ac:chgData name="Min Wang" userId="40c509f2-6e44-41ac-be95-0b697891d3eb" providerId="ADAL" clId="{1E82F5CA-06CB-5569-B40B-7CFA0163A4AB}" dt="2026-08-31T13:53:31.954" v="1120" actId="1076"/>
          <ac:picMkLst>
            <pc:docMk/>
            <pc:sldMk cId="2515535923" sldId="323"/>
            <ac:picMk id="2" creationId="{DB0697C4-632C-71A4-9F1D-81DCEB29EB70}"/>
          </ac:picMkLst>
        </pc:picChg>
        <pc:picChg chg="add mod">
          <ac:chgData name="Min Wang" userId="40c509f2-6e44-41ac-be95-0b697891d3eb" providerId="ADAL" clId="{1E82F5CA-06CB-5569-B40B-7CFA0163A4AB}" dt="2026-08-31T13:54:39.237" v="1126" actId="1076"/>
          <ac:picMkLst>
            <pc:docMk/>
            <pc:sldMk cId="2515535923" sldId="323"/>
            <ac:picMk id="3" creationId="{504E4693-BF72-EEC2-79FC-11D019A4D451}"/>
          </ac:picMkLst>
        </pc:picChg>
        <pc:picChg chg="add mod">
          <ac:chgData name="Min Wang" userId="40c509f2-6e44-41ac-be95-0b697891d3eb" providerId="ADAL" clId="{1E82F5CA-06CB-5569-B40B-7CFA0163A4AB}" dt="2026-08-31T13:54:41.682" v="1127" actId="1076"/>
          <ac:picMkLst>
            <pc:docMk/>
            <pc:sldMk cId="2515535923" sldId="323"/>
            <ac:picMk id="6" creationId="{9CE47F77-7CE0-DDC6-8660-B3C125F73E21}"/>
          </ac:picMkLst>
        </pc:picChg>
        <pc:picChg chg="add mod">
          <ac:chgData name="Min Wang" userId="40c509f2-6e44-41ac-be95-0b697891d3eb" providerId="ADAL" clId="{1E82F5CA-06CB-5569-B40B-7CFA0163A4AB}" dt="2026-08-31T13:54:52.805" v="1129" actId="1076"/>
          <ac:picMkLst>
            <pc:docMk/>
            <pc:sldMk cId="2515535923" sldId="323"/>
            <ac:picMk id="7" creationId="{7218401E-BCF4-3436-2065-F9FB12F8C1B2}"/>
          </ac:picMkLst>
        </pc:picChg>
        <pc:inkChg chg="add">
          <ac:chgData name="Min Wang" userId="40c509f2-6e44-41ac-be95-0b697891d3eb" providerId="ADAL" clId="{1E82F5CA-06CB-5569-B40B-7CFA0163A4AB}" dt="2026-08-31T13:53:59.503" v="1122" actId="9405"/>
          <ac:inkMkLst>
            <pc:docMk/>
            <pc:sldMk cId="2515535923" sldId="323"/>
            <ac:inkMk id="4" creationId="{CAC5BD8B-10EA-FC12-4149-B69109E686D3}"/>
          </ac:inkMkLst>
        </pc:inkChg>
        <pc:inkChg chg="add">
          <ac:chgData name="Min Wang" userId="40c509f2-6e44-41ac-be95-0b697891d3eb" providerId="ADAL" clId="{1E82F5CA-06CB-5569-B40B-7CFA0163A4AB}" dt="2026-08-31T13:54:09.395" v="1123" actId="9405"/>
          <ac:inkMkLst>
            <pc:docMk/>
            <pc:sldMk cId="2515535923" sldId="323"/>
            <ac:inkMk id="5" creationId="{FBC259CB-FD03-552E-B903-2E704E1D37CF}"/>
          </ac:inkMkLst>
        </pc:inkChg>
      </pc:sldChg>
      <pc:sldChg chg="addSp modSp add mod modAnim">
        <pc:chgData name="Min Wang" userId="40c509f2-6e44-41ac-be95-0b697891d3eb" providerId="ADAL" clId="{1E82F5CA-06CB-5569-B40B-7CFA0163A4AB}" dt="2026-08-31T13:59:24.864" v="1158"/>
        <pc:sldMkLst>
          <pc:docMk/>
          <pc:sldMk cId="546914569" sldId="324"/>
        </pc:sldMkLst>
        <pc:spChg chg="add mod">
          <ac:chgData name="Min Wang" userId="40c509f2-6e44-41ac-be95-0b697891d3eb" providerId="ADAL" clId="{1E82F5CA-06CB-5569-B40B-7CFA0163A4AB}" dt="2026-08-31T13:56:08.670" v="1138" actId="1076"/>
          <ac:spMkLst>
            <pc:docMk/>
            <pc:sldMk cId="546914569" sldId="324"/>
            <ac:spMk id="4" creationId="{46D149C2-CFA4-FD11-255E-AF5FD8DBC5F4}"/>
          </ac:spMkLst>
        </pc:spChg>
        <pc:spChg chg="add mod">
          <ac:chgData name="Min Wang" userId="40c509f2-6e44-41ac-be95-0b697891d3eb" providerId="ADAL" clId="{1E82F5CA-06CB-5569-B40B-7CFA0163A4AB}" dt="2026-08-31T13:57:13.901" v="1147" actId="14100"/>
          <ac:spMkLst>
            <pc:docMk/>
            <pc:sldMk cId="546914569" sldId="324"/>
            <ac:spMk id="6" creationId="{827D1659-32C3-4EFE-34E3-90FBB990A481}"/>
          </ac:spMkLst>
        </pc:spChg>
        <pc:spChg chg="add mod">
          <ac:chgData name="Min Wang" userId="40c509f2-6e44-41ac-be95-0b697891d3eb" providerId="ADAL" clId="{1E82F5CA-06CB-5569-B40B-7CFA0163A4AB}" dt="2026-08-31T13:57:38.857" v="1152" actId="1076"/>
          <ac:spMkLst>
            <pc:docMk/>
            <pc:sldMk cId="546914569" sldId="324"/>
            <ac:spMk id="8" creationId="{006D92D9-666A-247F-1BF8-615DC49D485F}"/>
          </ac:spMkLst>
        </pc:spChg>
        <pc:picChg chg="add mod">
          <ac:chgData name="Min Wang" userId="40c509f2-6e44-41ac-be95-0b697891d3eb" providerId="ADAL" clId="{1E82F5CA-06CB-5569-B40B-7CFA0163A4AB}" dt="2026-08-31T13:55:42.057" v="1133" actId="1076"/>
          <ac:picMkLst>
            <pc:docMk/>
            <pc:sldMk cId="546914569" sldId="324"/>
            <ac:picMk id="2" creationId="{9101CFC5-FC99-DBE6-E3FD-8D6A443C9EC4}"/>
          </ac:picMkLst>
        </pc:picChg>
        <pc:picChg chg="add mod">
          <ac:chgData name="Min Wang" userId="40c509f2-6e44-41ac-be95-0b697891d3eb" providerId="ADAL" clId="{1E82F5CA-06CB-5569-B40B-7CFA0163A4AB}" dt="2026-08-31T13:57:25.086" v="1149" actId="1076"/>
          <ac:picMkLst>
            <pc:docMk/>
            <pc:sldMk cId="546914569" sldId="324"/>
            <ac:picMk id="7" creationId="{B2CE5FF8-BA13-026F-8BE3-7ABDE84123DD}"/>
          </ac:picMkLst>
        </pc:picChg>
        <pc:picChg chg="add mod">
          <ac:chgData name="Min Wang" userId="40c509f2-6e44-41ac-be95-0b697891d3eb" providerId="ADAL" clId="{1E82F5CA-06CB-5569-B40B-7CFA0163A4AB}" dt="2026-08-31T13:59:12.818" v="1157" actId="1076"/>
          <ac:picMkLst>
            <pc:docMk/>
            <pc:sldMk cId="546914569" sldId="324"/>
            <ac:picMk id="12" creationId="{CDF7BBA2-7957-F7D9-502E-11AC21A4A134}"/>
          </ac:picMkLst>
        </pc:picChg>
        <pc:inkChg chg="add">
          <ac:chgData name="Min Wang" userId="40c509f2-6e44-41ac-be95-0b697891d3eb" providerId="ADAL" clId="{1E82F5CA-06CB-5569-B40B-7CFA0163A4AB}" dt="2026-08-31T13:57:47.016" v="1153" actId="9405"/>
          <ac:inkMkLst>
            <pc:docMk/>
            <pc:sldMk cId="546914569" sldId="324"/>
            <ac:inkMk id="9" creationId="{28FD6061-4938-8EF5-3571-63DB60BB3617}"/>
          </ac:inkMkLst>
        </pc:inkChg>
        <pc:inkChg chg="add">
          <ac:chgData name="Min Wang" userId="40c509f2-6e44-41ac-be95-0b697891d3eb" providerId="ADAL" clId="{1E82F5CA-06CB-5569-B40B-7CFA0163A4AB}" dt="2026-08-31T13:57:47.205" v="1154" actId="9405"/>
          <ac:inkMkLst>
            <pc:docMk/>
            <pc:sldMk cId="546914569" sldId="324"/>
            <ac:inkMk id="10" creationId="{50586F32-71C9-5A7C-74D7-8ABE155A1DCB}"/>
          </ac:inkMkLst>
        </pc:inkChg>
        <pc:inkChg chg="add">
          <ac:chgData name="Min Wang" userId="40c509f2-6e44-41ac-be95-0b697891d3eb" providerId="ADAL" clId="{1E82F5CA-06CB-5569-B40B-7CFA0163A4AB}" dt="2026-08-31T13:57:48.065" v="1155" actId="9405"/>
          <ac:inkMkLst>
            <pc:docMk/>
            <pc:sldMk cId="546914569" sldId="324"/>
            <ac:inkMk id="11" creationId="{023BA775-EB40-CD85-2849-AD1D55C525B6}"/>
          </ac:inkMkLst>
        </pc:inkChg>
      </pc:sldChg>
      <pc:sldChg chg="addSp modSp add mod">
        <pc:chgData name="Min Wang" userId="40c509f2-6e44-41ac-be95-0b697891d3eb" providerId="ADAL" clId="{1E82F5CA-06CB-5569-B40B-7CFA0163A4AB}" dt="2026-08-31T14:05:46.432" v="1162" actId="1076"/>
        <pc:sldMkLst>
          <pc:docMk/>
          <pc:sldMk cId="1670624368" sldId="325"/>
        </pc:sldMkLst>
        <pc:picChg chg="add mod">
          <ac:chgData name="Min Wang" userId="40c509f2-6e44-41ac-be95-0b697891d3eb" providerId="ADAL" clId="{1E82F5CA-06CB-5569-B40B-7CFA0163A4AB}" dt="2026-08-31T14:05:32.898" v="1160" actId="1076"/>
          <ac:picMkLst>
            <pc:docMk/>
            <pc:sldMk cId="1670624368" sldId="325"/>
            <ac:picMk id="2" creationId="{DA0F54EF-228F-08B8-C1DA-5D363B54847D}"/>
          </ac:picMkLst>
        </pc:picChg>
        <pc:picChg chg="add mod">
          <ac:chgData name="Min Wang" userId="40c509f2-6e44-41ac-be95-0b697891d3eb" providerId="ADAL" clId="{1E82F5CA-06CB-5569-B40B-7CFA0163A4AB}" dt="2026-08-31T14:05:46.432" v="1162" actId="1076"/>
          <ac:picMkLst>
            <pc:docMk/>
            <pc:sldMk cId="1670624368" sldId="325"/>
            <ac:picMk id="3" creationId="{55A3E059-37FC-C6B8-F6DF-83495354077E}"/>
          </ac:picMkLst>
        </pc:picChg>
      </pc:sldChg>
      <pc:sldChg chg="addSp modSp add mod">
        <pc:chgData name="Min Wang" userId="40c509f2-6e44-41ac-be95-0b697891d3eb" providerId="ADAL" clId="{1E82F5CA-06CB-5569-B40B-7CFA0163A4AB}" dt="2026-08-31T14:06:29.236" v="1165" actId="14100"/>
        <pc:sldMkLst>
          <pc:docMk/>
          <pc:sldMk cId="988826137" sldId="326"/>
        </pc:sldMkLst>
        <pc:picChg chg="add mod">
          <ac:chgData name="Min Wang" userId="40c509f2-6e44-41ac-be95-0b697891d3eb" providerId="ADAL" clId="{1E82F5CA-06CB-5569-B40B-7CFA0163A4AB}" dt="2026-08-31T14:06:29.236" v="1165" actId="14100"/>
          <ac:picMkLst>
            <pc:docMk/>
            <pc:sldMk cId="988826137" sldId="326"/>
            <ac:picMk id="2" creationId="{5F699314-C340-C98D-1A63-5E4EC833C135}"/>
          </ac:picMkLst>
        </pc:picChg>
      </pc:sldChg>
      <pc:sldChg chg="addSp modSp add mod modAnim">
        <pc:chgData name="Min Wang" userId="40c509f2-6e44-41ac-be95-0b697891d3eb" providerId="ADAL" clId="{1E82F5CA-06CB-5569-B40B-7CFA0163A4AB}" dt="2026-08-31T14:09:16.556" v="1190" actId="1076"/>
        <pc:sldMkLst>
          <pc:docMk/>
          <pc:sldMk cId="3661159635" sldId="327"/>
        </pc:sldMkLst>
        <pc:spChg chg="add mod">
          <ac:chgData name="Min Wang" userId="40c509f2-6e44-41ac-be95-0b697891d3eb" providerId="ADAL" clId="{1E82F5CA-06CB-5569-B40B-7CFA0163A4AB}" dt="2026-08-31T14:08:50.431" v="1185" actId="1076"/>
          <ac:spMkLst>
            <pc:docMk/>
            <pc:sldMk cId="3661159635" sldId="327"/>
            <ac:spMk id="6" creationId="{4842F351-EB93-4274-1359-E29D5895B380}"/>
          </ac:spMkLst>
        </pc:spChg>
        <pc:picChg chg="add mod">
          <ac:chgData name="Min Wang" userId="40c509f2-6e44-41ac-be95-0b697891d3eb" providerId="ADAL" clId="{1E82F5CA-06CB-5569-B40B-7CFA0163A4AB}" dt="2026-08-31T14:08:54.854" v="1186" actId="1076"/>
          <ac:picMkLst>
            <pc:docMk/>
            <pc:sldMk cId="3661159635" sldId="327"/>
            <ac:picMk id="2" creationId="{EB088514-95EA-4CE5-1A4B-D8A0C434A0EC}"/>
          </ac:picMkLst>
        </pc:picChg>
        <pc:picChg chg="add mod">
          <ac:chgData name="Min Wang" userId="40c509f2-6e44-41ac-be95-0b697891d3eb" providerId="ADAL" clId="{1E82F5CA-06CB-5569-B40B-7CFA0163A4AB}" dt="2026-08-31T14:08:58.186" v="1187" actId="1076"/>
          <ac:picMkLst>
            <pc:docMk/>
            <pc:sldMk cId="3661159635" sldId="327"/>
            <ac:picMk id="3" creationId="{C582ACA9-BC76-1193-71B4-09FDBD2C339D}"/>
          </ac:picMkLst>
        </pc:picChg>
        <pc:picChg chg="add mod">
          <ac:chgData name="Min Wang" userId="40c509f2-6e44-41ac-be95-0b697891d3eb" providerId="ADAL" clId="{1E82F5CA-06CB-5569-B40B-7CFA0163A4AB}" dt="2026-08-31T14:09:01.859" v="1188" actId="1076"/>
          <ac:picMkLst>
            <pc:docMk/>
            <pc:sldMk cId="3661159635" sldId="327"/>
            <ac:picMk id="4" creationId="{54ABFEC7-3DC9-0BCA-557C-E5ED408609D4}"/>
          </ac:picMkLst>
        </pc:picChg>
        <pc:picChg chg="add mod">
          <ac:chgData name="Min Wang" userId="40c509f2-6e44-41ac-be95-0b697891d3eb" providerId="ADAL" clId="{1E82F5CA-06CB-5569-B40B-7CFA0163A4AB}" dt="2026-08-31T14:09:16.556" v="1190" actId="1076"/>
          <ac:picMkLst>
            <pc:docMk/>
            <pc:sldMk cId="3661159635" sldId="327"/>
            <ac:picMk id="5" creationId="{6E9468EA-D7E7-1FFC-B478-CBF23116758E}"/>
          </ac:picMkLst>
        </pc:picChg>
      </pc:sldChg>
      <pc:sldChg chg="addSp modSp add mod">
        <pc:chgData name="Min Wang" userId="40c509f2-6e44-41ac-be95-0b697891d3eb" providerId="ADAL" clId="{1E82F5CA-06CB-5569-B40B-7CFA0163A4AB}" dt="2026-08-31T14:10:40.468" v="1194" actId="14100"/>
        <pc:sldMkLst>
          <pc:docMk/>
          <pc:sldMk cId="1534147969" sldId="328"/>
        </pc:sldMkLst>
        <pc:picChg chg="add mod">
          <ac:chgData name="Min Wang" userId="40c509f2-6e44-41ac-be95-0b697891d3eb" providerId="ADAL" clId="{1E82F5CA-06CB-5569-B40B-7CFA0163A4AB}" dt="2026-08-31T14:10:40.468" v="1194" actId="14100"/>
          <ac:picMkLst>
            <pc:docMk/>
            <pc:sldMk cId="1534147969" sldId="328"/>
            <ac:picMk id="2" creationId="{80BE59ED-AFEB-6BA2-6D2A-9EC0C07A9C24}"/>
          </ac:picMkLst>
        </pc:picChg>
      </pc:sldChg>
      <pc:sldChg chg="addSp modSp add mod">
        <pc:chgData name="Min Wang" userId="40c509f2-6e44-41ac-be95-0b697891d3eb" providerId="ADAL" clId="{1E82F5CA-06CB-5569-B40B-7CFA0163A4AB}" dt="2026-08-31T14:15:24.797" v="1206" actId="9405"/>
        <pc:sldMkLst>
          <pc:docMk/>
          <pc:sldMk cId="2756325201" sldId="329"/>
        </pc:sldMkLst>
        <pc:picChg chg="add mod">
          <ac:chgData name="Min Wang" userId="40c509f2-6e44-41ac-be95-0b697891d3eb" providerId="ADAL" clId="{1E82F5CA-06CB-5569-B40B-7CFA0163A4AB}" dt="2026-08-31T14:13:44.327" v="1197" actId="14100"/>
          <ac:picMkLst>
            <pc:docMk/>
            <pc:sldMk cId="2756325201" sldId="329"/>
            <ac:picMk id="2" creationId="{996CE0C0-2BFE-5ACF-4EFD-4885CC968AE6}"/>
          </ac:picMkLst>
        </pc:picChg>
        <pc:picChg chg="add mod">
          <ac:chgData name="Min Wang" userId="40c509f2-6e44-41ac-be95-0b697891d3eb" providerId="ADAL" clId="{1E82F5CA-06CB-5569-B40B-7CFA0163A4AB}" dt="2026-08-31T14:13:59.260" v="1200" actId="14100"/>
          <ac:picMkLst>
            <pc:docMk/>
            <pc:sldMk cId="2756325201" sldId="329"/>
            <ac:picMk id="3" creationId="{8BEFD6F8-C568-F368-D729-2FB1D31E9402}"/>
          </ac:picMkLst>
        </pc:picChg>
        <pc:inkChg chg="add">
          <ac:chgData name="Min Wang" userId="40c509f2-6e44-41ac-be95-0b697891d3eb" providerId="ADAL" clId="{1E82F5CA-06CB-5569-B40B-7CFA0163A4AB}" dt="2026-08-31T14:15:24.797" v="1206" actId="9405"/>
          <ac:inkMkLst>
            <pc:docMk/>
            <pc:sldMk cId="2756325201" sldId="329"/>
            <ac:inkMk id="4" creationId="{0BB97E03-938A-404C-9A28-F1021779A62B}"/>
          </ac:inkMkLst>
        </pc:inkChg>
      </pc:sldChg>
      <pc:sldChg chg="addSp modSp add mod">
        <pc:chgData name="Min Wang" userId="40c509f2-6e44-41ac-be95-0b697891d3eb" providerId="ADAL" clId="{1E82F5CA-06CB-5569-B40B-7CFA0163A4AB}" dt="2026-08-31T14:15:19.125" v="1205" actId="9405"/>
        <pc:sldMkLst>
          <pc:docMk/>
          <pc:sldMk cId="2070885701" sldId="330"/>
        </pc:sldMkLst>
        <pc:picChg chg="add mod">
          <ac:chgData name="Min Wang" userId="40c509f2-6e44-41ac-be95-0b697891d3eb" providerId="ADAL" clId="{1E82F5CA-06CB-5569-B40B-7CFA0163A4AB}" dt="2026-08-31T14:15:08.519" v="1204" actId="1076"/>
          <ac:picMkLst>
            <pc:docMk/>
            <pc:sldMk cId="2070885701" sldId="330"/>
            <ac:picMk id="2" creationId="{CD805F50-052A-8A9F-50B6-FE3369C52FE5}"/>
          </ac:picMkLst>
        </pc:picChg>
        <pc:inkChg chg="add">
          <ac:chgData name="Min Wang" userId="40c509f2-6e44-41ac-be95-0b697891d3eb" providerId="ADAL" clId="{1E82F5CA-06CB-5569-B40B-7CFA0163A4AB}" dt="2026-08-31T14:15:19.125" v="1205" actId="9405"/>
          <ac:inkMkLst>
            <pc:docMk/>
            <pc:sldMk cId="2070885701" sldId="330"/>
            <ac:inkMk id="3" creationId="{2DFA978A-F873-F2AC-83C3-918EC28CD387}"/>
          </ac:inkMkLst>
        </pc:inkChg>
      </pc:sldChg>
      <pc:sldChg chg="addSp modSp add mod modAnim">
        <pc:chgData name="Min Wang" userId="40c509f2-6e44-41ac-be95-0b697891d3eb" providerId="ADAL" clId="{1E82F5CA-06CB-5569-B40B-7CFA0163A4AB}" dt="2026-08-31T14:19:40.456" v="1229"/>
        <pc:sldMkLst>
          <pc:docMk/>
          <pc:sldMk cId="4191250955" sldId="331"/>
        </pc:sldMkLst>
        <pc:spChg chg="add mod">
          <ac:chgData name="Min Wang" userId="40c509f2-6e44-41ac-be95-0b697891d3eb" providerId="ADAL" clId="{1E82F5CA-06CB-5569-B40B-7CFA0163A4AB}" dt="2026-08-31T14:16:13.756" v="1209"/>
          <ac:spMkLst>
            <pc:docMk/>
            <pc:sldMk cId="4191250955" sldId="331"/>
            <ac:spMk id="3" creationId="{F65B9543-CFE1-16D9-60F3-E042EA530B21}"/>
          </ac:spMkLst>
        </pc:spChg>
        <pc:spChg chg="add mod">
          <ac:chgData name="Min Wang" userId="40c509f2-6e44-41ac-be95-0b697891d3eb" providerId="ADAL" clId="{1E82F5CA-06CB-5569-B40B-7CFA0163A4AB}" dt="2026-08-31T14:19:22.737" v="1228" actId="20577"/>
          <ac:spMkLst>
            <pc:docMk/>
            <pc:sldMk cId="4191250955" sldId="331"/>
            <ac:spMk id="11" creationId="{D6FEEBA0-0304-5EB1-30CE-AE0C3EB2AF40}"/>
          </ac:spMkLst>
        </pc:spChg>
        <pc:picChg chg="add mod">
          <ac:chgData name="Min Wang" userId="40c509f2-6e44-41ac-be95-0b697891d3eb" providerId="ADAL" clId="{1E82F5CA-06CB-5569-B40B-7CFA0163A4AB}" dt="2026-08-31T14:16:32.284" v="1211" actId="1076"/>
          <ac:picMkLst>
            <pc:docMk/>
            <pc:sldMk cId="4191250955" sldId="331"/>
            <ac:picMk id="4" creationId="{3DFA4FC7-DE58-AF3D-DE01-607EFF2285C4}"/>
          </ac:picMkLst>
        </pc:picChg>
        <pc:picChg chg="add mod">
          <ac:chgData name="Min Wang" userId="40c509f2-6e44-41ac-be95-0b697891d3eb" providerId="ADAL" clId="{1E82F5CA-06CB-5569-B40B-7CFA0163A4AB}" dt="2026-08-31T14:16:49.347" v="1213" actId="1076"/>
          <ac:picMkLst>
            <pc:docMk/>
            <pc:sldMk cId="4191250955" sldId="331"/>
            <ac:picMk id="5" creationId="{9C175023-EC2D-6DC2-F5F0-56F798FB918D}"/>
          </ac:picMkLst>
        </pc:picChg>
        <pc:picChg chg="add mod">
          <ac:chgData name="Min Wang" userId="40c509f2-6e44-41ac-be95-0b697891d3eb" providerId="ADAL" clId="{1E82F5CA-06CB-5569-B40B-7CFA0163A4AB}" dt="2026-08-31T14:17:06.631" v="1215" actId="1076"/>
          <ac:picMkLst>
            <pc:docMk/>
            <pc:sldMk cId="4191250955" sldId="331"/>
            <ac:picMk id="6" creationId="{D61D4FC6-DB26-1954-8EA8-E37E1F14F2C1}"/>
          </ac:picMkLst>
        </pc:picChg>
        <pc:picChg chg="add mod">
          <ac:chgData name="Min Wang" userId="40c509f2-6e44-41ac-be95-0b697891d3eb" providerId="ADAL" clId="{1E82F5CA-06CB-5569-B40B-7CFA0163A4AB}" dt="2026-08-31T14:17:29.553" v="1217" actId="1076"/>
          <ac:picMkLst>
            <pc:docMk/>
            <pc:sldMk cId="4191250955" sldId="331"/>
            <ac:picMk id="7" creationId="{EC932DA9-1895-BF0A-7926-BE32CB0BF725}"/>
          </ac:picMkLst>
        </pc:picChg>
        <pc:picChg chg="add mod">
          <ac:chgData name="Min Wang" userId="40c509f2-6e44-41ac-be95-0b697891d3eb" providerId="ADAL" clId="{1E82F5CA-06CB-5569-B40B-7CFA0163A4AB}" dt="2026-08-31T14:18:20.829" v="1219" actId="1076"/>
          <ac:picMkLst>
            <pc:docMk/>
            <pc:sldMk cId="4191250955" sldId="331"/>
            <ac:picMk id="8" creationId="{14308C61-98F3-F93B-3374-EC28B1333A8E}"/>
          </ac:picMkLst>
        </pc:picChg>
        <pc:picChg chg="add mod">
          <ac:chgData name="Min Wang" userId="40c509f2-6e44-41ac-be95-0b697891d3eb" providerId="ADAL" clId="{1E82F5CA-06CB-5569-B40B-7CFA0163A4AB}" dt="2026-08-31T14:18:33.046" v="1221" actId="1076"/>
          <ac:picMkLst>
            <pc:docMk/>
            <pc:sldMk cId="4191250955" sldId="331"/>
            <ac:picMk id="9" creationId="{3DBD23C1-D99D-B8D9-6E0C-9470A601107E}"/>
          </ac:picMkLst>
        </pc:picChg>
      </pc:sldChg>
      <pc:sldChg chg="addSp modSp add mod">
        <pc:chgData name="Min Wang" userId="40c509f2-6e44-41ac-be95-0b697891d3eb" providerId="ADAL" clId="{1E82F5CA-06CB-5569-B40B-7CFA0163A4AB}" dt="2026-08-31T14:21:42.876" v="1237" actId="1076"/>
        <pc:sldMkLst>
          <pc:docMk/>
          <pc:sldMk cId="408675027" sldId="332"/>
        </pc:sldMkLst>
        <pc:spChg chg="add mod">
          <ac:chgData name="Min Wang" userId="40c509f2-6e44-41ac-be95-0b697891d3eb" providerId="ADAL" clId="{1E82F5CA-06CB-5569-B40B-7CFA0163A4AB}" dt="2026-08-31T14:21:30.589" v="1235" actId="1076"/>
          <ac:spMkLst>
            <pc:docMk/>
            <pc:sldMk cId="408675027" sldId="332"/>
            <ac:spMk id="3" creationId="{93AC4D5E-9B27-BA36-92E9-45CB43F7EC15}"/>
          </ac:spMkLst>
        </pc:spChg>
        <pc:picChg chg="add mod">
          <ac:chgData name="Min Wang" userId="40c509f2-6e44-41ac-be95-0b697891d3eb" providerId="ADAL" clId="{1E82F5CA-06CB-5569-B40B-7CFA0163A4AB}" dt="2026-08-31T14:21:12.848" v="1231" actId="1076"/>
          <ac:picMkLst>
            <pc:docMk/>
            <pc:sldMk cId="408675027" sldId="332"/>
            <ac:picMk id="2" creationId="{AB80848B-40B8-3745-8153-FD0D9046F70F}"/>
          </ac:picMkLst>
        </pc:picChg>
        <pc:picChg chg="add mod">
          <ac:chgData name="Min Wang" userId="40c509f2-6e44-41ac-be95-0b697891d3eb" providerId="ADAL" clId="{1E82F5CA-06CB-5569-B40B-7CFA0163A4AB}" dt="2026-08-31T14:21:42.876" v="1237" actId="1076"/>
          <ac:picMkLst>
            <pc:docMk/>
            <pc:sldMk cId="408675027" sldId="332"/>
            <ac:picMk id="4" creationId="{B0B86D37-FFBF-7401-117F-52E6A2EE0B56}"/>
          </ac:picMkLst>
        </pc:picChg>
      </pc:sldChg>
      <pc:sldChg chg="addSp modSp add mod">
        <pc:chgData name="Min Wang" userId="40c509f2-6e44-41ac-be95-0b697891d3eb" providerId="ADAL" clId="{1E82F5CA-06CB-5569-B40B-7CFA0163A4AB}" dt="2026-08-31T14:24:30.930" v="1241" actId="1076"/>
        <pc:sldMkLst>
          <pc:docMk/>
          <pc:sldMk cId="816109718" sldId="333"/>
        </pc:sldMkLst>
        <pc:picChg chg="add mod">
          <ac:chgData name="Min Wang" userId="40c509f2-6e44-41ac-be95-0b697891d3eb" providerId="ADAL" clId="{1E82F5CA-06CB-5569-B40B-7CFA0163A4AB}" dt="2026-08-31T14:24:20.911" v="1239" actId="1076"/>
          <ac:picMkLst>
            <pc:docMk/>
            <pc:sldMk cId="816109718" sldId="333"/>
            <ac:picMk id="2" creationId="{3C73AF39-E25A-DC45-CE7D-C7AF97243DEF}"/>
          </ac:picMkLst>
        </pc:picChg>
        <pc:picChg chg="add mod">
          <ac:chgData name="Min Wang" userId="40c509f2-6e44-41ac-be95-0b697891d3eb" providerId="ADAL" clId="{1E82F5CA-06CB-5569-B40B-7CFA0163A4AB}" dt="2026-08-31T14:24:30.930" v="1241" actId="1076"/>
          <ac:picMkLst>
            <pc:docMk/>
            <pc:sldMk cId="816109718" sldId="333"/>
            <ac:picMk id="3" creationId="{C10C3304-67AC-E6B6-7519-6E2BBFDBA2C5}"/>
          </ac:picMkLst>
        </pc:picChg>
      </pc:sldChg>
      <pc:sldChg chg="addSp modSp add mod modAnim">
        <pc:chgData name="Min Wang" userId="40c509f2-6e44-41ac-be95-0b697891d3eb" providerId="ADAL" clId="{1E82F5CA-06CB-5569-B40B-7CFA0163A4AB}" dt="2026-09-04T14:02:38.546" v="1257"/>
        <pc:sldMkLst>
          <pc:docMk/>
          <pc:sldMk cId="3441448302" sldId="334"/>
        </pc:sldMkLst>
        <pc:spChg chg="add mod">
          <ac:chgData name="Min Wang" userId="40c509f2-6e44-41ac-be95-0b697891d3eb" providerId="ADAL" clId="{1E82F5CA-06CB-5569-B40B-7CFA0163A4AB}" dt="2026-09-04T13:59:01.849" v="1242"/>
          <ac:spMkLst>
            <pc:docMk/>
            <pc:sldMk cId="3441448302" sldId="334"/>
            <ac:spMk id="2" creationId="{3E4D0E40-7EF1-3AEA-5D34-A4865356F2EA}"/>
          </ac:spMkLst>
        </pc:spChg>
        <pc:picChg chg="add mod">
          <ac:chgData name="Min Wang" userId="40c509f2-6e44-41ac-be95-0b697891d3eb" providerId="ADAL" clId="{1E82F5CA-06CB-5569-B40B-7CFA0163A4AB}" dt="2026-09-04T14:00:10.993" v="1245" actId="1076"/>
          <ac:picMkLst>
            <pc:docMk/>
            <pc:sldMk cId="3441448302" sldId="334"/>
            <ac:picMk id="3" creationId="{89B92A92-5068-EB5A-8A1E-FDDCF4D85314}"/>
          </ac:picMkLst>
        </pc:picChg>
        <pc:picChg chg="add mod">
          <ac:chgData name="Min Wang" userId="40c509f2-6e44-41ac-be95-0b697891d3eb" providerId="ADAL" clId="{1E82F5CA-06CB-5569-B40B-7CFA0163A4AB}" dt="2026-09-04T14:00:21.608" v="1247" actId="1076"/>
          <ac:picMkLst>
            <pc:docMk/>
            <pc:sldMk cId="3441448302" sldId="334"/>
            <ac:picMk id="4" creationId="{B50865A2-CCED-AF5B-3A5A-74A6C4A54380}"/>
          </ac:picMkLst>
        </pc:picChg>
        <pc:picChg chg="add mod">
          <ac:chgData name="Min Wang" userId="40c509f2-6e44-41ac-be95-0b697891d3eb" providerId="ADAL" clId="{1E82F5CA-06CB-5569-B40B-7CFA0163A4AB}" dt="2026-09-04T14:00:33.348" v="1249" actId="1076"/>
          <ac:picMkLst>
            <pc:docMk/>
            <pc:sldMk cId="3441448302" sldId="334"/>
            <ac:picMk id="5" creationId="{1122CB59-5CBB-666A-E606-4E81F53DC2C1}"/>
          </ac:picMkLst>
        </pc:picChg>
        <pc:picChg chg="add mod">
          <ac:chgData name="Min Wang" userId="40c509f2-6e44-41ac-be95-0b697891d3eb" providerId="ADAL" clId="{1E82F5CA-06CB-5569-B40B-7CFA0163A4AB}" dt="2026-09-04T14:01:57.321" v="1252" actId="1076"/>
          <ac:picMkLst>
            <pc:docMk/>
            <pc:sldMk cId="3441448302" sldId="334"/>
            <ac:picMk id="6" creationId="{F68E0152-13E1-0341-DB7E-879EA24C15FA}"/>
          </ac:picMkLst>
        </pc:picChg>
        <pc:picChg chg="add mod">
          <ac:chgData name="Min Wang" userId="40c509f2-6e44-41ac-be95-0b697891d3eb" providerId="ADAL" clId="{1E82F5CA-06CB-5569-B40B-7CFA0163A4AB}" dt="2026-09-04T14:02:37.054" v="1256" actId="1076"/>
          <ac:picMkLst>
            <pc:docMk/>
            <pc:sldMk cId="3441448302" sldId="334"/>
            <ac:picMk id="7" creationId="{B42C71E0-21E2-6A2E-4E46-D3DB42F34FE1}"/>
          </ac:picMkLst>
        </pc:picChg>
      </pc:sldChg>
      <pc:sldChg chg="addSp modSp add mod">
        <pc:chgData name="Min Wang" userId="40c509f2-6e44-41ac-be95-0b697891d3eb" providerId="ADAL" clId="{1E82F5CA-06CB-5569-B40B-7CFA0163A4AB}" dt="2026-09-04T14:03:05.151" v="1260" actId="1076"/>
        <pc:sldMkLst>
          <pc:docMk/>
          <pc:sldMk cId="845968809" sldId="335"/>
        </pc:sldMkLst>
        <pc:picChg chg="add mod">
          <ac:chgData name="Min Wang" userId="40c509f2-6e44-41ac-be95-0b697891d3eb" providerId="ADAL" clId="{1E82F5CA-06CB-5569-B40B-7CFA0163A4AB}" dt="2026-09-04T14:03:05.151" v="1260" actId="1076"/>
          <ac:picMkLst>
            <pc:docMk/>
            <pc:sldMk cId="845968809" sldId="335"/>
            <ac:picMk id="2" creationId="{63A65475-8997-7B06-873A-DD7A95E1A887}"/>
          </ac:picMkLst>
        </pc:picChg>
      </pc:sldChg>
      <pc:sldChg chg="addSp modSp add mod">
        <pc:chgData name="Min Wang" userId="40c509f2-6e44-41ac-be95-0b697891d3eb" providerId="ADAL" clId="{1E82F5CA-06CB-5569-B40B-7CFA0163A4AB}" dt="2026-09-04T14:07:46.661" v="1307" actId="1037"/>
        <pc:sldMkLst>
          <pc:docMk/>
          <pc:sldMk cId="3433507932" sldId="336"/>
        </pc:sldMkLst>
        <pc:spChg chg="add mod">
          <ac:chgData name="Min Wang" userId="40c509f2-6e44-41ac-be95-0b697891d3eb" providerId="ADAL" clId="{1E82F5CA-06CB-5569-B40B-7CFA0163A4AB}" dt="2026-09-04T14:03:35.664" v="1264" actId="1076"/>
          <ac:spMkLst>
            <pc:docMk/>
            <pc:sldMk cId="3433507932" sldId="336"/>
            <ac:spMk id="3" creationId="{521C3E74-1DAE-B7ED-7A3A-D0118EE18EA0}"/>
          </ac:spMkLst>
        </pc:spChg>
        <pc:picChg chg="add mod">
          <ac:chgData name="Min Wang" userId="40c509f2-6e44-41ac-be95-0b697891d3eb" providerId="ADAL" clId="{1E82F5CA-06CB-5569-B40B-7CFA0163A4AB}" dt="2026-09-04T14:05:46.664" v="1267" actId="1076"/>
          <ac:picMkLst>
            <pc:docMk/>
            <pc:sldMk cId="3433507932" sldId="336"/>
            <ac:picMk id="4" creationId="{FBAF6CB7-6A12-1C8A-3377-F10F4B2F800B}"/>
          </ac:picMkLst>
        </pc:picChg>
        <pc:picChg chg="add mod">
          <ac:chgData name="Min Wang" userId="40c509f2-6e44-41ac-be95-0b697891d3eb" providerId="ADAL" clId="{1E82F5CA-06CB-5569-B40B-7CFA0163A4AB}" dt="2026-09-04T14:06:01.789" v="1269" actId="1076"/>
          <ac:picMkLst>
            <pc:docMk/>
            <pc:sldMk cId="3433507932" sldId="336"/>
            <ac:picMk id="5" creationId="{C0CA86A3-B790-6DF0-5867-3145A0F84E4D}"/>
          </ac:picMkLst>
        </pc:picChg>
        <pc:picChg chg="add mod">
          <ac:chgData name="Min Wang" userId="40c509f2-6e44-41ac-be95-0b697891d3eb" providerId="ADAL" clId="{1E82F5CA-06CB-5569-B40B-7CFA0163A4AB}" dt="2026-09-04T14:07:46.661" v="1307" actId="1037"/>
          <ac:picMkLst>
            <pc:docMk/>
            <pc:sldMk cId="3433507932" sldId="336"/>
            <ac:picMk id="6" creationId="{11F498C2-23C4-20BC-C5B7-076A68456BF7}"/>
          </ac:picMkLst>
        </pc:picChg>
        <pc:picChg chg="add mod">
          <ac:chgData name="Min Wang" userId="40c509f2-6e44-41ac-be95-0b697891d3eb" providerId="ADAL" clId="{1E82F5CA-06CB-5569-B40B-7CFA0163A4AB}" dt="2026-09-04T14:07:17.502" v="1273" actId="1076"/>
          <ac:picMkLst>
            <pc:docMk/>
            <pc:sldMk cId="3433507932" sldId="336"/>
            <ac:picMk id="7" creationId="{25D4A2C4-5DF4-DE33-69B4-F67096DCC5E9}"/>
          </ac:picMkLst>
        </pc:picChg>
      </pc:sldChg>
      <pc:sldChg chg="addSp modSp add mod">
        <pc:chgData name="Min Wang" userId="40c509f2-6e44-41ac-be95-0b697891d3eb" providerId="ADAL" clId="{1E82F5CA-06CB-5569-B40B-7CFA0163A4AB}" dt="2026-09-04T14:10:15.690" v="1328" actId="1076"/>
        <pc:sldMkLst>
          <pc:docMk/>
          <pc:sldMk cId="4188990906" sldId="337"/>
        </pc:sldMkLst>
        <pc:spChg chg="add mod">
          <ac:chgData name="Min Wang" userId="40c509f2-6e44-41ac-be95-0b697891d3eb" providerId="ADAL" clId="{1E82F5CA-06CB-5569-B40B-7CFA0163A4AB}" dt="2026-09-04T14:10:10.591" v="1327" actId="1076"/>
          <ac:spMkLst>
            <pc:docMk/>
            <pc:sldMk cId="4188990906" sldId="337"/>
            <ac:spMk id="7" creationId="{FEE4A4DD-69A0-7072-99C2-635703C41DF4}"/>
          </ac:spMkLst>
        </pc:spChg>
        <pc:picChg chg="add mod">
          <ac:chgData name="Min Wang" userId="40c509f2-6e44-41ac-be95-0b697891d3eb" providerId="ADAL" clId="{1E82F5CA-06CB-5569-B40B-7CFA0163A4AB}" dt="2026-09-04T14:10:15.690" v="1328" actId="1076"/>
          <ac:picMkLst>
            <pc:docMk/>
            <pc:sldMk cId="4188990906" sldId="337"/>
            <ac:picMk id="2" creationId="{494E6946-9852-96AD-5354-F81E4BA64814}"/>
          </ac:picMkLst>
        </pc:picChg>
        <pc:picChg chg="add mod">
          <ac:chgData name="Min Wang" userId="40c509f2-6e44-41ac-be95-0b697891d3eb" providerId="ADAL" clId="{1E82F5CA-06CB-5569-B40B-7CFA0163A4AB}" dt="2026-09-04T14:10:15.690" v="1328" actId="1076"/>
          <ac:picMkLst>
            <pc:docMk/>
            <pc:sldMk cId="4188990906" sldId="337"/>
            <ac:picMk id="3" creationId="{25D85D6E-3D7E-BF51-51AF-BA31B8786D2E}"/>
          </ac:picMkLst>
        </pc:picChg>
        <pc:picChg chg="add mod">
          <ac:chgData name="Min Wang" userId="40c509f2-6e44-41ac-be95-0b697891d3eb" providerId="ADAL" clId="{1E82F5CA-06CB-5569-B40B-7CFA0163A4AB}" dt="2026-09-04T14:10:15.690" v="1328" actId="1076"/>
          <ac:picMkLst>
            <pc:docMk/>
            <pc:sldMk cId="4188990906" sldId="337"/>
            <ac:picMk id="4" creationId="{51D72BA9-3A57-7BAA-F07C-01DE5F96901A}"/>
          </ac:picMkLst>
        </pc:picChg>
        <pc:picChg chg="add mod">
          <ac:chgData name="Min Wang" userId="40c509f2-6e44-41ac-be95-0b697891d3eb" providerId="ADAL" clId="{1E82F5CA-06CB-5569-B40B-7CFA0163A4AB}" dt="2026-09-04T14:10:15.690" v="1328" actId="1076"/>
          <ac:picMkLst>
            <pc:docMk/>
            <pc:sldMk cId="4188990906" sldId="337"/>
            <ac:picMk id="5" creationId="{A5BB0485-3C6E-8D79-C5CC-E37BD5FE2879}"/>
          </ac:picMkLst>
        </pc:picChg>
      </pc:sldChg>
      <pc:sldChg chg="addSp delSp modSp add mod modAnim">
        <pc:chgData name="Min Wang" userId="40c509f2-6e44-41ac-be95-0b697891d3eb" providerId="ADAL" clId="{1E82F5CA-06CB-5569-B40B-7CFA0163A4AB}" dt="2026-09-04T14:21:40.378" v="1364"/>
        <pc:sldMkLst>
          <pc:docMk/>
          <pc:sldMk cId="102027501" sldId="338"/>
        </pc:sldMkLst>
        <pc:spChg chg="add mod">
          <ac:chgData name="Min Wang" userId="40c509f2-6e44-41ac-be95-0b697891d3eb" providerId="ADAL" clId="{1E82F5CA-06CB-5569-B40B-7CFA0163A4AB}" dt="2026-09-04T14:12:14.049" v="1346" actId="20577"/>
          <ac:spMkLst>
            <pc:docMk/>
            <pc:sldMk cId="102027501" sldId="338"/>
            <ac:spMk id="7" creationId="{D78961FF-846A-D827-9348-93842997096D}"/>
          </ac:spMkLst>
        </pc:spChg>
        <pc:spChg chg="add mod">
          <ac:chgData name="Min Wang" userId="40c509f2-6e44-41ac-be95-0b697891d3eb" providerId="ADAL" clId="{1E82F5CA-06CB-5569-B40B-7CFA0163A4AB}" dt="2026-09-04T14:21:35.182" v="1363" actId="164"/>
          <ac:spMkLst>
            <pc:docMk/>
            <pc:sldMk cId="102027501" sldId="338"/>
            <ac:spMk id="8" creationId="{6EFFD47E-CB88-9CD2-F941-240C8ECA7E51}"/>
          </ac:spMkLst>
        </pc:spChg>
        <pc:grpChg chg="add mod">
          <ac:chgData name="Min Wang" userId="40c509f2-6e44-41ac-be95-0b697891d3eb" providerId="ADAL" clId="{1E82F5CA-06CB-5569-B40B-7CFA0163A4AB}" dt="2026-09-04T14:21:35.182" v="1363" actId="164"/>
          <ac:grpSpMkLst>
            <pc:docMk/>
            <pc:sldMk cId="102027501" sldId="338"/>
            <ac:grpSpMk id="14" creationId="{0D9F22DD-6D27-D771-EE18-D316796164BF}"/>
          </ac:grpSpMkLst>
        </pc:grpChg>
        <pc:picChg chg="add mod">
          <ac:chgData name="Min Wang" userId="40c509f2-6e44-41ac-be95-0b697891d3eb" providerId="ADAL" clId="{1E82F5CA-06CB-5569-B40B-7CFA0163A4AB}" dt="2026-09-04T14:10:55.019" v="1330" actId="1076"/>
          <ac:picMkLst>
            <pc:docMk/>
            <pc:sldMk cId="102027501" sldId="338"/>
            <ac:picMk id="2" creationId="{9A9D8330-40CC-F270-82B6-C3743C01F1E8}"/>
          </ac:picMkLst>
        </pc:picChg>
        <pc:picChg chg="add mod">
          <ac:chgData name="Min Wang" userId="40c509f2-6e44-41ac-be95-0b697891d3eb" providerId="ADAL" clId="{1E82F5CA-06CB-5569-B40B-7CFA0163A4AB}" dt="2026-09-04T14:11:05.589" v="1332" actId="1076"/>
          <ac:picMkLst>
            <pc:docMk/>
            <pc:sldMk cId="102027501" sldId="338"/>
            <ac:picMk id="3" creationId="{79C6538E-33F5-CA46-28A6-24382754EF25}"/>
          </ac:picMkLst>
        </pc:picChg>
        <pc:picChg chg="add mod">
          <ac:chgData name="Min Wang" userId="40c509f2-6e44-41ac-be95-0b697891d3eb" providerId="ADAL" clId="{1E82F5CA-06CB-5569-B40B-7CFA0163A4AB}" dt="2026-09-04T14:11:14.056" v="1334" actId="1076"/>
          <ac:picMkLst>
            <pc:docMk/>
            <pc:sldMk cId="102027501" sldId="338"/>
            <ac:picMk id="4" creationId="{0192CDA1-8370-00F0-5A4D-827243FABA30}"/>
          </ac:picMkLst>
        </pc:picChg>
        <pc:picChg chg="add mod">
          <ac:chgData name="Min Wang" userId="40c509f2-6e44-41ac-be95-0b697891d3eb" providerId="ADAL" clId="{1E82F5CA-06CB-5569-B40B-7CFA0163A4AB}" dt="2026-09-04T14:11:25.974" v="1337" actId="1076"/>
          <ac:picMkLst>
            <pc:docMk/>
            <pc:sldMk cId="102027501" sldId="338"/>
            <ac:picMk id="5" creationId="{F65006CE-252F-9AD5-0C2F-2DE8D6B93773}"/>
          </ac:picMkLst>
        </pc:picChg>
        <pc:picChg chg="add mod">
          <ac:chgData name="Min Wang" userId="40c509f2-6e44-41ac-be95-0b697891d3eb" providerId="ADAL" clId="{1E82F5CA-06CB-5569-B40B-7CFA0163A4AB}" dt="2026-09-04T14:21:35.182" v="1363" actId="164"/>
          <ac:picMkLst>
            <pc:docMk/>
            <pc:sldMk cId="102027501" sldId="338"/>
            <ac:picMk id="10" creationId="{1D7EB52D-DE7F-B5EF-990B-C1E25020F9D0}"/>
          </ac:picMkLst>
        </pc:picChg>
        <pc:picChg chg="add mod">
          <ac:chgData name="Min Wang" userId="40c509f2-6e44-41ac-be95-0b697891d3eb" providerId="ADAL" clId="{1E82F5CA-06CB-5569-B40B-7CFA0163A4AB}" dt="2026-09-04T14:21:35.182" v="1363" actId="164"/>
          <ac:picMkLst>
            <pc:docMk/>
            <pc:sldMk cId="102027501" sldId="338"/>
            <ac:picMk id="11" creationId="{93865026-4492-C0B9-D692-9E27767E0061}"/>
          </ac:picMkLst>
        </pc:picChg>
        <pc:picChg chg="add mod">
          <ac:chgData name="Min Wang" userId="40c509f2-6e44-41ac-be95-0b697891d3eb" providerId="ADAL" clId="{1E82F5CA-06CB-5569-B40B-7CFA0163A4AB}" dt="2026-09-04T14:21:35.182" v="1363" actId="164"/>
          <ac:picMkLst>
            <pc:docMk/>
            <pc:sldMk cId="102027501" sldId="338"/>
            <ac:picMk id="12" creationId="{C50E924C-A1DB-6D65-7105-88231775E9A3}"/>
          </ac:picMkLst>
        </pc:picChg>
        <pc:picChg chg="add mod">
          <ac:chgData name="Min Wang" userId="40c509f2-6e44-41ac-be95-0b697891d3eb" providerId="ADAL" clId="{1E82F5CA-06CB-5569-B40B-7CFA0163A4AB}" dt="2026-09-04T14:21:35.182" v="1363" actId="164"/>
          <ac:picMkLst>
            <pc:docMk/>
            <pc:sldMk cId="102027501" sldId="338"/>
            <ac:picMk id="13" creationId="{FBC6B5BD-E753-A590-7C61-40DF57676F73}"/>
          </ac:picMkLst>
        </pc:picChg>
      </pc:sldChg>
      <pc:sldChg chg="addSp modSp add mod modAnim">
        <pc:chgData name="Min Wang" userId="40c509f2-6e44-41ac-be95-0b697891d3eb" providerId="ADAL" clId="{1E82F5CA-06CB-5569-B40B-7CFA0163A4AB}" dt="2026-09-04T14:30:08.439" v="1403"/>
        <pc:sldMkLst>
          <pc:docMk/>
          <pc:sldMk cId="966194257" sldId="339"/>
        </pc:sldMkLst>
        <pc:spChg chg="add mod">
          <ac:chgData name="Min Wang" userId="40c509f2-6e44-41ac-be95-0b697891d3eb" providerId="ADAL" clId="{1E82F5CA-06CB-5569-B40B-7CFA0163A4AB}" dt="2026-09-04T14:27:58.217" v="1387" actId="164"/>
          <ac:spMkLst>
            <pc:docMk/>
            <pc:sldMk cId="966194257" sldId="339"/>
            <ac:spMk id="5" creationId="{9AC196ED-5473-03BC-3276-AC062FA186D9}"/>
          </ac:spMkLst>
        </pc:spChg>
        <pc:spChg chg="add mod">
          <ac:chgData name="Min Wang" userId="40c509f2-6e44-41ac-be95-0b697891d3eb" providerId="ADAL" clId="{1E82F5CA-06CB-5569-B40B-7CFA0163A4AB}" dt="2026-09-04T14:28:53.971" v="1396" actId="164"/>
          <ac:spMkLst>
            <pc:docMk/>
            <pc:sldMk cId="966194257" sldId="339"/>
            <ac:spMk id="8" creationId="{13D17676-0491-995C-E12A-DA4C4B539707}"/>
          </ac:spMkLst>
        </pc:spChg>
        <pc:grpChg chg="add mod">
          <ac:chgData name="Min Wang" userId="40c509f2-6e44-41ac-be95-0b697891d3eb" providerId="ADAL" clId="{1E82F5CA-06CB-5569-B40B-7CFA0163A4AB}" dt="2026-09-04T14:27:58.217" v="1387" actId="164"/>
          <ac:grpSpMkLst>
            <pc:docMk/>
            <pc:sldMk cId="966194257" sldId="339"/>
            <ac:grpSpMk id="6" creationId="{FA61E1F8-2892-FB9B-0D8A-5E7981BBCF94}"/>
          </ac:grpSpMkLst>
        </pc:grpChg>
        <pc:grpChg chg="add mod">
          <ac:chgData name="Min Wang" userId="40c509f2-6e44-41ac-be95-0b697891d3eb" providerId="ADAL" clId="{1E82F5CA-06CB-5569-B40B-7CFA0163A4AB}" dt="2026-09-04T14:29:57.986" v="1400" actId="1076"/>
          <ac:grpSpMkLst>
            <pc:docMk/>
            <pc:sldMk cId="966194257" sldId="339"/>
            <ac:grpSpMk id="10" creationId="{CC06A146-53B3-B8A5-5D12-24962596C12D}"/>
          </ac:grpSpMkLst>
        </pc:grpChg>
        <pc:picChg chg="add mod">
          <ac:chgData name="Min Wang" userId="40c509f2-6e44-41ac-be95-0b697891d3eb" providerId="ADAL" clId="{1E82F5CA-06CB-5569-B40B-7CFA0163A4AB}" dt="2026-09-04T14:26:09.526" v="1366" actId="1076"/>
          <ac:picMkLst>
            <pc:docMk/>
            <pc:sldMk cId="966194257" sldId="339"/>
            <ac:picMk id="2" creationId="{1E659AEC-52B4-27E2-55AB-796824C5D857}"/>
          </ac:picMkLst>
        </pc:picChg>
        <pc:picChg chg="add mod">
          <ac:chgData name="Min Wang" userId="40c509f2-6e44-41ac-be95-0b697891d3eb" providerId="ADAL" clId="{1E82F5CA-06CB-5569-B40B-7CFA0163A4AB}" dt="2026-09-04T14:27:05.868" v="1369" actId="1076"/>
          <ac:picMkLst>
            <pc:docMk/>
            <pc:sldMk cId="966194257" sldId="339"/>
            <ac:picMk id="3" creationId="{EA05A2E8-4846-1E4A-1748-C1F8A6A66AEF}"/>
          </ac:picMkLst>
        </pc:picChg>
        <pc:picChg chg="add mod">
          <ac:chgData name="Min Wang" userId="40c509f2-6e44-41ac-be95-0b697891d3eb" providerId="ADAL" clId="{1E82F5CA-06CB-5569-B40B-7CFA0163A4AB}" dt="2026-09-04T14:27:58.217" v="1387" actId="164"/>
          <ac:picMkLst>
            <pc:docMk/>
            <pc:sldMk cId="966194257" sldId="339"/>
            <ac:picMk id="4" creationId="{007044F2-BA6F-AC98-3E02-FB6A476F52C9}"/>
          </ac:picMkLst>
        </pc:picChg>
        <pc:picChg chg="add mod">
          <ac:chgData name="Min Wang" userId="40c509f2-6e44-41ac-be95-0b697891d3eb" providerId="ADAL" clId="{1E82F5CA-06CB-5569-B40B-7CFA0163A4AB}" dt="2026-09-04T14:28:53.971" v="1396" actId="164"/>
          <ac:picMkLst>
            <pc:docMk/>
            <pc:sldMk cId="966194257" sldId="339"/>
            <ac:picMk id="9" creationId="{23AF0F73-B024-AEBF-77E3-8766A8E6449F}"/>
          </ac:picMkLst>
        </pc:picChg>
        <pc:picChg chg="add mod">
          <ac:chgData name="Min Wang" userId="40c509f2-6e44-41ac-be95-0b697891d3eb" providerId="ADAL" clId="{1E82F5CA-06CB-5569-B40B-7CFA0163A4AB}" dt="2026-09-04T14:30:04.823" v="1402" actId="167"/>
          <ac:picMkLst>
            <pc:docMk/>
            <pc:sldMk cId="966194257" sldId="339"/>
            <ac:picMk id="11" creationId="{765E50C2-0021-3A50-A214-22C5B79288B7}"/>
          </ac:picMkLst>
        </pc:picChg>
      </pc:sldChg>
      <pc:sldChg chg="addSp modSp add mod">
        <pc:chgData name="Min Wang" userId="40c509f2-6e44-41ac-be95-0b697891d3eb" providerId="ADAL" clId="{1E82F5CA-06CB-5569-B40B-7CFA0163A4AB}" dt="2026-09-04T14:31:21.894" v="1410" actId="1076"/>
        <pc:sldMkLst>
          <pc:docMk/>
          <pc:sldMk cId="3160995355" sldId="340"/>
        </pc:sldMkLst>
        <pc:picChg chg="add mod">
          <ac:chgData name="Min Wang" userId="40c509f2-6e44-41ac-be95-0b697891d3eb" providerId="ADAL" clId="{1E82F5CA-06CB-5569-B40B-7CFA0163A4AB}" dt="2026-09-04T14:31:02.331" v="1408" actId="1076"/>
          <ac:picMkLst>
            <pc:docMk/>
            <pc:sldMk cId="3160995355" sldId="340"/>
            <ac:picMk id="3" creationId="{E78E5895-C363-2F55-34E3-4FAAEB638E4F}"/>
          </ac:picMkLst>
        </pc:picChg>
        <pc:picChg chg="add mod">
          <ac:chgData name="Min Wang" userId="40c509f2-6e44-41ac-be95-0b697891d3eb" providerId="ADAL" clId="{1E82F5CA-06CB-5569-B40B-7CFA0163A4AB}" dt="2026-09-04T14:31:21.894" v="1410" actId="1076"/>
          <ac:picMkLst>
            <pc:docMk/>
            <pc:sldMk cId="3160995355" sldId="340"/>
            <ac:picMk id="4" creationId="{813787BF-D3CD-903C-1BF0-D3907238F46D}"/>
          </ac:picMkLst>
        </pc:picChg>
      </pc:sldChg>
      <pc:sldChg chg="addSp modSp add mod">
        <pc:chgData name="Min Wang" userId="40c509f2-6e44-41ac-be95-0b697891d3eb" providerId="ADAL" clId="{1E82F5CA-06CB-5569-B40B-7CFA0163A4AB}" dt="2026-09-04T14:32:25.400" v="1415" actId="1076"/>
        <pc:sldMkLst>
          <pc:docMk/>
          <pc:sldMk cId="2660113598" sldId="341"/>
        </pc:sldMkLst>
        <pc:picChg chg="add mod">
          <ac:chgData name="Min Wang" userId="40c509f2-6e44-41ac-be95-0b697891d3eb" providerId="ADAL" clId="{1E82F5CA-06CB-5569-B40B-7CFA0163A4AB}" dt="2026-09-04T14:32:25.400" v="1415" actId="1076"/>
          <ac:picMkLst>
            <pc:docMk/>
            <pc:sldMk cId="2660113598" sldId="341"/>
            <ac:picMk id="2" creationId="{C796FFEC-C30C-FFCE-3610-33CE30CFEC41}"/>
          </ac:picMkLst>
        </pc:picChg>
        <pc:picChg chg="add mod">
          <ac:chgData name="Min Wang" userId="40c509f2-6e44-41ac-be95-0b697891d3eb" providerId="ADAL" clId="{1E82F5CA-06CB-5569-B40B-7CFA0163A4AB}" dt="2026-09-04T14:32:21.158" v="1414" actId="1076"/>
          <ac:picMkLst>
            <pc:docMk/>
            <pc:sldMk cId="2660113598" sldId="341"/>
            <ac:picMk id="3" creationId="{307C8AD4-9B01-814A-F3E7-EC6F33E6D5E3}"/>
          </ac:picMkLst>
        </pc:picChg>
      </pc:sldChg>
      <pc:sldChg chg="addSp modSp add mod">
        <pc:chgData name="Min Wang" userId="40c509f2-6e44-41ac-be95-0b697891d3eb" providerId="ADAL" clId="{1E82F5CA-06CB-5569-B40B-7CFA0163A4AB}" dt="2026-09-13T18:57:00.984" v="1439" actId="1036"/>
        <pc:sldMkLst>
          <pc:docMk/>
          <pc:sldMk cId="3191824321" sldId="342"/>
        </pc:sldMkLst>
        <pc:picChg chg="add mod">
          <ac:chgData name="Min Wang" userId="40c509f2-6e44-41ac-be95-0b697891d3eb" providerId="ADAL" clId="{1E82F5CA-06CB-5569-B40B-7CFA0163A4AB}" dt="2026-09-13T18:55:06.304" v="1418" actId="1076"/>
          <ac:picMkLst>
            <pc:docMk/>
            <pc:sldMk cId="3191824321" sldId="342"/>
            <ac:picMk id="3" creationId="{C453AE84-19C1-773E-E49E-10850CA68F7F}"/>
          </ac:picMkLst>
        </pc:picChg>
        <pc:picChg chg="add mod">
          <ac:chgData name="Min Wang" userId="40c509f2-6e44-41ac-be95-0b697891d3eb" providerId="ADAL" clId="{1E82F5CA-06CB-5569-B40B-7CFA0163A4AB}" dt="2026-09-13T18:55:22.098" v="1423" actId="1037"/>
          <ac:picMkLst>
            <pc:docMk/>
            <pc:sldMk cId="3191824321" sldId="342"/>
            <ac:picMk id="4" creationId="{04C28992-B53A-AF1E-E440-535723C23B9D}"/>
          </ac:picMkLst>
        </pc:picChg>
        <pc:picChg chg="add mod">
          <ac:chgData name="Min Wang" userId="40c509f2-6e44-41ac-be95-0b697891d3eb" providerId="ADAL" clId="{1E82F5CA-06CB-5569-B40B-7CFA0163A4AB}" dt="2026-09-13T18:55:39.023" v="1426" actId="1037"/>
          <ac:picMkLst>
            <pc:docMk/>
            <pc:sldMk cId="3191824321" sldId="342"/>
            <ac:picMk id="5" creationId="{71321B4A-432A-2631-E438-AE035909FBB9}"/>
          </ac:picMkLst>
        </pc:picChg>
        <pc:picChg chg="add mod">
          <ac:chgData name="Min Wang" userId="40c509f2-6e44-41ac-be95-0b697891d3eb" providerId="ADAL" clId="{1E82F5CA-06CB-5569-B40B-7CFA0163A4AB}" dt="2026-09-13T18:55:50.603" v="1428" actId="1076"/>
          <ac:picMkLst>
            <pc:docMk/>
            <pc:sldMk cId="3191824321" sldId="342"/>
            <ac:picMk id="6" creationId="{84FE303D-9512-5AAA-7C89-9E972BB1547E}"/>
          </ac:picMkLst>
        </pc:picChg>
        <pc:picChg chg="add mod">
          <ac:chgData name="Min Wang" userId="40c509f2-6e44-41ac-be95-0b697891d3eb" providerId="ADAL" clId="{1E82F5CA-06CB-5569-B40B-7CFA0163A4AB}" dt="2026-09-13T18:56:00.805" v="1430" actId="1076"/>
          <ac:picMkLst>
            <pc:docMk/>
            <pc:sldMk cId="3191824321" sldId="342"/>
            <ac:picMk id="7" creationId="{81754C0D-6ECC-7A8B-ADE1-10371F577636}"/>
          </ac:picMkLst>
        </pc:picChg>
        <pc:picChg chg="add mod">
          <ac:chgData name="Min Wang" userId="40c509f2-6e44-41ac-be95-0b697891d3eb" providerId="ADAL" clId="{1E82F5CA-06CB-5569-B40B-7CFA0163A4AB}" dt="2026-09-13T18:56:49.374" v="1432" actId="1076"/>
          <ac:picMkLst>
            <pc:docMk/>
            <pc:sldMk cId="3191824321" sldId="342"/>
            <ac:picMk id="8" creationId="{22FA1E9C-F450-3C5B-5F91-707592AD6A76}"/>
          </ac:picMkLst>
        </pc:picChg>
        <pc:picChg chg="add mod">
          <ac:chgData name="Min Wang" userId="40c509f2-6e44-41ac-be95-0b697891d3eb" providerId="ADAL" clId="{1E82F5CA-06CB-5569-B40B-7CFA0163A4AB}" dt="2026-09-13T18:57:00.984" v="1439" actId="1036"/>
          <ac:picMkLst>
            <pc:docMk/>
            <pc:sldMk cId="3191824321" sldId="342"/>
            <ac:picMk id="9" creationId="{63AB35EA-8F84-DFAB-13E1-51A70EFF8132}"/>
          </ac:picMkLst>
        </pc:picChg>
      </pc:sldChg>
      <pc:sldChg chg="addSp modSp mod">
        <pc:chgData name="Min Wang" userId="40c509f2-6e44-41ac-be95-0b697891d3eb" providerId="ADAL" clId="{1E82F5CA-06CB-5569-B40B-7CFA0163A4AB}" dt="2026-09-13T19:00:35.070" v="1476" actId="9405"/>
        <pc:sldMkLst>
          <pc:docMk/>
          <pc:sldMk cId="3291425153" sldId="343"/>
        </pc:sldMkLst>
        <pc:spChg chg="add mod">
          <ac:chgData name="Min Wang" userId="40c509f2-6e44-41ac-be95-0b697891d3eb" providerId="ADAL" clId="{1E82F5CA-06CB-5569-B40B-7CFA0163A4AB}" dt="2026-09-13T18:57:32.887" v="1442" actId="14100"/>
          <ac:spMkLst>
            <pc:docMk/>
            <pc:sldMk cId="3291425153" sldId="343"/>
            <ac:spMk id="3" creationId="{24C1A71E-7015-CC4C-FF60-02477D335EFE}"/>
          </ac:spMkLst>
        </pc:spChg>
        <pc:picChg chg="add mod">
          <ac:chgData name="Min Wang" userId="40c509f2-6e44-41ac-be95-0b697891d3eb" providerId="ADAL" clId="{1E82F5CA-06CB-5569-B40B-7CFA0163A4AB}" dt="2026-09-13T18:57:44.801" v="1444" actId="1076"/>
          <ac:picMkLst>
            <pc:docMk/>
            <pc:sldMk cId="3291425153" sldId="343"/>
            <ac:picMk id="4" creationId="{8406F142-EEAF-2C81-2E79-11FA43B96665}"/>
          </ac:picMkLst>
        </pc:picChg>
        <pc:picChg chg="add mod">
          <ac:chgData name="Min Wang" userId="40c509f2-6e44-41ac-be95-0b697891d3eb" providerId="ADAL" clId="{1E82F5CA-06CB-5569-B40B-7CFA0163A4AB}" dt="2026-09-13T18:58:17.426" v="1447" actId="14100"/>
          <ac:picMkLst>
            <pc:docMk/>
            <pc:sldMk cId="3291425153" sldId="343"/>
            <ac:picMk id="5" creationId="{BE4A2C66-9182-6854-8377-C63C6248406B}"/>
          </ac:picMkLst>
        </pc:picChg>
        <pc:picChg chg="add mod">
          <ac:chgData name="Min Wang" userId="40c509f2-6e44-41ac-be95-0b697891d3eb" providerId="ADAL" clId="{1E82F5CA-06CB-5569-B40B-7CFA0163A4AB}" dt="2026-09-13T18:58:24.739" v="1449" actId="1076"/>
          <ac:picMkLst>
            <pc:docMk/>
            <pc:sldMk cId="3291425153" sldId="343"/>
            <ac:picMk id="6" creationId="{3F05F2CB-327F-1ADB-70A4-6374D32FCF23}"/>
          </ac:picMkLst>
        </pc:picChg>
        <pc:picChg chg="add mod">
          <ac:chgData name="Min Wang" userId="40c509f2-6e44-41ac-be95-0b697891d3eb" providerId="ADAL" clId="{1E82F5CA-06CB-5569-B40B-7CFA0163A4AB}" dt="2026-09-13T18:58:42.031" v="1453" actId="1076"/>
          <ac:picMkLst>
            <pc:docMk/>
            <pc:sldMk cId="3291425153" sldId="343"/>
            <ac:picMk id="7" creationId="{33467E06-8A5A-745D-FB74-710E21EE9A7C}"/>
          </ac:picMkLst>
        </pc:picChg>
        <pc:inkChg chg="add">
          <ac:chgData name="Min Wang" userId="40c509f2-6e44-41ac-be95-0b697891d3eb" providerId="ADAL" clId="{1E82F5CA-06CB-5569-B40B-7CFA0163A4AB}" dt="2026-09-13T19:00:35.070" v="1476" actId="9405"/>
          <ac:inkMkLst>
            <pc:docMk/>
            <pc:sldMk cId="3291425153" sldId="343"/>
            <ac:inkMk id="8" creationId="{774C6351-EC46-02E0-62EF-3DC88A5ADE2A}"/>
          </ac:inkMkLst>
        </pc:inkChg>
      </pc:sldChg>
      <pc:sldChg chg="addSp delSp modSp mod modAnim">
        <pc:chgData name="Min Wang" userId="40c509f2-6e44-41ac-be95-0b697891d3eb" providerId="ADAL" clId="{1E82F5CA-06CB-5569-B40B-7CFA0163A4AB}" dt="2026-09-13T19:11:29.327" v="1535" actId="1076"/>
        <pc:sldMkLst>
          <pc:docMk/>
          <pc:sldMk cId="1777628201" sldId="344"/>
        </pc:sldMkLst>
        <pc:spChg chg="add del mod">
          <ac:chgData name="Min Wang" userId="40c509f2-6e44-41ac-be95-0b697891d3eb" providerId="ADAL" clId="{1E82F5CA-06CB-5569-B40B-7CFA0163A4AB}" dt="2026-09-13T19:11:10.110" v="1529" actId="478"/>
          <ac:spMkLst>
            <pc:docMk/>
            <pc:sldMk cId="1777628201" sldId="344"/>
            <ac:spMk id="2" creationId="{E2B89F36-4923-8C98-41CB-A8D1FA1E4449}"/>
          </ac:spMkLst>
        </pc:spChg>
        <pc:spChg chg="add mod">
          <ac:chgData name="Min Wang" userId="40c509f2-6e44-41ac-be95-0b697891d3eb" providerId="ADAL" clId="{1E82F5CA-06CB-5569-B40B-7CFA0163A4AB}" dt="2026-09-13T19:03:43.668" v="1481" actId="1076"/>
          <ac:spMkLst>
            <pc:docMk/>
            <pc:sldMk cId="1777628201" sldId="344"/>
            <ac:spMk id="10" creationId="{4351F0F5-81DC-5076-1F55-EC00604EF30D}"/>
          </ac:spMkLst>
        </pc:spChg>
        <pc:picChg chg="add mod">
          <ac:chgData name="Min Wang" userId="40c509f2-6e44-41ac-be95-0b697891d3eb" providerId="ADAL" clId="{1E82F5CA-06CB-5569-B40B-7CFA0163A4AB}" dt="2026-09-13T19:11:27.489" v="1534" actId="1076"/>
          <ac:picMkLst>
            <pc:docMk/>
            <pc:sldMk cId="1777628201" sldId="344"/>
            <ac:picMk id="3" creationId="{4AA673CE-F39F-01B9-0635-9802CE6DEAA2}"/>
          </ac:picMkLst>
        </pc:picChg>
        <pc:picChg chg="add mod">
          <ac:chgData name="Min Wang" userId="40c509f2-6e44-41ac-be95-0b697891d3eb" providerId="ADAL" clId="{1E82F5CA-06CB-5569-B40B-7CFA0163A4AB}" dt="2026-09-13T18:59:34.935" v="1466" actId="1076"/>
          <ac:picMkLst>
            <pc:docMk/>
            <pc:sldMk cId="1777628201" sldId="344"/>
            <ac:picMk id="4" creationId="{97BD4BE1-5C9E-91F6-70F6-E37765AB30E5}"/>
          </ac:picMkLst>
        </pc:picChg>
        <pc:picChg chg="add mod">
          <ac:chgData name="Min Wang" userId="40c509f2-6e44-41ac-be95-0b697891d3eb" providerId="ADAL" clId="{1E82F5CA-06CB-5569-B40B-7CFA0163A4AB}" dt="2026-09-13T18:59:48.830" v="1469" actId="1076"/>
          <ac:picMkLst>
            <pc:docMk/>
            <pc:sldMk cId="1777628201" sldId="344"/>
            <ac:picMk id="5" creationId="{FE49EC0C-3094-0965-283F-86F8A53F217D}"/>
          </ac:picMkLst>
        </pc:picChg>
        <pc:picChg chg="add mod">
          <ac:chgData name="Min Wang" userId="40c509f2-6e44-41ac-be95-0b697891d3eb" providerId="ADAL" clId="{1E82F5CA-06CB-5569-B40B-7CFA0163A4AB}" dt="2026-09-13T19:00:01" v="1471" actId="1076"/>
          <ac:picMkLst>
            <pc:docMk/>
            <pc:sldMk cId="1777628201" sldId="344"/>
            <ac:picMk id="6" creationId="{0A8B1C36-30B1-DAA3-20D5-C3545AA686FC}"/>
          </ac:picMkLst>
        </pc:picChg>
        <pc:picChg chg="add mod">
          <ac:chgData name="Min Wang" userId="40c509f2-6e44-41ac-be95-0b697891d3eb" providerId="ADAL" clId="{1E82F5CA-06CB-5569-B40B-7CFA0163A4AB}" dt="2026-09-13T19:00:12.503" v="1473" actId="1076"/>
          <ac:picMkLst>
            <pc:docMk/>
            <pc:sldMk cId="1777628201" sldId="344"/>
            <ac:picMk id="7" creationId="{7E15F231-8528-1676-86BB-6D6B88A629DF}"/>
          </ac:picMkLst>
        </pc:picChg>
        <pc:picChg chg="add mod">
          <ac:chgData name="Min Wang" userId="40c509f2-6e44-41ac-be95-0b697891d3eb" providerId="ADAL" clId="{1E82F5CA-06CB-5569-B40B-7CFA0163A4AB}" dt="2026-09-13T19:00:23.412" v="1475" actId="1076"/>
          <ac:picMkLst>
            <pc:docMk/>
            <pc:sldMk cId="1777628201" sldId="344"/>
            <ac:picMk id="8" creationId="{D48BB12B-3347-7BA3-26EC-B565600A0A46}"/>
          </ac:picMkLst>
        </pc:picChg>
        <pc:picChg chg="add mod">
          <ac:chgData name="Min Wang" userId="40c509f2-6e44-41ac-be95-0b697891d3eb" providerId="ADAL" clId="{1E82F5CA-06CB-5569-B40B-7CFA0163A4AB}" dt="2026-09-13T19:03:56.119" v="1483" actId="1076"/>
          <ac:picMkLst>
            <pc:docMk/>
            <pc:sldMk cId="1777628201" sldId="344"/>
            <ac:picMk id="11" creationId="{EC19B593-4E3C-5CEB-AAEF-7CB44CAB7513}"/>
          </ac:picMkLst>
        </pc:picChg>
        <pc:picChg chg="add mod">
          <ac:chgData name="Min Wang" userId="40c509f2-6e44-41ac-be95-0b697891d3eb" providerId="ADAL" clId="{1E82F5CA-06CB-5569-B40B-7CFA0163A4AB}" dt="2026-09-13T19:04:12.508" v="1485" actId="1076"/>
          <ac:picMkLst>
            <pc:docMk/>
            <pc:sldMk cId="1777628201" sldId="344"/>
            <ac:picMk id="12" creationId="{20A6F5C2-E2F7-173D-7F1C-134C28F23AE2}"/>
          </ac:picMkLst>
        </pc:picChg>
        <pc:picChg chg="add mod">
          <ac:chgData name="Min Wang" userId="40c509f2-6e44-41ac-be95-0b697891d3eb" providerId="ADAL" clId="{1E82F5CA-06CB-5569-B40B-7CFA0163A4AB}" dt="2026-09-13T19:04:20.955" v="1487" actId="1076"/>
          <ac:picMkLst>
            <pc:docMk/>
            <pc:sldMk cId="1777628201" sldId="344"/>
            <ac:picMk id="13" creationId="{096A9038-4DBF-6C69-7BDB-8C44D66F62B1}"/>
          </ac:picMkLst>
        </pc:picChg>
        <pc:picChg chg="add mod">
          <ac:chgData name="Min Wang" userId="40c509f2-6e44-41ac-be95-0b697891d3eb" providerId="ADAL" clId="{1E82F5CA-06CB-5569-B40B-7CFA0163A4AB}" dt="2026-09-13T19:04:31.448" v="1489" actId="1076"/>
          <ac:picMkLst>
            <pc:docMk/>
            <pc:sldMk cId="1777628201" sldId="344"/>
            <ac:picMk id="14" creationId="{F7B9F95D-FB75-1AAB-B166-FC5E909C6190}"/>
          </ac:picMkLst>
        </pc:picChg>
        <pc:picChg chg="add mod">
          <ac:chgData name="Min Wang" userId="40c509f2-6e44-41ac-be95-0b697891d3eb" providerId="ADAL" clId="{1E82F5CA-06CB-5569-B40B-7CFA0163A4AB}" dt="2026-09-13T19:11:29.327" v="1535" actId="1076"/>
          <ac:picMkLst>
            <pc:docMk/>
            <pc:sldMk cId="1777628201" sldId="344"/>
            <ac:picMk id="15" creationId="{B462D657-5A6F-BEB1-E192-2BCF5F598362}"/>
          </ac:picMkLst>
        </pc:picChg>
      </pc:sldChg>
      <pc:sldChg chg="addSp modSp mod modAnim">
        <pc:chgData name="Min Wang" userId="40c509f2-6e44-41ac-be95-0b697891d3eb" providerId="ADAL" clId="{1E82F5CA-06CB-5569-B40B-7CFA0163A4AB}" dt="2026-09-13T19:07:37.969" v="1509" actId="1076"/>
        <pc:sldMkLst>
          <pc:docMk/>
          <pc:sldMk cId="1591825753" sldId="345"/>
        </pc:sldMkLst>
        <pc:spChg chg="add mod">
          <ac:chgData name="Min Wang" userId="40c509f2-6e44-41ac-be95-0b697891d3eb" providerId="ADAL" clId="{1E82F5CA-06CB-5569-B40B-7CFA0163A4AB}" dt="2026-09-13T19:05:36.843" v="1497" actId="1076"/>
          <ac:spMkLst>
            <pc:docMk/>
            <pc:sldMk cId="1591825753" sldId="345"/>
            <ac:spMk id="2" creationId="{42A04253-E17C-E0B0-FBB4-40BBEF9AB4D6}"/>
          </ac:spMkLst>
        </pc:spChg>
        <pc:spChg chg="add mod">
          <ac:chgData name="Min Wang" userId="40c509f2-6e44-41ac-be95-0b697891d3eb" providerId="ADAL" clId="{1E82F5CA-06CB-5569-B40B-7CFA0163A4AB}" dt="2026-09-13T19:06:34.521" v="1505" actId="1076"/>
          <ac:spMkLst>
            <pc:docMk/>
            <pc:sldMk cId="1591825753" sldId="345"/>
            <ac:spMk id="5" creationId="{B7967A0C-C826-949D-7638-8416D217DD6C}"/>
          </ac:spMkLst>
        </pc:spChg>
        <pc:spChg chg="add mod">
          <ac:chgData name="Min Wang" userId="40c509f2-6e44-41ac-be95-0b697891d3eb" providerId="ADAL" clId="{1E82F5CA-06CB-5569-B40B-7CFA0163A4AB}" dt="2026-09-13T19:07:37.969" v="1509" actId="1076"/>
          <ac:spMkLst>
            <pc:docMk/>
            <pc:sldMk cId="1591825753" sldId="345"/>
            <ac:spMk id="6" creationId="{FCB10077-53B7-79BE-CD80-6492823A4B44}"/>
          </ac:spMkLst>
        </pc:spChg>
        <pc:picChg chg="add mod">
          <ac:chgData name="Min Wang" userId="40c509f2-6e44-41ac-be95-0b697891d3eb" providerId="ADAL" clId="{1E82F5CA-06CB-5569-B40B-7CFA0163A4AB}" dt="2026-09-13T19:05:42.663" v="1499" actId="1076"/>
          <ac:picMkLst>
            <pc:docMk/>
            <pc:sldMk cId="1591825753" sldId="345"/>
            <ac:picMk id="3" creationId="{0173AE53-C9E6-0883-9A72-9B0993DAF129}"/>
          </ac:picMkLst>
        </pc:picChg>
        <pc:picChg chg="add mod">
          <ac:chgData name="Min Wang" userId="40c509f2-6e44-41ac-be95-0b697891d3eb" providerId="ADAL" clId="{1E82F5CA-06CB-5569-B40B-7CFA0163A4AB}" dt="2026-09-13T19:06:26.106" v="1502" actId="1076"/>
          <ac:picMkLst>
            <pc:docMk/>
            <pc:sldMk cId="1591825753" sldId="345"/>
            <ac:picMk id="4" creationId="{B44B929C-871B-5010-0565-EC81E2A77896}"/>
          </ac:picMkLst>
        </pc:picChg>
      </pc:sldChg>
      <pc:sldChg chg="addSp delSp modSp mod addAnim delAnim modAnim">
        <pc:chgData name="Min Wang" userId="40c509f2-6e44-41ac-be95-0b697891d3eb" providerId="ADAL" clId="{1E82F5CA-06CB-5569-B40B-7CFA0163A4AB}" dt="2026-09-13T19:09:49.352" v="1523" actId="478"/>
        <pc:sldMkLst>
          <pc:docMk/>
          <pc:sldMk cId="691416420" sldId="346"/>
        </pc:sldMkLst>
        <pc:spChg chg="add mod">
          <ac:chgData name="Min Wang" userId="40c509f2-6e44-41ac-be95-0b697891d3eb" providerId="ADAL" clId="{1E82F5CA-06CB-5569-B40B-7CFA0163A4AB}" dt="2026-09-13T19:08:48.612" v="1516" actId="1076"/>
          <ac:spMkLst>
            <pc:docMk/>
            <pc:sldMk cId="691416420" sldId="346"/>
            <ac:spMk id="4" creationId="{CF9F2917-0161-E5D3-DC8C-12BAF259A045}"/>
          </ac:spMkLst>
        </pc:spChg>
        <pc:spChg chg="add mod">
          <ac:chgData name="Min Wang" userId="40c509f2-6e44-41ac-be95-0b697891d3eb" providerId="ADAL" clId="{1E82F5CA-06CB-5569-B40B-7CFA0163A4AB}" dt="2026-09-13T19:08:53.038" v="1518" actId="1076"/>
          <ac:spMkLst>
            <pc:docMk/>
            <pc:sldMk cId="691416420" sldId="346"/>
            <ac:spMk id="5" creationId="{7CA2B019-CAA1-F469-1B50-81A11DF96819}"/>
          </ac:spMkLst>
        </pc:spChg>
        <pc:picChg chg="add mod">
          <ac:chgData name="Min Wang" userId="40c509f2-6e44-41ac-be95-0b697891d3eb" providerId="ADAL" clId="{1E82F5CA-06CB-5569-B40B-7CFA0163A4AB}" dt="2026-09-13T19:08:17.557" v="1511" actId="1076"/>
          <ac:picMkLst>
            <pc:docMk/>
            <pc:sldMk cId="691416420" sldId="346"/>
            <ac:picMk id="2" creationId="{0CF30D62-F928-FDE4-98A2-9EBFE7920B2E}"/>
          </ac:picMkLst>
        </pc:picChg>
        <pc:picChg chg="add mod">
          <ac:chgData name="Min Wang" userId="40c509f2-6e44-41ac-be95-0b697891d3eb" providerId="ADAL" clId="{1E82F5CA-06CB-5569-B40B-7CFA0163A4AB}" dt="2026-09-13T19:08:29.695" v="1513" actId="1076"/>
          <ac:picMkLst>
            <pc:docMk/>
            <pc:sldMk cId="691416420" sldId="346"/>
            <ac:picMk id="3" creationId="{72A293A5-F44A-CE5B-73C9-7039CA0AA390}"/>
          </ac:picMkLst>
        </pc:picChg>
        <pc:picChg chg="add del mod">
          <ac:chgData name="Min Wang" userId="40c509f2-6e44-41ac-be95-0b697891d3eb" providerId="ADAL" clId="{1E82F5CA-06CB-5569-B40B-7CFA0163A4AB}" dt="2026-09-13T19:09:49.352" v="1523" actId="478"/>
          <ac:picMkLst>
            <pc:docMk/>
            <pc:sldMk cId="691416420" sldId="346"/>
            <ac:picMk id="6" creationId="{0365B251-CC53-3EC7-0866-C75993558B75}"/>
          </ac:picMkLst>
        </pc:picChg>
      </pc:sldChg>
      <pc:sldChg chg="addSp modSp mod modAnim">
        <pc:chgData name="Min Wang" userId="40c509f2-6e44-41ac-be95-0b697891d3eb" providerId="ADAL" clId="{1E82F5CA-06CB-5569-B40B-7CFA0163A4AB}" dt="2026-09-13T19:10:11.238" v="1528" actId="164"/>
        <pc:sldMkLst>
          <pc:docMk/>
          <pc:sldMk cId="3332968139" sldId="347"/>
        </pc:sldMkLst>
        <pc:grpChg chg="add mod">
          <ac:chgData name="Min Wang" userId="40c509f2-6e44-41ac-be95-0b697891d3eb" providerId="ADAL" clId="{1E82F5CA-06CB-5569-B40B-7CFA0163A4AB}" dt="2026-09-13T19:10:11.238" v="1528" actId="164"/>
          <ac:grpSpMkLst>
            <pc:docMk/>
            <pc:sldMk cId="3332968139" sldId="347"/>
            <ac:grpSpMk id="4" creationId="{94689BDD-2DBF-F6BB-8337-99E7795CA4A6}"/>
          </ac:grpSpMkLst>
        </pc:grpChg>
        <pc:picChg chg="add mod">
          <ac:chgData name="Min Wang" userId="40c509f2-6e44-41ac-be95-0b697891d3eb" providerId="ADAL" clId="{1E82F5CA-06CB-5569-B40B-7CFA0163A4AB}" dt="2026-09-13T19:10:11.238" v="1528" actId="164"/>
          <ac:picMkLst>
            <pc:docMk/>
            <pc:sldMk cId="3332968139" sldId="347"/>
            <ac:picMk id="2" creationId="{B7E30D99-BC57-E27C-4E9D-5763BEC8E813}"/>
          </ac:picMkLst>
        </pc:picChg>
        <pc:picChg chg="add mod">
          <ac:chgData name="Min Wang" userId="40c509f2-6e44-41ac-be95-0b697891d3eb" providerId="ADAL" clId="{1E82F5CA-06CB-5569-B40B-7CFA0163A4AB}" dt="2026-09-13T19:10:11.238" v="1528" actId="164"/>
          <ac:picMkLst>
            <pc:docMk/>
            <pc:sldMk cId="3332968139" sldId="347"/>
            <ac:picMk id="3" creationId="{2382E610-C1F3-E35D-2EF0-2457015EE8CD}"/>
          </ac:picMkLst>
        </pc:picChg>
      </pc:sldChg>
      <pc:sldChg chg="addSp delSp modSp mod">
        <pc:chgData name="Min Wang" userId="40c509f2-6e44-41ac-be95-0b697891d3eb" providerId="ADAL" clId="{1E82F5CA-06CB-5569-B40B-7CFA0163A4AB}" dt="2026-09-13T19:17:26.155" v="1594" actId="1035"/>
        <pc:sldMkLst>
          <pc:docMk/>
          <pc:sldMk cId="1171120091" sldId="348"/>
        </pc:sldMkLst>
        <pc:spChg chg="add mod">
          <ac:chgData name="Min Wang" userId="40c509f2-6e44-41ac-be95-0b697891d3eb" providerId="ADAL" clId="{1E82F5CA-06CB-5569-B40B-7CFA0163A4AB}" dt="2026-09-13T19:12:14.136" v="1539" actId="113"/>
          <ac:spMkLst>
            <pc:docMk/>
            <pc:sldMk cId="1171120091" sldId="348"/>
            <ac:spMk id="3" creationId="{3EC161D2-0B3B-4834-EA15-991E4DB0DF2C}"/>
          </ac:spMkLst>
        </pc:spChg>
        <pc:spChg chg="add mod">
          <ac:chgData name="Min Wang" userId="40c509f2-6e44-41ac-be95-0b697891d3eb" providerId="ADAL" clId="{1E82F5CA-06CB-5569-B40B-7CFA0163A4AB}" dt="2026-09-13T19:14:22.344" v="1552"/>
          <ac:spMkLst>
            <pc:docMk/>
            <pc:sldMk cId="1171120091" sldId="348"/>
            <ac:spMk id="6" creationId="{8CF8C4A5-9D4D-9776-FA76-794A46044C3A}"/>
          </ac:spMkLst>
        </pc:spChg>
        <pc:spChg chg="add mod">
          <ac:chgData name="Min Wang" userId="40c509f2-6e44-41ac-be95-0b697891d3eb" providerId="ADAL" clId="{1E82F5CA-06CB-5569-B40B-7CFA0163A4AB}" dt="2026-09-13T19:15:18.351" v="1561" actId="1076"/>
          <ac:spMkLst>
            <pc:docMk/>
            <pc:sldMk cId="1171120091" sldId="348"/>
            <ac:spMk id="10" creationId="{D03AF9E1-7B77-975E-6D04-D66E120736DC}"/>
          </ac:spMkLst>
        </pc:spChg>
        <pc:spChg chg="add mod">
          <ac:chgData name="Min Wang" userId="40c509f2-6e44-41ac-be95-0b697891d3eb" providerId="ADAL" clId="{1E82F5CA-06CB-5569-B40B-7CFA0163A4AB}" dt="2026-09-13T19:17:26.155" v="1594" actId="1035"/>
          <ac:spMkLst>
            <pc:docMk/>
            <pc:sldMk cId="1171120091" sldId="348"/>
            <ac:spMk id="16" creationId="{3CF3F9C8-4346-04DB-7372-AE584E315C6A}"/>
          </ac:spMkLst>
        </pc:spChg>
        <pc:grpChg chg="add mod">
          <ac:chgData name="Min Wang" userId="40c509f2-6e44-41ac-be95-0b697891d3eb" providerId="ADAL" clId="{1E82F5CA-06CB-5569-B40B-7CFA0163A4AB}" dt="2026-09-13T19:16:53.455" v="1574" actId="164"/>
          <ac:grpSpMkLst>
            <pc:docMk/>
            <pc:sldMk cId="1171120091" sldId="348"/>
            <ac:grpSpMk id="15" creationId="{A247ADCC-B9D5-6350-7763-35891B856F29}"/>
          </ac:grpSpMkLst>
        </pc:grpChg>
        <pc:picChg chg="add del mod">
          <ac:chgData name="Min Wang" userId="40c509f2-6e44-41ac-be95-0b697891d3eb" providerId="ADAL" clId="{1E82F5CA-06CB-5569-B40B-7CFA0163A4AB}" dt="2026-09-13T19:13:24.411" v="1544" actId="478"/>
          <ac:picMkLst>
            <pc:docMk/>
            <pc:sldMk cId="1171120091" sldId="348"/>
            <ac:picMk id="4" creationId="{8879D102-5470-55AD-31EE-F5AC8D56317A}"/>
          </ac:picMkLst>
        </pc:picChg>
        <pc:picChg chg="add mod">
          <ac:chgData name="Min Wang" userId="40c509f2-6e44-41ac-be95-0b697891d3eb" providerId="ADAL" clId="{1E82F5CA-06CB-5569-B40B-7CFA0163A4AB}" dt="2026-09-13T19:13:38.875" v="1546" actId="1076"/>
          <ac:picMkLst>
            <pc:docMk/>
            <pc:sldMk cId="1171120091" sldId="348"/>
            <ac:picMk id="7" creationId="{CA95BCF4-1C25-1E3E-CC1D-7F7B04D359F2}"/>
          </ac:picMkLst>
        </pc:picChg>
        <pc:picChg chg="add mod">
          <ac:chgData name="Min Wang" userId="40c509f2-6e44-41ac-be95-0b697891d3eb" providerId="ADAL" clId="{1E82F5CA-06CB-5569-B40B-7CFA0163A4AB}" dt="2026-09-13T19:14:41.918" v="1555" actId="14100"/>
          <ac:picMkLst>
            <pc:docMk/>
            <pc:sldMk cId="1171120091" sldId="348"/>
            <ac:picMk id="8" creationId="{9F13D89C-7220-4BA4-913A-FFA9B894A2C1}"/>
          </ac:picMkLst>
        </pc:picChg>
        <pc:picChg chg="add mod">
          <ac:chgData name="Min Wang" userId="40c509f2-6e44-41ac-be95-0b697891d3eb" providerId="ADAL" clId="{1E82F5CA-06CB-5569-B40B-7CFA0163A4AB}" dt="2026-09-13T19:15:36.229" v="1563" actId="1076"/>
          <ac:picMkLst>
            <pc:docMk/>
            <pc:sldMk cId="1171120091" sldId="348"/>
            <ac:picMk id="11" creationId="{8ADCCACD-FD5E-D433-5462-8C76AA806CBC}"/>
          </ac:picMkLst>
        </pc:picChg>
        <pc:picChg chg="add mod">
          <ac:chgData name="Min Wang" userId="40c509f2-6e44-41ac-be95-0b697891d3eb" providerId="ADAL" clId="{1E82F5CA-06CB-5569-B40B-7CFA0163A4AB}" dt="2026-09-13T19:16:53.455" v="1574" actId="164"/>
          <ac:picMkLst>
            <pc:docMk/>
            <pc:sldMk cId="1171120091" sldId="348"/>
            <ac:picMk id="12" creationId="{CE3BF31D-598E-8F5E-5EEA-969FB90D3ACE}"/>
          </ac:picMkLst>
        </pc:picChg>
        <pc:picChg chg="add mod">
          <ac:chgData name="Min Wang" userId="40c509f2-6e44-41ac-be95-0b697891d3eb" providerId="ADAL" clId="{1E82F5CA-06CB-5569-B40B-7CFA0163A4AB}" dt="2026-09-13T19:16:53.455" v="1574" actId="164"/>
          <ac:picMkLst>
            <pc:docMk/>
            <pc:sldMk cId="1171120091" sldId="348"/>
            <ac:picMk id="13" creationId="{90D2065E-08DB-BF0D-BC4D-B575EBB4816D}"/>
          </ac:picMkLst>
        </pc:picChg>
        <pc:picChg chg="add mod">
          <ac:chgData name="Min Wang" userId="40c509f2-6e44-41ac-be95-0b697891d3eb" providerId="ADAL" clId="{1E82F5CA-06CB-5569-B40B-7CFA0163A4AB}" dt="2026-09-13T19:16:53.455" v="1574" actId="164"/>
          <ac:picMkLst>
            <pc:docMk/>
            <pc:sldMk cId="1171120091" sldId="348"/>
            <ac:picMk id="14" creationId="{13A8E0B0-B27F-820C-5CF3-058CF1A539C0}"/>
          </ac:picMkLst>
        </pc:picChg>
      </pc:sldChg>
      <pc:sldChg chg="addSp modSp mod modAnim">
        <pc:chgData name="Min Wang" userId="40c509f2-6e44-41ac-be95-0b697891d3eb" providerId="ADAL" clId="{1E82F5CA-06CB-5569-B40B-7CFA0163A4AB}" dt="2026-09-13T19:23:56.707" v="1623"/>
        <pc:sldMkLst>
          <pc:docMk/>
          <pc:sldMk cId="2483791721" sldId="349"/>
        </pc:sldMkLst>
        <pc:spChg chg="add mod">
          <ac:chgData name="Min Wang" userId="40c509f2-6e44-41ac-be95-0b697891d3eb" providerId="ADAL" clId="{1E82F5CA-06CB-5569-B40B-7CFA0163A4AB}" dt="2026-09-13T19:19:35.938" v="1607" actId="1076"/>
          <ac:spMkLst>
            <pc:docMk/>
            <pc:sldMk cId="2483791721" sldId="349"/>
            <ac:spMk id="5" creationId="{8343FB2F-C2E0-D7DA-33FA-71A89EBA8E41}"/>
          </ac:spMkLst>
        </pc:spChg>
        <pc:spChg chg="add mod">
          <ac:chgData name="Min Wang" userId="40c509f2-6e44-41ac-be95-0b697891d3eb" providerId="ADAL" clId="{1E82F5CA-06CB-5569-B40B-7CFA0163A4AB}" dt="2026-09-13T19:19:49.111" v="1609" actId="1076"/>
          <ac:spMkLst>
            <pc:docMk/>
            <pc:sldMk cId="2483791721" sldId="349"/>
            <ac:spMk id="6" creationId="{5063669F-DCF7-E971-DE40-F16719AB249D}"/>
          </ac:spMkLst>
        </pc:spChg>
        <pc:spChg chg="add mod">
          <ac:chgData name="Min Wang" userId="40c509f2-6e44-41ac-be95-0b697891d3eb" providerId="ADAL" clId="{1E82F5CA-06CB-5569-B40B-7CFA0163A4AB}" dt="2026-09-13T19:21:56.150" v="1619" actId="164"/>
          <ac:spMkLst>
            <pc:docMk/>
            <pc:sldMk cId="2483791721" sldId="349"/>
            <ac:spMk id="9" creationId="{F81DF143-5D59-5451-3892-0178A2F6ABE5}"/>
          </ac:spMkLst>
        </pc:spChg>
        <pc:grpChg chg="add mod">
          <ac:chgData name="Min Wang" userId="40c509f2-6e44-41ac-be95-0b697891d3eb" providerId="ADAL" clId="{1E82F5CA-06CB-5569-B40B-7CFA0163A4AB}" dt="2026-09-13T19:21:56.150" v="1619" actId="164"/>
          <ac:grpSpMkLst>
            <pc:docMk/>
            <pc:sldMk cId="2483791721" sldId="349"/>
            <ac:grpSpMk id="11" creationId="{267B2265-7212-1BA0-6073-8FE4E5282F2A}"/>
          </ac:grpSpMkLst>
        </pc:grpChg>
        <pc:picChg chg="add mod">
          <ac:chgData name="Min Wang" userId="40c509f2-6e44-41ac-be95-0b697891d3eb" providerId="ADAL" clId="{1E82F5CA-06CB-5569-B40B-7CFA0163A4AB}" dt="2026-09-13T19:18:11.705" v="1596" actId="1076"/>
          <ac:picMkLst>
            <pc:docMk/>
            <pc:sldMk cId="2483791721" sldId="349"/>
            <ac:picMk id="2" creationId="{5369D46F-9CD1-B249-C2DB-88F5D9744DB7}"/>
          </ac:picMkLst>
        </pc:picChg>
        <pc:picChg chg="add mod">
          <ac:chgData name="Min Wang" userId="40c509f2-6e44-41ac-be95-0b697891d3eb" providerId="ADAL" clId="{1E82F5CA-06CB-5569-B40B-7CFA0163A4AB}" dt="2026-09-13T19:19:07.005" v="1605" actId="1076"/>
          <ac:picMkLst>
            <pc:docMk/>
            <pc:sldMk cId="2483791721" sldId="349"/>
            <ac:picMk id="3" creationId="{048120CC-6E7E-696D-E44D-30980AAA6B17}"/>
          </ac:picMkLst>
        </pc:picChg>
        <pc:picChg chg="add mod">
          <ac:chgData name="Min Wang" userId="40c509f2-6e44-41ac-be95-0b697891d3eb" providerId="ADAL" clId="{1E82F5CA-06CB-5569-B40B-7CFA0163A4AB}" dt="2026-09-13T19:18:42.771" v="1601" actId="1076"/>
          <ac:picMkLst>
            <pc:docMk/>
            <pc:sldMk cId="2483791721" sldId="349"/>
            <ac:picMk id="4" creationId="{8D6BABEB-BD06-4449-3314-6F4B796DDAC2}"/>
          </ac:picMkLst>
        </pc:picChg>
        <pc:picChg chg="add mod">
          <ac:chgData name="Min Wang" userId="40c509f2-6e44-41ac-be95-0b697891d3eb" providerId="ADAL" clId="{1E82F5CA-06CB-5569-B40B-7CFA0163A4AB}" dt="2026-09-13T19:21:56.150" v="1619" actId="164"/>
          <ac:picMkLst>
            <pc:docMk/>
            <pc:sldMk cId="2483791721" sldId="349"/>
            <ac:picMk id="7" creationId="{757A0749-960D-6A5A-3241-365D4BE37895}"/>
          </ac:picMkLst>
        </pc:picChg>
        <pc:picChg chg="add mod">
          <ac:chgData name="Min Wang" userId="40c509f2-6e44-41ac-be95-0b697891d3eb" providerId="ADAL" clId="{1E82F5CA-06CB-5569-B40B-7CFA0163A4AB}" dt="2026-09-13T19:21:56.150" v="1619" actId="164"/>
          <ac:picMkLst>
            <pc:docMk/>
            <pc:sldMk cId="2483791721" sldId="349"/>
            <ac:picMk id="10" creationId="{7E70F441-C674-BD52-D372-C5C6344EA148}"/>
          </ac:picMkLst>
        </pc:picChg>
        <pc:picChg chg="add mod">
          <ac:chgData name="Min Wang" userId="40c509f2-6e44-41ac-be95-0b697891d3eb" providerId="ADAL" clId="{1E82F5CA-06CB-5569-B40B-7CFA0163A4AB}" dt="2026-09-13T19:23:54.681" v="1622" actId="1076"/>
          <ac:picMkLst>
            <pc:docMk/>
            <pc:sldMk cId="2483791721" sldId="349"/>
            <ac:picMk id="12" creationId="{6509FFC1-33B2-8B4E-9F8A-2181077ED0B3}"/>
          </ac:picMkLst>
        </pc:picChg>
      </pc:sldChg>
      <pc:sldChg chg="addSp delSp modSp mod modAnim">
        <pc:chgData name="Min Wang" userId="40c509f2-6e44-41ac-be95-0b697891d3eb" providerId="ADAL" clId="{1E82F5CA-06CB-5569-B40B-7CFA0163A4AB}" dt="2026-09-13T19:28:12.712" v="1659"/>
        <pc:sldMkLst>
          <pc:docMk/>
          <pc:sldMk cId="798082772" sldId="350"/>
        </pc:sldMkLst>
        <pc:spChg chg="add mod">
          <ac:chgData name="Min Wang" userId="40c509f2-6e44-41ac-be95-0b697891d3eb" providerId="ADAL" clId="{1E82F5CA-06CB-5569-B40B-7CFA0163A4AB}" dt="2026-09-13T19:24:22.492" v="1627" actId="1076"/>
          <ac:spMkLst>
            <pc:docMk/>
            <pc:sldMk cId="798082772" sldId="350"/>
            <ac:spMk id="3" creationId="{99B7D167-7040-B94A-2DA5-0C6144FE82B8}"/>
          </ac:spMkLst>
        </pc:spChg>
        <pc:spChg chg="add mod">
          <ac:chgData name="Min Wang" userId="40c509f2-6e44-41ac-be95-0b697891d3eb" providerId="ADAL" clId="{1E82F5CA-06CB-5569-B40B-7CFA0163A4AB}" dt="2026-09-13T19:26:09.232" v="1640" actId="164"/>
          <ac:spMkLst>
            <pc:docMk/>
            <pc:sldMk cId="798082772" sldId="350"/>
            <ac:spMk id="7" creationId="{D7A55D6F-EC78-8DB4-326F-0D06B1D14968}"/>
          </ac:spMkLst>
        </pc:spChg>
        <pc:spChg chg="add mod">
          <ac:chgData name="Min Wang" userId="40c509f2-6e44-41ac-be95-0b697891d3eb" providerId="ADAL" clId="{1E82F5CA-06CB-5569-B40B-7CFA0163A4AB}" dt="2026-09-13T19:28:09.284" v="1658" actId="164"/>
          <ac:spMkLst>
            <pc:docMk/>
            <pc:sldMk cId="798082772" sldId="350"/>
            <ac:spMk id="12" creationId="{D9234455-0043-1665-FE43-FADFD24C145D}"/>
          </ac:spMkLst>
        </pc:spChg>
        <pc:spChg chg="add mod">
          <ac:chgData name="Min Wang" userId="40c509f2-6e44-41ac-be95-0b697891d3eb" providerId="ADAL" clId="{1E82F5CA-06CB-5569-B40B-7CFA0163A4AB}" dt="2026-09-13T19:27:53.923" v="1656" actId="167"/>
          <ac:spMkLst>
            <pc:docMk/>
            <pc:sldMk cId="798082772" sldId="350"/>
            <ac:spMk id="14" creationId="{65EDB300-05F5-B69C-185D-153A6D1E393F}"/>
          </ac:spMkLst>
        </pc:spChg>
        <pc:grpChg chg="add mod">
          <ac:chgData name="Min Wang" userId="40c509f2-6e44-41ac-be95-0b697891d3eb" providerId="ADAL" clId="{1E82F5CA-06CB-5569-B40B-7CFA0163A4AB}" dt="2026-09-13T19:26:09.232" v="1640" actId="164"/>
          <ac:grpSpMkLst>
            <pc:docMk/>
            <pc:sldMk cId="798082772" sldId="350"/>
            <ac:grpSpMk id="8" creationId="{80629416-6DF7-AD8E-1B0A-9AD918CC0E07}"/>
          </ac:grpSpMkLst>
        </pc:grpChg>
        <pc:grpChg chg="add mod">
          <ac:chgData name="Min Wang" userId="40c509f2-6e44-41ac-be95-0b697891d3eb" providerId="ADAL" clId="{1E82F5CA-06CB-5569-B40B-7CFA0163A4AB}" dt="2026-09-13T19:28:09.284" v="1658" actId="164"/>
          <ac:grpSpMkLst>
            <pc:docMk/>
            <pc:sldMk cId="798082772" sldId="350"/>
            <ac:grpSpMk id="15" creationId="{29E5A752-8607-A009-2FC1-D84BCEB38689}"/>
          </ac:grpSpMkLst>
        </pc:grpChg>
        <pc:picChg chg="add mod">
          <ac:chgData name="Min Wang" userId="40c509f2-6e44-41ac-be95-0b697891d3eb" providerId="ADAL" clId="{1E82F5CA-06CB-5569-B40B-7CFA0163A4AB}" dt="2026-09-13T19:24:31.269" v="1629" actId="1076"/>
          <ac:picMkLst>
            <pc:docMk/>
            <pc:sldMk cId="798082772" sldId="350"/>
            <ac:picMk id="4" creationId="{4BF9A571-FA83-DCC5-9CF4-24A59BF1987E}"/>
          </ac:picMkLst>
        </pc:picChg>
        <pc:picChg chg="add del mod">
          <ac:chgData name="Min Wang" userId="40c509f2-6e44-41ac-be95-0b697891d3eb" providerId="ADAL" clId="{1E82F5CA-06CB-5569-B40B-7CFA0163A4AB}" dt="2026-09-13T19:25:51.543" v="1632" actId="478"/>
          <ac:picMkLst>
            <pc:docMk/>
            <pc:sldMk cId="798082772" sldId="350"/>
            <ac:picMk id="5" creationId="{594FFB0E-516A-881B-BA8B-87BC479816B6}"/>
          </ac:picMkLst>
        </pc:picChg>
        <pc:picChg chg="add mod">
          <ac:chgData name="Min Wang" userId="40c509f2-6e44-41ac-be95-0b697891d3eb" providerId="ADAL" clId="{1E82F5CA-06CB-5569-B40B-7CFA0163A4AB}" dt="2026-09-13T19:26:09.232" v="1640" actId="164"/>
          <ac:picMkLst>
            <pc:docMk/>
            <pc:sldMk cId="798082772" sldId="350"/>
            <ac:picMk id="6" creationId="{7D2CAE4E-BF5B-75AA-700C-2E2F77875704}"/>
          </ac:picMkLst>
        </pc:picChg>
        <pc:picChg chg="add mod">
          <ac:chgData name="Min Wang" userId="40c509f2-6e44-41ac-be95-0b697891d3eb" providerId="ADAL" clId="{1E82F5CA-06CB-5569-B40B-7CFA0163A4AB}" dt="2026-09-13T19:28:09.284" v="1658" actId="164"/>
          <ac:picMkLst>
            <pc:docMk/>
            <pc:sldMk cId="798082772" sldId="350"/>
            <ac:picMk id="9" creationId="{8E995ED5-DB1D-BCD8-3BE4-D24A110AF3F6}"/>
          </ac:picMkLst>
        </pc:picChg>
        <pc:picChg chg="add mod">
          <ac:chgData name="Min Wang" userId="40c509f2-6e44-41ac-be95-0b697891d3eb" providerId="ADAL" clId="{1E82F5CA-06CB-5569-B40B-7CFA0163A4AB}" dt="2026-09-13T19:28:09.284" v="1658" actId="164"/>
          <ac:picMkLst>
            <pc:docMk/>
            <pc:sldMk cId="798082772" sldId="350"/>
            <ac:picMk id="10" creationId="{03208B74-1F4C-159C-217C-5C81611AA42B}"/>
          </ac:picMkLst>
        </pc:picChg>
      </pc:sldChg>
      <pc:sldChg chg="addSp delSp modSp mod">
        <pc:chgData name="Min Wang" userId="40c509f2-6e44-41ac-be95-0b697891d3eb" providerId="ADAL" clId="{1E82F5CA-06CB-5569-B40B-7CFA0163A4AB}" dt="2026-09-13T19:35:47.950" v="1678"/>
        <pc:sldMkLst>
          <pc:docMk/>
          <pc:sldMk cId="2593765813" sldId="351"/>
        </pc:sldMkLst>
        <pc:spChg chg="add del mod">
          <ac:chgData name="Min Wang" userId="40c509f2-6e44-41ac-be95-0b697891d3eb" providerId="ADAL" clId="{1E82F5CA-06CB-5569-B40B-7CFA0163A4AB}" dt="2026-09-13T19:33:23.531" v="1672" actId="478"/>
          <ac:spMkLst>
            <pc:docMk/>
            <pc:sldMk cId="2593765813" sldId="351"/>
            <ac:spMk id="4" creationId="{08FCE107-89B3-DDF5-73D9-C4E065FCC8DE}"/>
          </ac:spMkLst>
        </pc:spChg>
        <pc:picChg chg="add mod">
          <ac:chgData name="Min Wang" userId="40c509f2-6e44-41ac-be95-0b697891d3eb" providerId="ADAL" clId="{1E82F5CA-06CB-5569-B40B-7CFA0163A4AB}" dt="2026-09-13T19:31:38.946" v="1667" actId="1076"/>
          <ac:picMkLst>
            <pc:docMk/>
            <pc:sldMk cId="2593765813" sldId="351"/>
            <ac:picMk id="2" creationId="{CDA06EDA-A85A-47CB-58A4-B97D130D5B1C}"/>
          </ac:picMkLst>
        </pc:picChg>
        <pc:picChg chg="add mod">
          <ac:chgData name="Min Wang" userId="40c509f2-6e44-41ac-be95-0b697891d3eb" providerId="ADAL" clId="{1E82F5CA-06CB-5569-B40B-7CFA0163A4AB}" dt="2026-09-13T19:33:40.107" v="1675" actId="14100"/>
          <ac:picMkLst>
            <pc:docMk/>
            <pc:sldMk cId="2593765813" sldId="351"/>
            <ac:picMk id="5" creationId="{EE7BAC50-A805-C2D4-50EA-09DBE4BC8628}"/>
          </ac:picMkLst>
        </pc:picChg>
        <pc:picChg chg="add mod">
          <ac:chgData name="Min Wang" userId="40c509f2-6e44-41ac-be95-0b697891d3eb" providerId="ADAL" clId="{1E82F5CA-06CB-5569-B40B-7CFA0163A4AB}" dt="2026-09-13T19:33:50.249" v="1677" actId="1076"/>
          <ac:picMkLst>
            <pc:docMk/>
            <pc:sldMk cId="2593765813" sldId="351"/>
            <ac:picMk id="6" creationId="{164F75DF-7BFE-3855-A5B2-4CCF0B682F22}"/>
          </ac:picMkLst>
        </pc:picChg>
        <pc:picChg chg="add">
          <ac:chgData name="Min Wang" userId="40c509f2-6e44-41ac-be95-0b697891d3eb" providerId="ADAL" clId="{1E82F5CA-06CB-5569-B40B-7CFA0163A4AB}" dt="2026-09-13T19:35:47.950" v="1678"/>
          <ac:picMkLst>
            <pc:docMk/>
            <pc:sldMk cId="2593765813" sldId="351"/>
            <ac:picMk id="7" creationId="{1C9B7F9B-7A3A-DC9B-5748-B3BBA4A4775E}"/>
          </ac:picMkLst>
        </pc:picChg>
      </pc:sldChg>
      <pc:sldChg chg="addSp delSp modSp add mod modAnim">
        <pc:chgData name="Min Wang" userId="40c509f2-6e44-41ac-be95-0b697891d3eb" providerId="ADAL" clId="{1E82F5CA-06CB-5569-B40B-7CFA0163A4AB}" dt="2026-09-13T19:41:19.972" v="1721"/>
        <pc:sldMkLst>
          <pc:docMk/>
          <pc:sldMk cId="1710261569" sldId="352"/>
        </pc:sldMkLst>
        <pc:grpChg chg="add mod">
          <ac:chgData name="Min Wang" userId="40c509f2-6e44-41ac-be95-0b697891d3eb" providerId="ADAL" clId="{1E82F5CA-06CB-5569-B40B-7CFA0163A4AB}" dt="2026-09-13T19:41:15.997" v="1720" actId="164"/>
          <ac:grpSpMkLst>
            <pc:docMk/>
            <pc:sldMk cId="1710261569" sldId="352"/>
            <ac:grpSpMk id="15" creationId="{FD711275-7DE8-787B-B47D-145FEEA1C4A5}"/>
          </ac:grpSpMkLst>
        </pc:grpChg>
        <pc:picChg chg="add mod">
          <ac:chgData name="Min Wang" userId="40c509f2-6e44-41ac-be95-0b697891d3eb" providerId="ADAL" clId="{1E82F5CA-06CB-5569-B40B-7CFA0163A4AB}" dt="2026-09-13T19:35:56.205" v="1680" actId="1076"/>
          <ac:picMkLst>
            <pc:docMk/>
            <pc:sldMk cId="1710261569" sldId="352"/>
            <ac:picMk id="2" creationId="{35871321-665E-1523-B757-4C4365F0207A}"/>
          </ac:picMkLst>
        </pc:picChg>
        <pc:picChg chg="add mod">
          <ac:chgData name="Min Wang" userId="40c509f2-6e44-41ac-be95-0b697891d3eb" providerId="ADAL" clId="{1E82F5CA-06CB-5569-B40B-7CFA0163A4AB}" dt="2026-09-13T19:36:08.978" v="1682" actId="1076"/>
          <ac:picMkLst>
            <pc:docMk/>
            <pc:sldMk cId="1710261569" sldId="352"/>
            <ac:picMk id="3" creationId="{9BD2F618-BBA2-1A97-1925-F8FD6964941E}"/>
          </ac:picMkLst>
        </pc:picChg>
        <pc:picChg chg="add mod">
          <ac:chgData name="Min Wang" userId="40c509f2-6e44-41ac-be95-0b697891d3eb" providerId="ADAL" clId="{1E82F5CA-06CB-5569-B40B-7CFA0163A4AB}" dt="2026-09-13T19:36:17.882" v="1684" actId="1076"/>
          <ac:picMkLst>
            <pc:docMk/>
            <pc:sldMk cId="1710261569" sldId="352"/>
            <ac:picMk id="4" creationId="{972688CC-2F00-171A-995D-352A8EC89F12}"/>
          </ac:picMkLst>
        </pc:picChg>
        <pc:picChg chg="add del mod">
          <ac:chgData name="Min Wang" userId="40c509f2-6e44-41ac-be95-0b697891d3eb" providerId="ADAL" clId="{1E82F5CA-06CB-5569-B40B-7CFA0163A4AB}" dt="2026-09-13T19:38:06.070" v="1687" actId="478"/>
          <ac:picMkLst>
            <pc:docMk/>
            <pc:sldMk cId="1710261569" sldId="352"/>
            <ac:picMk id="5" creationId="{5E095954-F787-A588-48B7-E744C9DDAE92}"/>
          </ac:picMkLst>
        </pc:picChg>
        <pc:picChg chg="add mod">
          <ac:chgData name="Min Wang" userId="40c509f2-6e44-41ac-be95-0b697891d3eb" providerId="ADAL" clId="{1E82F5CA-06CB-5569-B40B-7CFA0163A4AB}" dt="2026-09-13T19:38:23.723" v="1689" actId="1076"/>
          <ac:picMkLst>
            <pc:docMk/>
            <pc:sldMk cId="1710261569" sldId="352"/>
            <ac:picMk id="6" creationId="{8FECC577-C443-9544-1736-B337ED7993BD}"/>
          </ac:picMkLst>
        </pc:picChg>
        <pc:picChg chg="add mod">
          <ac:chgData name="Min Wang" userId="40c509f2-6e44-41ac-be95-0b697891d3eb" providerId="ADAL" clId="{1E82F5CA-06CB-5569-B40B-7CFA0163A4AB}" dt="2026-09-13T19:38:43.840" v="1697" actId="1035"/>
          <ac:picMkLst>
            <pc:docMk/>
            <pc:sldMk cId="1710261569" sldId="352"/>
            <ac:picMk id="7" creationId="{B0B7172F-F64F-5C6C-FB6B-A12D38469AA5}"/>
          </ac:picMkLst>
        </pc:picChg>
        <pc:picChg chg="add mod">
          <ac:chgData name="Min Wang" userId="40c509f2-6e44-41ac-be95-0b697891d3eb" providerId="ADAL" clId="{1E82F5CA-06CB-5569-B40B-7CFA0163A4AB}" dt="2026-09-13T19:39:04.163" v="1702" actId="1036"/>
          <ac:picMkLst>
            <pc:docMk/>
            <pc:sldMk cId="1710261569" sldId="352"/>
            <ac:picMk id="8" creationId="{21277733-73F8-FB69-59E6-51A862F50070}"/>
          </ac:picMkLst>
        </pc:picChg>
        <pc:picChg chg="add mod">
          <ac:chgData name="Min Wang" userId="40c509f2-6e44-41ac-be95-0b697891d3eb" providerId="ADAL" clId="{1E82F5CA-06CB-5569-B40B-7CFA0163A4AB}" dt="2026-09-13T19:39:14.660" v="1704" actId="1076"/>
          <ac:picMkLst>
            <pc:docMk/>
            <pc:sldMk cId="1710261569" sldId="352"/>
            <ac:picMk id="9" creationId="{E8341BF1-C088-E5C2-26DF-5E288691D1D0}"/>
          </ac:picMkLst>
        </pc:picChg>
        <pc:picChg chg="add mod">
          <ac:chgData name="Min Wang" userId="40c509f2-6e44-41ac-be95-0b697891d3eb" providerId="ADAL" clId="{1E82F5CA-06CB-5569-B40B-7CFA0163A4AB}" dt="2026-09-13T19:41:15.997" v="1720" actId="164"/>
          <ac:picMkLst>
            <pc:docMk/>
            <pc:sldMk cId="1710261569" sldId="352"/>
            <ac:picMk id="10" creationId="{7833DD92-885B-3B8B-D51D-B1D3FD394FDD}"/>
          </ac:picMkLst>
        </pc:picChg>
        <pc:picChg chg="add mod">
          <ac:chgData name="Min Wang" userId="40c509f2-6e44-41ac-be95-0b697891d3eb" providerId="ADAL" clId="{1E82F5CA-06CB-5569-B40B-7CFA0163A4AB}" dt="2026-09-13T19:41:15.997" v="1720" actId="164"/>
          <ac:picMkLst>
            <pc:docMk/>
            <pc:sldMk cId="1710261569" sldId="352"/>
            <ac:picMk id="11" creationId="{AED826AA-0DC7-01BF-DDB9-96F4E80E5C3E}"/>
          </ac:picMkLst>
        </pc:picChg>
        <pc:picChg chg="add mod">
          <ac:chgData name="Min Wang" userId="40c509f2-6e44-41ac-be95-0b697891d3eb" providerId="ADAL" clId="{1E82F5CA-06CB-5569-B40B-7CFA0163A4AB}" dt="2026-09-13T19:40:52.961" v="1718" actId="1076"/>
          <ac:picMkLst>
            <pc:docMk/>
            <pc:sldMk cId="1710261569" sldId="352"/>
            <ac:picMk id="14" creationId="{98D2A890-75E5-0B87-C42A-72B066B08848}"/>
          </ac:picMkLst>
        </pc:picChg>
        <pc:inkChg chg="add mod">
          <ac:chgData name="Min Wang" userId="40c509f2-6e44-41ac-be95-0b697891d3eb" providerId="ADAL" clId="{1E82F5CA-06CB-5569-B40B-7CFA0163A4AB}" dt="2026-09-13T19:41:15.997" v="1720" actId="164"/>
          <ac:inkMkLst>
            <pc:docMk/>
            <pc:sldMk cId="1710261569" sldId="352"/>
            <ac:inkMk id="12" creationId="{1F283E2A-3FF3-7886-1178-B5927BF1511B}"/>
          </ac:inkMkLst>
        </pc:inkChg>
        <pc:inkChg chg="add mod">
          <ac:chgData name="Min Wang" userId="40c509f2-6e44-41ac-be95-0b697891d3eb" providerId="ADAL" clId="{1E82F5CA-06CB-5569-B40B-7CFA0163A4AB}" dt="2026-09-13T19:41:15.997" v="1720" actId="164"/>
          <ac:inkMkLst>
            <pc:docMk/>
            <pc:sldMk cId="1710261569" sldId="352"/>
            <ac:inkMk id="13" creationId="{4F1FED58-89EC-7B33-F1EF-62D49CAA4356}"/>
          </ac:inkMkLst>
        </pc:inkChg>
      </pc:sldChg>
      <pc:sldChg chg="addSp modSp add mod">
        <pc:chgData name="Min Wang" userId="40c509f2-6e44-41ac-be95-0b697891d3eb" providerId="ADAL" clId="{1E82F5CA-06CB-5569-B40B-7CFA0163A4AB}" dt="2026-09-13T19:43:34.952" v="1726" actId="1076"/>
        <pc:sldMkLst>
          <pc:docMk/>
          <pc:sldMk cId="348672571" sldId="353"/>
        </pc:sldMkLst>
        <pc:picChg chg="add mod">
          <ac:chgData name="Min Wang" userId="40c509f2-6e44-41ac-be95-0b697891d3eb" providerId="ADAL" clId="{1E82F5CA-06CB-5569-B40B-7CFA0163A4AB}" dt="2026-09-13T19:43:06.902" v="1723" actId="1076"/>
          <ac:picMkLst>
            <pc:docMk/>
            <pc:sldMk cId="348672571" sldId="353"/>
            <ac:picMk id="2" creationId="{E7F7EBFC-C235-C64F-220E-50D3B0E33D6D}"/>
          </ac:picMkLst>
        </pc:picChg>
        <pc:picChg chg="add">
          <ac:chgData name="Min Wang" userId="40c509f2-6e44-41ac-be95-0b697891d3eb" providerId="ADAL" clId="{1E82F5CA-06CB-5569-B40B-7CFA0163A4AB}" dt="2026-09-13T19:43:22.172" v="1724"/>
          <ac:picMkLst>
            <pc:docMk/>
            <pc:sldMk cId="348672571" sldId="353"/>
            <ac:picMk id="3" creationId="{168DA277-4312-8A4B-F0CF-CAEC8E34D786}"/>
          </ac:picMkLst>
        </pc:picChg>
        <pc:picChg chg="add mod">
          <ac:chgData name="Min Wang" userId="40c509f2-6e44-41ac-be95-0b697891d3eb" providerId="ADAL" clId="{1E82F5CA-06CB-5569-B40B-7CFA0163A4AB}" dt="2026-09-13T19:43:34.952" v="1726" actId="1076"/>
          <ac:picMkLst>
            <pc:docMk/>
            <pc:sldMk cId="348672571" sldId="353"/>
            <ac:picMk id="4" creationId="{E638E7C4-2CFA-F646-1E41-DBD05D07684C}"/>
          </ac:picMkLst>
        </pc:picChg>
      </pc:sldChg>
      <pc:sldChg chg="addSp modSp add mod">
        <pc:chgData name="Min Wang" userId="40c509f2-6e44-41ac-be95-0b697891d3eb" providerId="ADAL" clId="{1E82F5CA-06CB-5569-B40B-7CFA0163A4AB}" dt="2026-09-13T19:48:26.714" v="1748" actId="1076"/>
        <pc:sldMkLst>
          <pc:docMk/>
          <pc:sldMk cId="2328590688" sldId="354"/>
        </pc:sldMkLst>
        <pc:picChg chg="add mod">
          <ac:chgData name="Min Wang" userId="40c509f2-6e44-41ac-be95-0b697891d3eb" providerId="ADAL" clId="{1E82F5CA-06CB-5569-B40B-7CFA0163A4AB}" dt="2026-09-13T19:44:26.248" v="1729" actId="14100"/>
          <ac:picMkLst>
            <pc:docMk/>
            <pc:sldMk cId="2328590688" sldId="354"/>
            <ac:picMk id="2" creationId="{DA2279BF-D480-0B3A-0F4C-A5DC04FBFA88}"/>
          </ac:picMkLst>
        </pc:picChg>
        <pc:picChg chg="add mod">
          <ac:chgData name="Min Wang" userId="40c509f2-6e44-41ac-be95-0b697891d3eb" providerId="ADAL" clId="{1E82F5CA-06CB-5569-B40B-7CFA0163A4AB}" dt="2026-09-13T19:46:56.089" v="1732" actId="14100"/>
          <ac:picMkLst>
            <pc:docMk/>
            <pc:sldMk cId="2328590688" sldId="354"/>
            <ac:picMk id="3" creationId="{289BE079-066F-A2EE-9581-3773305EC6C6}"/>
          </ac:picMkLst>
        </pc:picChg>
        <pc:picChg chg="add mod">
          <ac:chgData name="Min Wang" userId="40c509f2-6e44-41ac-be95-0b697891d3eb" providerId="ADAL" clId="{1E82F5CA-06CB-5569-B40B-7CFA0163A4AB}" dt="2026-09-13T19:47:05.509" v="1734"/>
          <ac:picMkLst>
            <pc:docMk/>
            <pc:sldMk cId="2328590688" sldId="354"/>
            <ac:picMk id="4" creationId="{AA31FFB4-4B9E-FE7B-2AA9-31084FA84C6E}"/>
          </ac:picMkLst>
        </pc:picChg>
        <pc:picChg chg="add mod">
          <ac:chgData name="Min Wang" userId="40c509f2-6e44-41ac-be95-0b697891d3eb" providerId="ADAL" clId="{1E82F5CA-06CB-5569-B40B-7CFA0163A4AB}" dt="2026-09-13T19:47:16.255" v="1736" actId="1076"/>
          <ac:picMkLst>
            <pc:docMk/>
            <pc:sldMk cId="2328590688" sldId="354"/>
            <ac:picMk id="5" creationId="{12236C86-8CDA-A171-C181-E68F6122BF1E}"/>
          </ac:picMkLst>
        </pc:picChg>
        <pc:picChg chg="add mod">
          <ac:chgData name="Min Wang" userId="40c509f2-6e44-41ac-be95-0b697891d3eb" providerId="ADAL" clId="{1E82F5CA-06CB-5569-B40B-7CFA0163A4AB}" dt="2026-09-13T19:48:00.199" v="1741" actId="1076"/>
          <ac:picMkLst>
            <pc:docMk/>
            <pc:sldMk cId="2328590688" sldId="354"/>
            <ac:picMk id="6" creationId="{17ADE42C-44F7-473D-8317-6F093D3CE654}"/>
          </ac:picMkLst>
        </pc:picChg>
        <pc:picChg chg="add mod">
          <ac:chgData name="Min Wang" userId="40c509f2-6e44-41ac-be95-0b697891d3eb" providerId="ADAL" clId="{1E82F5CA-06CB-5569-B40B-7CFA0163A4AB}" dt="2026-09-13T19:48:26.714" v="1748" actId="1076"/>
          <ac:picMkLst>
            <pc:docMk/>
            <pc:sldMk cId="2328590688" sldId="354"/>
            <ac:picMk id="9" creationId="{03712C0A-4411-C6D0-670E-5D36E1637B75}"/>
          </ac:picMkLst>
        </pc:picChg>
        <pc:inkChg chg="add">
          <ac:chgData name="Min Wang" userId="40c509f2-6e44-41ac-be95-0b697891d3eb" providerId="ADAL" clId="{1E82F5CA-06CB-5569-B40B-7CFA0163A4AB}" dt="2026-09-13T19:48:05.325" v="1742" actId="9405"/>
          <ac:inkMkLst>
            <pc:docMk/>
            <pc:sldMk cId="2328590688" sldId="354"/>
            <ac:inkMk id="7" creationId="{A9040EA0-42E7-7703-2678-CEED84EDDC64}"/>
          </ac:inkMkLst>
        </pc:inkChg>
        <pc:inkChg chg="add">
          <ac:chgData name="Min Wang" userId="40c509f2-6e44-41ac-be95-0b697891d3eb" providerId="ADAL" clId="{1E82F5CA-06CB-5569-B40B-7CFA0163A4AB}" dt="2026-09-13T19:48:06.493" v="1743" actId="9405"/>
          <ac:inkMkLst>
            <pc:docMk/>
            <pc:sldMk cId="2328590688" sldId="354"/>
            <ac:inkMk id="8" creationId="{A2629A89-566D-E3BE-C3CD-0FD46E56E379}"/>
          </ac:inkMkLst>
        </pc:inkChg>
      </pc:sldChg>
      <pc:sldChg chg="addSp modSp add mod">
        <pc:chgData name="Min Wang" userId="40c509f2-6e44-41ac-be95-0b697891d3eb" providerId="ADAL" clId="{1E82F5CA-06CB-5569-B40B-7CFA0163A4AB}" dt="2026-09-13T19:53:15.590" v="1774" actId="5793"/>
        <pc:sldMkLst>
          <pc:docMk/>
          <pc:sldMk cId="4065699809" sldId="355"/>
        </pc:sldMkLst>
        <pc:spChg chg="add mod">
          <ac:chgData name="Min Wang" userId="40c509f2-6e44-41ac-be95-0b697891d3eb" providerId="ADAL" clId="{1E82F5CA-06CB-5569-B40B-7CFA0163A4AB}" dt="2026-09-13T19:53:15.590" v="1774" actId="5793"/>
          <ac:spMkLst>
            <pc:docMk/>
            <pc:sldMk cId="4065699809" sldId="355"/>
            <ac:spMk id="8" creationId="{B8E9D9E9-595D-3DAD-79B6-E7F9552DFD75}"/>
          </ac:spMkLst>
        </pc:spChg>
        <pc:grpChg chg="add mod">
          <ac:chgData name="Min Wang" userId="40c509f2-6e44-41ac-be95-0b697891d3eb" providerId="ADAL" clId="{1E82F5CA-06CB-5569-B40B-7CFA0163A4AB}" dt="2026-09-13T19:51:19.411" v="1761" actId="164"/>
          <ac:grpSpMkLst>
            <pc:docMk/>
            <pc:sldMk cId="4065699809" sldId="355"/>
            <ac:grpSpMk id="6" creationId="{4BBDB43D-7A4B-04BC-44DB-C5D3DE0E71BE}"/>
          </ac:grpSpMkLst>
        </pc:grpChg>
        <pc:picChg chg="add mod">
          <ac:chgData name="Min Wang" userId="40c509f2-6e44-41ac-be95-0b697891d3eb" providerId="ADAL" clId="{1E82F5CA-06CB-5569-B40B-7CFA0163A4AB}" dt="2026-09-13T19:51:19.411" v="1761" actId="164"/>
          <ac:picMkLst>
            <pc:docMk/>
            <pc:sldMk cId="4065699809" sldId="355"/>
            <ac:picMk id="2" creationId="{573CBE30-4F8D-961A-1CC1-66430BD85396}"/>
          </ac:picMkLst>
        </pc:picChg>
        <pc:picChg chg="add mod">
          <ac:chgData name="Min Wang" userId="40c509f2-6e44-41ac-be95-0b697891d3eb" providerId="ADAL" clId="{1E82F5CA-06CB-5569-B40B-7CFA0163A4AB}" dt="2026-09-13T19:51:19.411" v="1761" actId="164"/>
          <ac:picMkLst>
            <pc:docMk/>
            <pc:sldMk cId="4065699809" sldId="355"/>
            <ac:picMk id="3" creationId="{505BBCC2-C936-6F3D-1466-EFA777D4FBE4}"/>
          </ac:picMkLst>
        </pc:picChg>
        <pc:picChg chg="add mod">
          <ac:chgData name="Min Wang" userId="40c509f2-6e44-41ac-be95-0b697891d3eb" providerId="ADAL" clId="{1E82F5CA-06CB-5569-B40B-7CFA0163A4AB}" dt="2026-09-13T19:51:19.411" v="1761" actId="164"/>
          <ac:picMkLst>
            <pc:docMk/>
            <pc:sldMk cId="4065699809" sldId="355"/>
            <ac:picMk id="4" creationId="{E940A6DA-6B27-8FAC-CC1A-53431C3F05D9}"/>
          </ac:picMkLst>
        </pc:picChg>
        <pc:picChg chg="add mod">
          <ac:chgData name="Min Wang" userId="40c509f2-6e44-41ac-be95-0b697891d3eb" providerId="ADAL" clId="{1E82F5CA-06CB-5569-B40B-7CFA0163A4AB}" dt="2026-09-13T19:51:19.411" v="1761" actId="164"/>
          <ac:picMkLst>
            <pc:docMk/>
            <pc:sldMk cId="4065699809" sldId="355"/>
            <ac:picMk id="5" creationId="{31B5B855-9CA5-39D3-4088-57BE93232D93}"/>
          </ac:picMkLst>
        </pc:picChg>
      </pc:sldChg>
      <pc:sldChg chg="add del">
        <pc:chgData name="Min Wang" userId="40c509f2-6e44-41ac-be95-0b697891d3eb" providerId="ADAL" clId="{1E82F5CA-06CB-5569-B40B-7CFA0163A4AB}" dt="2026-09-13T19:53:29.475" v="1775" actId="2696"/>
        <pc:sldMkLst>
          <pc:docMk/>
          <pc:sldMk cId="944138449" sldId="356"/>
        </pc:sldMkLst>
      </pc:sldChg>
      <pc:sldChg chg="add del">
        <pc:chgData name="Min Wang" userId="40c509f2-6e44-41ac-be95-0b697891d3eb" providerId="ADAL" clId="{1E82F5CA-06CB-5569-B40B-7CFA0163A4AB}" dt="2026-09-13T19:53:30.717" v="1776" actId="2696"/>
        <pc:sldMkLst>
          <pc:docMk/>
          <pc:sldMk cId="98307997" sldId="357"/>
        </pc:sldMkLst>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8-20T19:33:12.597"/>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65,'46'0,"-3"0,-22 0,5 0,15 0,17 0,3 0,23 0,-35 0,13 0,-22 0,3 0,2 0,-2 0,-1 0,-3 0,1 0,-1 0,-1 0,0 0,-4 0,-2 0,-3 0,1 0,1 0,0 0,3-5,1 0,4-1,2 1,2 4,1 1,1-1,21 1,-21 0,19 0,-24 0,4-2,-1 0,-1-1,-3-2,-2 2,-2 0,-4 0,0 3,0-2,-4-1,-1 0,1 1,0 0,1 0,0-1,-2 0,0 3,-1 0,-2 0,2-1,0 1,8 0,-7 0,6 0,-10 0,0 0,3 0,-2 0,-2 0,-2 0,-2 0,-3 0,2 0,1 4,-3-3,3 2,5-1,-4 0,9 1,-10-1,-1 0,-2 1,2-1,0 4,-1-5,1 2,0-3,0 0,-1 0,1 4,-1-6,1 3</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8-20T19:33:16.422"/>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87,'36'-9,"-6"2,-23 5,6-1,5-2,-1 2,5-1,-9 4,1 0,12-4,-12 3,8-4,-5 2,-4 1,8 0,-7 2,1-2,4-1,-3 0,3 1,-2 0,-1 0,3-2,-2 0,2 2,-1-1,1 3,-1 0,-2 0,0-1,-1-1,2 0,0 0,-3 0,4 2,-4 0,1 0,4 0,-3 0,3 0,3 0,5 0,1 0,-2 0,-3 0,-8 0,2 0,0 0,-4 0,6 0,-6 0,3 0,3 0,-6 0,6 0,-3 0,-2 0,4 0,-5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8-23T19:08:12.549"/>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1 170,'48'0,"-3"0,-11 0,4 0,5 0,6 0,-5 0,7 0,1 0,10 0,8 0,1 0,3 0,-6 0,3 0,-5-3,-5-1,17-7,-24 1,-4 0,0-2,2-1,31-5,-36 9,5 1,-1 1,-2-2,2-2,-4 1,-4 3,-6 2,-7 3,-3-2,-4-1,1 1,0 1,-1 0,1 2,0 1,0 0,0-1,-1 1,0 0,-1 0,9 0,-9 0,8 0,-9 0,2 0,0 0,1 0,-1 0,1 0,-1 0,0 0,-1 0,-1 0,-2 0,1 0,3 0,3 0,1 0,3 0,-2 0,0 0,2 3,1 0,4 0,15 7,-14-6,13 7,-16-3,5-1,0 2,1-2,-1-1,1 1,0-1,0 3,-1-2,-4 2,-4-3,-4-1,-3 0,3-2,2 1,0-1,-4 1,-3 1,0-2,0 3,2-1,-3-1,8 3,-12-4,8 4,-7-2,1-1,1 2,-1 0,-1 0,0-1,-2 1,-2 2,3 4,-5 0,3 1,-5-3,-1 3,0 2,-3 1,-1 4,-3-9,-1 7,-6-3,-3 0,-9-2,-1-8,-4 1,-4-3,0 2,1 1,0-1,2 0,0-2,-3 1,0 0,-1 0,1-1,2-3,-2 0,-4 0,0 0,-15 0,16 0,-13 0,13 0,-4 2,-3 1,-2 1,1-2,-1-1,0-1,0 0,-3 0,-1 0,3 0,-2 2,1 1,-3 1,-3-1,2 0,2 0,3 1,0-1,1-3,0 0,0 0,-13 5,-21-1,10 4,-13-2,26 0,-5-1,3-2,0-2,3-1,4 0,2 0,5 0,4 0,4 0,1 0,2 0,-1 0,1 0,-1 0,0 0,1 0,-4 0,3 0,0 0,-2 0,-4 0,5 0,-8 0,13 0,-2 0,2 0,0 0,0 0,-3 0,-1 0,1 0,-3 0,0 0,-4 0,0 0,-2 0,-3 0,-7 0,-7 0,-2 0,-2 0,1 0,3 0,1 0,4 0,-14 0,7 0,4 0,17 0,18 0,1 0,3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8-23T19:08:40.037"/>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1 207,'57'0,"-2"0,7 0,-17 0,23 0,2 0,-10 0,18 0,-18 0,7 0,4 0,4 0,16 0,-7 0,3 0,-20 0,-2 0,-7 0,7-2,-7-2,-4 0,-2-2,0-1,0 0,-1 0,10-2,-14 8,10-5,-12 6,5 0,2 0,0 0,-1 0,0 0,-2 0,2 0,-1 0,-2 0,-5-2,3-1,2-2,9-4,10-3,3 1,4 0,2 3,0 3,1-2,-1 2,-2 1,25 1,-28 2,-8 1,-1 0,-2 0,31 0,-43 0,3 0,1 0,-3 0,2 0,0 3,0 4,-3 0,-1 2,-3-1,-2 1,4 0,-2-2,0-1,2-2,-2 0,3-1,1-3,-1 0,19 0,-20 0,20 0,-22 0,9 0,2 0,0 0,1 0,1 3,-1 1,0-1,4 0,0-3,0 0,-5 0,-4 0,1 0,2 0,2 0,0-2,1-2,-1-2,-3-1,-5 3,-5 0,-5 4,0 0,12-6,-13 5,15-5,-16 6,2 0,0 0,-2 0,0 0,-1-2,-3-2,-5 1,2 0,-3 1,1-1,2-2,1-1,4 2,0-2,1 2,-4 1,1 0,-1 2,-2 1,-3 0,5 0,-9 0,20 0,-20 0,15 0,-12 0,2 0,-3 0,-3 0,-1-3,1 0,2 0,-1 0,-1 3,-1 0,-1 0,2 0,4 0,2 0,0-2,0-1,-3 0,-2 1,-2-1,-1-1,7 1,-6-1,16 0,-19 2,13-4,-14 3,3 0,-2 1,-3 1,4 1,-1 0,-2 0,4 0,-4-3,0 1,14-1,-15 0,21 3,-20 0,10 0,-10 0,0 0,4 0,-7 0,7 0,0 0,-3 0,1 0,4 5,-6-2,9 4,-11-2,-2 0,9 2,-9-3,9 4,-7-7,3 3,5-4,-2 0,4 0,-6 0,0 0,-2 0,1 0,-2 3,3-1,-2 3</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8-23T19:08:44.829"/>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1 106,'49'0,"2"0,-20 0,6 0,10 0,16 0,3 0,11 0,-3 0,-3 0,9-4,-10-2,-5-2,-9-2,-1 4,4 0,-1 0,-1 1,-4 2,0 2,-1 1,-4-1,-5 1,-1 0,6 0,-8 0,6 0,-15 0,3 0,1 0,-3 0,0 0,-2 0,-1 0,1 0,0 0,-3 0,-4 0,-3 0,0 0,0 0,6 0,1 0,0 0,0 0,0 0,1 0,3 0,2 0,14 0,-10 0,11 0,-14 0,3 0,1-2,-2-1,-1-3,0 0,-2 2,-2-2,-2 3,-2 0,0-2,-2 3,-1-2,2 1,1 2,1 0,-1 1,-5 0,-1 0,-3 0,-1 0,0-1,-1 1,6 0,-4 0,6 0,-1 0,4 0,3 0,0 0,-2 0,2 0,-2 0,0 0,1 0,-2 0,-1 0,3 0,0 0,5 0,3 0,5 0,-2 0,-1 0,-3 0,-4 0,-1 0,-3 0,5 0,-12 0,6 0,2 0,-8 0,13 0,-12 0,-2 0,1 0,-1 0,0 0,0 0,-3 0,-1 0,1 0,3 0,3 0,0 0,1 0,-1 0,1 0,-1 0,0 0,0 0,8 0,-10 0,5 0,-11 0,0 0,4 0,-7 0,8 0,-6 0,1 2,8 1,-13 1,10 4,-4-3,-1 0,4-3,-1-2,-6 0,7 0,-4 0,2 0,3 0,0 0,3 0,0 0,-3 0,0 0,-3 0,-2 0,5 0,-8 0,9 0,-9 0,12 0,-8 0,10 0,-5 0,2 0,0 0,-2 0,-1 0,-2 0,-3 0,3 0,-3 0,4 0,-5 0,5 0,-7 0,6 0,-3 0,-1 0,5 0,-7 0,8 0,-4 4,1 0,-3 3,3 1,-5-2,6 3,-2-3,-4 0,4-1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8-23T19:11:41.319"/>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1,'57'0,"-8"0,-16 0,2 0,3 0,4 0,3 0,2 0,1 0,0 0,-1 0,0 0,31 0,-22 0,22 0,1 0,-25 0,23 0,-37 0,-1 0,0 0,-3 0,-2 0,-4 0,0 0,-2 0,-5 0,0 0,-5 0,2 2,0 1,-2 0,2-1,0-2,1 1,2-1,-3 0,5 0,-8 0,13 0,-15 0,10 0,-10 0,0 0,2 0,-3 0,7 0,-3 0,0 2,0 1,-4 1,4 1,-2-1,-2 1,3-2,-3 2,0-2,4 5,-6-5,8 4,-5-4</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8-23T20:06:53.341"/>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0,'90'5,"-18"-1,-8-4,-6 0,-2 0,-1 0,-8 0,-2 0,10 0,13 0,4 0,11 0,-8 0,-4 0,0 0,-7 0,6 0,-10 0,-10 0,-7 0,-6 0,0 0,2 0,3 0,1 0,0 0,3 0,-2 0,4 0,-1 0,-5 0,12 0,-17 0,12 0,-13 0,6 0,1 0,2 0,-1 0,0 0,-1 3,-4 3,-1 1,-1 2,-3-3,-2-3,-2 0,-3-3,-1 0,-7 0,-4 0,2 0,0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8-23T20:06:55.441"/>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23,'52'0,"-4"0,-17 0,6 0,2 0,3 0,-5 0,-5 0,1 0,0 0,2 0,0 0,-3 0,3 0,8 0,2 0,5 0,-1 0,20 0,-15 0,17 0,-22 0,2 0,1 0,-1 0,-1 0,-3 0,-3 0,-5 0,-1 0,-1 0,-6 0,-1 0,-4 0,1 0,2 0,2 0,0-2,0-1,0 0,-3-2,-1 1,-3 1,-2 1,1 2,7 0,-7 0,7 0,-9 0,5 0,1 0,1 0,-2 0,1 0,1 0,2 0,-3 0,-3 1,-4 2,-2 2,-1 0,-2-2,-1 2,-2-1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8-23T20:00:32.535"/>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1,'0'0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8-23T20:00:34.835"/>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0,'0'0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8-23T20:13:11.791"/>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0 237,'62'0,"-1"0,-23 0,2 0,3 0,-2 0,8 0,-2 0,1 0,3 0,-2 0,2 0,0 0,1-3,18-8,-20 1,17-8,-25 7,7 0,-2 1,1 2,-1 4,1 0,-1 4,1-1,-1 1,-1 0,-3 0,-2 0,-1 0,1 0,2 0,0 0,-1 0,-2 0,-1 0,0 0,4 0,0 0,10 0,-15 0,6 0,-14 0,6 0,1 0,1 0,1 0,0 0,0 0,0 0,0 0,-2 0,0 0,-3 0,-2 0,1 0,1 2,3 1,1 3,4 0,1-2,1-1,2-3,-3 0,4 0,-1 0,10 0,-11 0,11 0,10 0,-13 0,22 0,-26 0,2 0,5 0,1 0,2 0,-1 0,-9 0,-2 0,4 0,3 0,5 0,5 0,2 0,1 0,3 0,-3 0,-2 0,-1 0,-4 0,16 0,-22 0,15 0,-23 0,2 0,-4 0,2 0,-2 0,0 0,2 0,-3 0,-1 0,-5 0,-5 0,0 0,5 0,4 0,2 0,-1 0,-2 0,3 0,1 0,-1 3,2 3,6 6,-8-2,5 2,13-5,-21 1,22-1,-27-4,4 0,3-3,1 1,4-1,2 0,-6 0,0 0,-3 0,1 0,4 0,-2 0,0 0,-3 0,0 0,-1 0,0 0,-1 0,0 0,19 0,-18 0,45 0,-46 0,29 0,-27 0,6 0,1 0,1 0,-1 0,-5 0,3 0,-6 0,-2 0,2 0,-2 0,5 0,0 0,-3 0,1 0,-1 0,0 0,-1 0,1 0,11 0,-14 0,32 0,-36 0,21 0,-22-3,6 0,2 0,-1 0,1 2,3 1,1 0,2 0,-3 0,-2 0,0 0,1 2,4 1,-1 3,-4 3,-4 0,-1 3,-2-2,1-4,-3 0,12-3,7 0,-6-1,6-2,-22 0,5 0,-1 0,-1 0,0 0,0 0,0 0,-4 0,2 0,-3 0,1 0,2 0,2 0,3 0,1 3,-1-1,-2 4,-1-1,0 1,0 0,0 0,3 1,-6-2,19 6,-22-6,16 4,-16-4,3 1,1-3,-1 0,3-3,-1 0,0 0,-2 0,-4 0,-4 0,-2 0,-1 0,-2 2,4 1,-7 0,8-1,2 3,-1-4,6 4,-4-3,5 1,3 0,2 0,-2-2,1-1,-1 0,-3 0,-4 0,-7 0,-4 0,4 0,-6 10,2 1,-9 10,-4-6,4-1,20-7,-1-2,13-3,-7-2,1 0,5 0,3 0,0 0,-4 0,-5 0,-5 0,-4 0,-1 0,-3 0,-2 0,3 0,-1 0,0 0,1 0,-1 0,4 0,2 0,0 0,4 0,3 0,2-2,2-1,-1 0,0 1,-1-1,-5 0,-2-1,-6 2,-4 1,3 1,-6-8,6 2,-5-6,2 5,3 1,-2-2,13 1,-9-2,1 4,-6 2,1-1,0 3,4-6,0 4,1-3,6 1,1-1,0-3,2 3,-3-2,11 0,-8 2,7-2,-5 0,7 0,8-1,4-1,6 2,4-2,4-1,1 3,-5-1,-1 2,-3 4,2-3,2 1,-2 1,-4 1,-1 2,-5 0,-3 1,-3 0,-3-3,11 0,-16-1,11-1,-15 2,2 0,-1 0,-1 0,-1-1,-1 1,-4 0,-6 0,-4 0,0 0,1 1,4 2,-5 0,3 0,-1 0,6 0,8 0,13-7,8-1,-3 0,3-1,40-6,-24 6,7 0,-5 2,6 1,-5 1,2-2,1 0,-2 1,5 1,-8 1,-8-1,-3 1,3 0,1-1,-2-1,0 0,-5 1,-2 1,31-4,-17 1,-21 4,-11-1,-9 1,-7 3,-2 0,1 0,-6 10,12-5,2 8,15-6,9 5,5 4,1 3,0 1,1-2,0 0,-3-4,-1 0,-5-1,-5 0,-7-2,-6-1,-3 1,-1-1,1 0,-2-1,0-3,0-2,3-1,-2-3,-2 0,2 5,4-3,-8 5,5-2,-14 1,4 3,0 1,1 1,0 0,1 1,-2-1,1 0,-1-3,-1-1,-1-2,0-2,1-1,2 1,0 0,0 0,0 2,0-2,3 3,1-1,1-2,3 1,-4-1,3-1,-3 1,1-2,1-1,4 0,0 0,1 0,2 0,-3 0,1 0,1 0,-3 3,0 0,1 0,-4-1,4-2,0 0,1 0,-1 0,-3 0,0 0,3 0,0 0,0 0,7 0,-12 0,26 0,-24 0,20 0,-19 0,5 0,4 0,-2 0,-1 0,-2 0,-2 0,-3 0,-1-2,0 0,0-1,4 0,-3 2,-3 1,0 0,0 0,-1-1,0 1,0 0,-3 0,8 0,-9 0,15-2,-16 0,10-1,-9-2,1 1,0 1,-3 1,7 1,-7 1,5 0,-3 0,2 0,3 0,2 0,0 0,0 0,1 0,3 0,1 0,2 0,10 0,5 0,-2 0,1 0,-13 0,3 0,-2 0,-1 0,0 0,-3 0,0 0,-2 0,-4 0,-1 0,-1 0,1 0,0 0,2 0,-2 0,-3 0,-4 0,0 0,5 0,-4 0,3 0,-5 0,2 0,5 0,-5-2,0-1,0-4,-1 2,3-2</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8-23T20:13:16.153"/>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1,'53'0,"-4"2,-18 4,0 0,0 2,0-2,0-3,-1 0,4-3,4 0,-8 0,5 0,-4 0,-5 0,7 0,-11 0,-1 0,-1 0,-3 0,-3 0,6 0,-8 0,7 0,-6 0,1 0,4 0,-1 0,3 0,-2 0,-1 0,-4 0,6 0,-4 0,1 0,3 0,-7 0,8 0,-5 0,-1 2,11 0,-8 1,9-1,-6-1,0 1,1 1,5 0,1-1,4-2,6 0,-8 0,7 0,-12 0,2 0,-2 0,0 0,0 0,-3 0,-1 0,-2 3,-1-1,2 1,-3-1,1-2,-1 0,-1 0,4 0,-2 0,0 0,0 0,1 3,-1 0,-3 0,2 2,-2-2,3 5,1-5,-4 3,3-3,-4-1,5 5,-1-6,3 4,-6-5,3 0,1 2,-1 0,0 1,0-1,-5-2,8 5,-8-4,8 3,-4-4,5 0,-4 0,0 0,0 4,-4-2,7 2,-8-4,7 0,-4 4,-1-3,5 3,-4-3,1-1,2 0,-2 0,-2 0,5 0,-5 0,0 2,4 0,-2 1,-1-1,3-2,-3 0,0 0,4 0,-4 0,-1 0,4 0,-2 0,-1 0,2 0,3 0,-4 0,4 0,-10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8-23T20:13:31.898"/>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0,'54'0,"-2"0,-17 0,5 0,18 0,-6 0,14 0,-8 0,-3 0,2 0,-1 0,-3 0,1 0,1 0,-4 0,12 0,-18 0,7 0,-18 2,4 1,0 3,0 0,1-2,-3-1,-4-3,-2 3,-2 0,-1 1,-4-1,-3-3,2 0,1 0,4 0,-1 0,-1 0,-4 0,0 0,-4 0,-2 0,2 0,4 0,0 0,6 0,-5 0,1 0,-2 0,-1-3,0 0,-2 0,1 0,-4 3,1 0,2 0,2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8-23T20:13:34.369"/>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1,'61'0,"-2"0,-25 0,3 0,1 0,1 0,-1 0,5 0,4 0,1 0,2 0,11 0,-13 0,15 0,-14 0,5 0,-2 0,0 0,0 0,-3 0,3 0,-1 0,-3 0,2 0,-9 0,-4 0,2 0,-1 0,7 0,1 0,-2 0,-1 0,-3 0,-4 0,-2 0,-3 0,6 0,-9 0,6 0,-8 0,4 0,2 0,1 0,1 0,1 0,4 0,-1 0,-2 0,-3 0,0 2,-3 2,3 1,0 1,0-1,8 1,1 0,1 0,0-2,-7-1,-3 0,-6 0,-4 1,2-2,-6-2,3 0,-5 0,0 0,3 0,-1 0,2 0,2 0,-2 0,-4 0,-3 0,3 0,2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8-23T20:13:57.769"/>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0,'55'0,"-5"0,-15 0,7 0,1 0,1 0,-4 0,-4 0,5 0,2 0,4 0,0 0,1 0,-1 0,1 0,-1 0,-4 0,18 0,-22 0,17 0,-23 0,5 0,0 0,-3 0,0 0,0 0,-2 0,1 0,0 0,0 0,3 0,-5 0,-3 0,0 0,1 0,6 0,2 0,1 0,-1 3,1 0,0 0,-1 0,0-3,15 2,-13 1,13 0,-13 0,3-2,4 0,0 1,-3 2,3-1,-3 2,-1-1,-1 0,-5 1,-1-2,0 1,0 1,2-2,1 0,2 2,2-1,1 2,-2 1,2-4,-1 0,0 0,-1 1,8 5,-13-5,11 1,-16-5,2 0,-5 0,-3 0,-2 0,-3 0,3 0,-1 0,0 0,-1 0,-2 0,0 0,2 0,2 0,3 0,-1 0,1 0,1 0,0 0,2 0,-3 0,1 0,6 0,-14 0,4 0,-12 0,3-4,0-1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8-23T20:14:06.690"/>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0 116,'45'0,"2"0,-15 0,-1 0,6 0,-2 0,8 0,17 0,-15 0,16 0,-16 0,7 0,-1 0,0 0,-2 0,-1 0,2 0,-2 0,1 0,-7 0,-2 0,0 0,1 0,4 0,2 0,0 0,1 0,-1 0,1 0,-1 0,0 0,-1 0,9 0,5 0,-8 0,-2 0,-18 0,2 0,-2 0,2 0,1 0,-4 0,3 0,-5 0,-2 0,2 0,0 0,5 0,3 0,1 0,4 0,5 0,1 0,3 0,0 0,0 0,-1 0,16 0,-21 0,16 0,-19 0,3 0,-1 0,2 0,-2 0,0 0,-2 0,1 0,-1 0,-2 0,2 0,1 0,6 0,8 0,3 0,1 0,3 0,-2 0,1 0,-2 0,-1 0,19 0,-20-2,15-1,-25-3,43-3,-31 1,31 0,-40 2,1 2,-2 0,0 1,1 2,1 1,-4 0,-2 0,-3 0,1 0,2 0,0 0,1 0,0 0,-1 0,-3 3,-1 0,-4 3,11 0,-13 0,23 0,-29-3,13 3,-19-4,4 1,2 0,4-3,3 0,0 0,0 0,-1 0,-4 0,0 0,2 0,3 0,4 0,4 0,-2 0,-1 0,3-3,-2 0,0-1,1-2,12 0,-9-3,37-4,-34 4,21 0,-25 3,1 1,-1 1,1 1,0 2,2 1,0 0,4 0,-5 0,-2 0,4 0,3 0,5 0,1 0,-2-3,-1 0,0-1,-5 1,-1 3,-1-4,12 1,-11-1,10 1,-16 3,2 0,-3 0,3 0,-4 0,1 0,-1 0,-4 0,3 0,0 0,-4 0,-2 0,-4 0,2 0,3 0,4 0,2 0,4 0,0 0,1 0,3 0,1 0,13 0,-17 0,9 0,-20 0,3 0,-1 2,-3 3,-1 2,-3 1,0 0,-1-1,-4 2,0-1,-9-1,-1 0,0 0,0-2,2 3,1-1,0 0,-2 0,2-1,0 0,0 0,3-1,0 1,7 2,-7-3,6 3,4-3,-9 0,11-1,-13 1,1-2,-2 0,-1 0,0-3,-3 0,-2 0,1 0,-3 2,5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8-23T20:14:19.893"/>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1,'52'0,"-4"0,-11 0,2 0,1 0,1 0,-3 0,-1 0,-3 0,-1 0,2 0,3 0,7 0,1 0,-2 0,-1 0,-3 0,-1 0,0 0,-1 0,10 0,-14 0,22 5,-31-4,14 6,-18-4,-1 0,1-1,-4-1,-2-1,3 0,-4 0,1 0,3 0,-3 0,9 0,0 0,12 0,-8 0,6 0,-11 0,-1 0,-3 0,-5 0,3 0,-2 0,3 0,0 0,0 0,7 0,1 0,1 0,0 0,-6 0,-3 0,-4 0,0 0,5 0,-3 0,5 0,-7 0,0 0,5 0,-7 0,8 0,-5 0,0 0,6 0,-4 0,7 0,-1 0,3 0,11 0,-3 0,12 0,-8 0,4 0,0 0,-1 0,-2 0,1 0,-7 0,1 0,-3 0,-7 0,-4 0,-4 0,-1 0,2 0,1 0,-3 0,3 0,-5 0,7 0,-4 0,-1 0,5 0,-7 0,5 0,0 0,-6 0,10 0,-8 0,5-2,-5-1,3 0,0 1,5 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8-23T20:17:21.941"/>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78,'55'0,"1"0,-19 0,7 0,6 0,-2 0,-2 0,0 0,-3 0,11 0,9 0,0 0,6 0,-3 0,-4 0,-1 0,-2 0,2 0,16 0,-19 0,11 0,4 0,-21 0,22 0,-30 0,4 0,3 0,1 0,2 0,-8 0,-2 0,-2-5,0-1,4-2,-3 2,-3 5,-1-3,4 1,0-3,1-1,1 4,-2-3,12 2,-15 1,8 0,-14 3,1 0,0 0,0 0,0 0,0 0,0-3,-3 0,-2-1,0 2,-6 2,2 0,-4 0,3 0,3 0,0 0,0 0,2 0,-2 0,0 0,2 0,-3 0,0 0,13 0,-13 0,15 0,-14 0,5 0,0 0,0 0,1 0,1 0,-3 0,-1 0,-2 0,1 0,-2 0,2 0,-4 0,1 0,5 0,3 0,-1 0,-2 0,-4 0,-4 0,0 0,-1 0,-3 0,5 0,-9 0,6 0,-9 0,7 0,-4 0,5 0,-4 0,0 2,-1 1,1 0,-2 1,0-2,4 3,-3-1,5 2,-5-1,1 0,0 0,0-2,-2 2,1-2,-2 0,8 4,-8-4,7 4,-8-2,0-1,5 0,-5-2,6 3,-4-4,0 3,-1-4</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8-23T20:17:32.165"/>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27,'57'0,"-9"0,-23 0,3 0,5 0,10 0,6 0,6 0,9 0,3 0,4 0,-4 0,-2 0,-4 0,3 0,-3 0,-5 0,3 0,-1 0,6 0,1 0,-2 0,-2 0,-3 0,-1 0,-1 0,-4 0,-2 0,-5 0,20 0,-19 0,18-2,-21-2,0 1,0-1,-3 4,-4-1,-1-1,-1-2,1 1,-1 0,-5 3,0 0,-3 0,2 0,2 0,-2 0,0 0,-1 0,1 0,0 0,2 0,4 0,-3 0,1 0,8 0,-10 0,10 0,-12 0,3 0,0 0,0 0,3 0,1 0,3 0,-1 0,-1 0,2 0,6 0,4 0,6 0,2 0,-1 0,2 0,-1 0,1 0,3 0,1 0,3 0,29 0,-25 0,32 0,-29 0,9 0,4 0,-1 0,-1 0,-2 0,-4 0,0 0,-5 0,-2 0,-9 0,6 0,1 0,-4 0,5 0,-6 0,5 0,-2 0,-3 0,-3 0,-3 0,-1 0,16 0,-21 0,16 0,-24 0,7 0,-2 0,1 0,0 0,-1 0,0 0,-3 0,2 0,-3 0,-3 0,0 0,-1 0,2 0,5 0,1 0,-2 0,-2 0,-7 0,0 0,-1 0,4 0,3 0,3 0,16 0,-13 0,14 0,8 0,-23 0,24 0,-31 0,7 0,0 0,-4 0,2 0,-7 0,1 0,1 0,-2 0,6 0,-1 0,1 0,2 0,2 0,1 2,1 5,-3 2,8 8,-17-5,27 6,-35-10,19-1,-21-2,0-1,0 0,-4-2,3-2,0 0,3 0,0 0,-4 0,0 0,0 0,4 0,2 0,2 0,-3 0,1 0,2 0,-2 0,-1 0,-1 0,6 0,-4 0,16 0,-6 0,8 0,3 0,4 0,8 0,15 0,0 0,2 0,-6-3,-10 0,6-4,-13-2,-2 2,-5-2,-5 2,-2 2,-8 2,-10 2,-5-2,-1 0,-3 0,-2 0,6 3,-10 0,11 0,-11 0,6 0,1 0,-5 0,3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8-23T20:17:36.449"/>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0,'82'0,"-26"0,-3 0,1 0,30 0,-32 0,12 0,8 0,2 0,2 0,10 0,2 0,5 0,-2 3,-37 3,0 1,31 4,-30-1,0 0,30 4,6 2,1 0,-4-3,-5-2,-1-2,-5-4,-1-2,3-2,1-1,-11 0,-5 0,-5 0,-1 0,9 0,-2 0,1 0,1 0,-1 0,1 0,0 0,2 0,15 0,-19 0,14 0,-22 0,6 0,1 0,2-3,-3 0,2-4,-3 0,0 2,2 2,-3 3,-2-1,-6 1,-6 0,0 0,2 0,5 0,2 0,-3 0,-1 0,0 0,-3 0,-2 0,-1 0,-4 0,13 0,-12 0,11 0,-13 0,8 0,-1 0,3 0,-3 0,-4 0,-1 0,-5 0,0 0,-5 0,0 0,2 0,2 0,5 0,3 0,-2 0,1 0,-1 0,1 0,-1 3,0 1,-1 2,10 0,-9-3,17 0,-11-3,9 0,2 0,5 0,0 0,1 0,0 0,1 0,-3 0,0 0,-6-2,-5-1,-2 0,-5-1,1 3,-6 0,-10 1,-7 0,-9 0,-3 0,12-1,-5 1,8 0,-2 0,-8 0,9 0,-2 0,6 0,-3 0,-2 2,-7 1,-3 0,8 0,3-3,2 0,-1 0,-7 0,-1 0,0 0,-2 0,-2 0,1 0,-1 0,9 0,0 0,11 0,-8 0,3 0,17 0,-18 0,26 0,-23 0,5 0,2 0,-1 0,1 0,-5 0,-1 0,-4 0,-2 0,2 2,-1 3,0 1,-1 2,-2 1,-1-3,-3 0,-1 0,0-3,6 0,-6 0,6-3,-2 0,-5 0,5 0,-12 0,4 0,1 0,2 0,0 0,-4 0,-1 0,10 0,-4 0,9 0,-6 0,1 0,-1 0,1 0,-4 0,0 0,-7 0,5 0,-5 0,5 0,0 0,-3 0,3-3,-12-17,1-8</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8-23T20:24:44.635"/>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1,'0'0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8-23T20:46:08.901"/>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1 117,'46'0,"-1"0,-11 0,7 0,8 0,-1 0,3 0,-1 0,20 0,-17 0,18 0,-25 0,5 0,-3-3,-4 0,0-3,-5 0,5-1,-1-2,-1 2,-1-3,-5 2,2 0,6-2,5 1,5 2,-2-1,0 1,0 3,-3 1,-1 2,-6 1,-3 0,-4 0,-2 0,6 0,5 0,-6 0,-4 0,-15 0,-2 0,-3 0,5 0,-4 0,0 0,2 0,-1 4,0-1,-1 4,2 2,-8-3,11 5,-7-4,2 2,0 0,0 0,-3-1,7 4,-9-6,5 5,-2-4,0 1,3 1,-3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8-23T20:46:13.316"/>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1,'63'0,"-5"0,-17 0,3 0,6 0,14 0,8 0,-1 0,-3 0,21 0,-24 0,31 0,-29 0,4 0,-1 0,1 0,-2 0,-2 0,-9 0,-7 0,-2 0,-6 0,0 0,-3 0,1 0,5 0,0 0,1 0,-3 0,-4 0,-3 0,-6 0,0 0,9 0,-8 0,10 0,-8 0,6 0,2 0,1 0,0 0,-7 0,-3 0,-6 0,-6 0,-1 0,-4 0,-2 0,8 0,-6 0,4 0,-6 0,2 0,1 0,4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8-23T20:49:54.198"/>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2357,'91'0,"6"-3,-9-1,-37 2,2 0,-1 1,2 1,4 3,1 1,1 2,1 2,1 2,1 0,3 0,2-1,-2-2,-1-1,3-3,0-1,-1-2,-1 1,-4-1,2 0,24 0,-1 0,-27 0,0 0,20 0,-1 0,18-3,-46-3,1-1,-2-3,1-3,1-3,-1-2,-1-2,-1-2,-1 1,-1-2,40-24,-5-3,-6 1,-11 2,-6-1,-5 3,-1-5,5-4,-1-3,0-3,0 0,-2-2,2 1,-8 5,-5 1,-5 6,-7-7,-10 14,2-27,-17 29,3-21,-10 17,0-6,0 2,-6-3,-7 4,-4 4,-5-2,3 8,2 3,-1 4,0 6,-3-5,-3 1,-3 0,-1 0,-2 2,-2-2,0-1,-3-3,-15-17,-11-10,3 6,-4-2,21 24,-5-1,2 1,0 6,0 2,8 3,2 4,0 0,4 5,-3 0,1 3,-2 1,-6 3,-2 1,-4-1,-5 0,2 1,-2 3,-1-1,0 1,-7 0,-19 0,16 0,-17 0,21 0,-8 0,0 0,-4 3,-1 1,-2 2,2 5,4 0,3 2,4 1,6-1,3-2,4 1,-2 2,-5 3,-2 3,-1 1,4-1,4 0,9 0,7 1,3-3,2 2,-6 6,5-8,-4 10,8-10,-1 5,-1 0,-1 1,-3 0,0 4,-2 4,-3 5,2 2,-2 0,6-6,5-2,0-4,6 0,-2 2,2 2,2 3,2 1,1 3,1 1,2-1,2 4,2 3,3 24,1 14,3-5,0 4,0-26,0 4,0-3,0 1,3-6,3-5,3-9,2-11,-3-6,-1-7,-2-1,1 1,13-4,-12-1,9-6</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8-23T20:50:00.106"/>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0,'47'0,"1"0,-10 0,2 0,5 0,1 0,2 0,2 0,-3 0,18 0,-19 0,17 0,-21 0,2 0,-1 0,0 0,1 0,-1 0,0 0,-1 0,1 0,2 0,-3 0,-2 0,3 0,-1 0,7 0,-2 0,1 0,3 0,-2 0,-2 0,-4 0,-8 0,-5 0,2 0,-13 0,8 0,-11 0,2 0,2 0,-2 0,2 0,0 0,0 0,3 0,0 0,-3 0,0 0,-3 0,0 0,3 0,-2 0,-1 2,0 1,0-1,1 1,1-3,1 0,0 0,10 0,-9 2,15 1,-22-1,8 1,-7-1,-4 1,8 1,-5 1,1-1,-1 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8-23T20:58:00.709"/>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0,'41'0,"-4"0,-22 0,1 0,1 0,0 0,2 2,-4 1,0 0,-1 3,1-3,-1 3,5-1,-7 0,5 1,-4 1,1 0,0 1,-1-1,-1-2</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8-23T20:58:03.350"/>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0,'44'0,"-7"0,-18 0,-2 0,-2 0,2 0,-2 0,2 0,0 0,1 3,1 0,-1 0,2 2,-3-2,0 4,-4-3,5 0,-2-2,0 1,4 2,-9 0,6-1,-7 8,2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8-31T13:53:59.499"/>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0,'69'0,"-9"0,-21 0,-2 0,3 0,2 0,6 0,10 0,-12 0,-1 2,-20 1,0 0,-4 2,0-2,-1 0,1-1,-1-2,-3 0,-1 0,1 0,4 0,5 0,-2 0,1 0,-1 0,-5 0,-1 0,-4 0,1 2,1 1,0 0,2 4,-7-6,8 8,-5-6,2 4,3-2,-7 0,12 3,-13-5,7 3,-5-1,-7 11,3 0,-9 3,0-5</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8-31T13:54:09.393"/>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0,'0'0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8-31T13:57:47.013"/>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0,'0'0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8-31T13:57:47.204"/>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0,'0'0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8-31T13:57:48.063"/>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0,'0'0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8-31T14:15:24.795"/>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51,'52'0,"-5"0,-23 0,4 0,1 0,5 0,23 0,-14 0,21 0,-18 0,5 0,0 0,-3 0,-4 0,-6 0,-4 0,-3 0,-2 0,6 0,-7 0,6-2,-10-1,3 0,0 1,1 1,0 0,-1 1,0-3,2 0,2-1,3-2,-4 3,3-1,-3 0,-2 1,0 0,-3 0,-3 2,-4 1,-3-1,3 1,3 0,7 0,5 0,15 0,-11 0,12 0,-14 0,3 0,1 0,-3 0,0 0,-1 0,1 0,3 0,-4 0,2 0,-2 0,-1 0,3 0,-3 0,4 0,4 0,1 0,1 0,-1 0,-2 0,-5 0,-4 0,-5 0,-10 0,-1 0,0 0,1 0,7 0,-1 0,-2 0,-1 0,-2 0,-3 0,3 0,-2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8-31T14:15:19.123"/>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1,'53'0,"0"0,-7 0,0 0,7 0,-7 0,1 0,3 0,-6 0,7 0,4 0,4 0,7 0,-4 0,28 0,-33 0,23 0,-22 0,15 0,-7 2,8 2,-22-1,2 0,-2-2,-4-1,0 0,-1 0,-5 0,-4 0,-5 0,-2 0,-1 0,4 0,2 0,2 0,5 0,1 0,4 0,3 0,1 0,3 0,18 2,-18 1,18 2,-23 4,6 2,0 0,2-1,-5 0,4 1,0 0,0-1,3-3,-5-3,-6 1,-1-2,0 0,2 0,2-1,0 1,0 0,-1 1,1 2,1-2,-4 3,18-1,-21 0,17 0,-21-3,8 0,-3-2,-2 2,3 0,-4 0,5 0,2-3,2 3,-1 1,-2 0,-7 0,-3-1,-2 2,-3 1,3 0,-2 3,1-2,-5 2,0-3,-3 0,-1 0,-4-2,-3 3,-8-6,5 3,-6 0,17-3,-4 4,8-5,3 0,1 0,11 0,6-3,2-3,5-4,2-4,0-1,-2 1,-8 0,17-4,-24 6,16-2,-24 5,-1 2,-6-2,-6 3,-6 2,-3 1,-2 0,2 0,0 0,5 1,0 2,1-3,1 1,7-2,5 2,5 1,3-2,-4 0,-4-1,-7 1,1 3,-15 0,6 0,1 0,-1-1,6-2,0 0,-4 1,2 0,-1 2,-1-3,-1 0,-7 1,-6-1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13T19:00:35.065"/>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1 151,'36'38,"-1"-6,-14-18,3-3,0 0,1-1,0 2,18 6,0 2,2 0,-3-4,-14-8,0 1,-1-3,-3 0,1-3,0-3,1 0,-1 0,1 0,-1 0,0 0,-3 0,-4 0,-3 0,0 0,1 0,-1 0,4 0,-6 0,8 0,-8-5,3 0,-4-8,-3 1,3-7,-2-1,1-2,1-2,1-2,-1 0,-1-5,-2 9,-4-4,-2 7,-2-2,0 2,-1 3,0 0,-7 1,-5 2,-1 4,-7 4,9 5,-8 0,4 0,-1 0,-6 0,6 0,-6 0,1 0,-1 0,-3 0,1 0,-1 0,1 0,0 0,2 0,-1 0,4 0,1 0,3 0,-3 0,5 7,-3-1,5 6,-3-1,0 1,-8 8,4-3,1 5,5-7,4-2,2-1,-5 4,1 2</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13T19:40:30.291"/>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1,'0'0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13T19:40:31.032"/>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0,'0'0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13T19:48:05.323"/>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0,'0'0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13T19:48:06.490"/>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1,'0'0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97250-0735-1FB1-3099-317EC2CE6FF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82A08BE-4644-1536-656D-190B22F17B8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31089AC-8268-86BA-34F3-03C7332956D4}"/>
              </a:ext>
            </a:extLst>
          </p:cNvPr>
          <p:cNvSpPr>
            <a:spLocks noGrp="1"/>
          </p:cNvSpPr>
          <p:nvPr>
            <p:ph type="dt" sz="half" idx="10"/>
          </p:nvPr>
        </p:nvSpPr>
        <p:spPr/>
        <p:txBody>
          <a:bodyPr/>
          <a:lstStyle/>
          <a:p>
            <a:fld id="{75E77AAE-2F44-5C47-B387-1EEC3C22D174}" type="datetimeFigureOut">
              <a:rPr lang="en-US" smtClean="0"/>
              <a:t>9/13/26</a:t>
            </a:fld>
            <a:endParaRPr lang="en-US"/>
          </a:p>
        </p:txBody>
      </p:sp>
      <p:sp>
        <p:nvSpPr>
          <p:cNvPr id="5" name="Footer Placeholder 4">
            <a:extLst>
              <a:ext uri="{FF2B5EF4-FFF2-40B4-BE49-F238E27FC236}">
                <a16:creationId xmlns:a16="http://schemas.microsoft.com/office/drawing/2014/main" id="{B0BBBF3D-FD1A-0ABE-228F-7A9982DE4B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BAC6E7-1F46-C9CA-53CF-83E428712379}"/>
              </a:ext>
            </a:extLst>
          </p:cNvPr>
          <p:cNvSpPr>
            <a:spLocks noGrp="1"/>
          </p:cNvSpPr>
          <p:nvPr>
            <p:ph type="sldNum" sz="quarter" idx="12"/>
          </p:nvPr>
        </p:nvSpPr>
        <p:spPr/>
        <p:txBody>
          <a:bodyPr/>
          <a:lstStyle/>
          <a:p>
            <a:fld id="{5FA7E9B1-F24B-3D45-AF76-8902742EDB4E}" type="slidenum">
              <a:rPr lang="en-US" smtClean="0"/>
              <a:t>‹#›</a:t>
            </a:fld>
            <a:endParaRPr lang="en-US"/>
          </a:p>
        </p:txBody>
      </p:sp>
    </p:spTree>
    <p:extLst>
      <p:ext uri="{BB962C8B-B14F-4D97-AF65-F5344CB8AC3E}">
        <p14:creationId xmlns:p14="http://schemas.microsoft.com/office/powerpoint/2010/main" val="23754521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1D683-9F1C-39AB-733E-B768EB165A4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1636B7E-8920-BB3D-9E50-F932C51B0DA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DAEF34-3EB2-74A3-F533-9E64C36FBE4F}"/>
              </a:ext>
            </a:extLst>
          </p:cNvPr>
          <p:cNvSpPr>
            <a:spLocks noGrp="1"/>
          </p:cNvSpPr>
          <p:nvPr>
            <p:ph type="dt" sz="half" idx="10"/>
          </p:nvPr>
        </p:nvSpPr>
        <p:spPr/>
        <p:txBody>
          <a:bodyPr/>
          <a:lstStyle/>
          <a:p>
            <a:fld id="{75E77AAE-2F44-5C47-B387-1EEC3C22D174}" type="datetimeFigureOut">
              <a:rPr lang="en-US" smtClean="0"/>
              <a:t>9/13/26</a:t>
            </a:fld>
            <a:endParaRPr lang="en-US"/>
          </a:p>
        </p:txBody>
      </p:sp>
      <p:sp>
        <p:nvSpPr>
          <p:cNvPr id="5" name="Footer Placeholder 4">
            <a:extLst>
              <a:ext uri="{FF2B5EF4-FFF2-40B4-BE49-F238E27FC236}">
                <a16:creationId xmlns:a16="http://schemas.microsoft.com/office/drawing/2014/main" id="{AAEBDD1F-504A-704D-DEAC-CBB8FF22E1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E8BE90-00CE-4613-F827-FB0F99ADA9C7}"/>
              </a:ext>
            </a:extLst>
          </p:cNvPr>
          <p:cNvSpPr>
            <a:spLocks noGrp="1"/>
          </p:cNvSpPr>
          <p:nvPr>
            <p:ph type="sldNum" sz="quarter" idx="12"/>
          </p:nvPr>
        </p:nvSpPr>
        <p:spPr/>
        <p:txBody>
          <a:bodyPr/>
          <a:lstStyle/>
          <a:p>
            <a:fld id="{5FA7E9B1-F24B-3D45-AF76-8902742EDB4E}" type="slidenum">
              <a:rPr lang="en-US" smtClean="0"/>
              <a:t>‹#›</a:t>
            </a:fld>
            <a:endParaRPr lang="en-US"/>
          </a:p>
        </p:txBody>
      </p:sp>
    </p:spTree>
    <p:extLst>
      <p:ext uri="{BB962C8B-B14F-4D97-AF65-F5344CB8AC3E}">
        <p14:creationId xmlns:p14="http://schemas.microsoft.com/office/powerpoint/2010/main" val="22751899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B0034-B2F9-C056-2725-4673940C0FD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3D7EF78-7D73-A3E7-0ACD-877F231C217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E437FA7-96BF-E25E-C06D-BE1608B1A61B}"/>
              </a:ext>
            </a:extLst>
          </p:cNvPr>
          <p:cNvSpPr>
            <a:spLocks noGrp="1"/>
          </p:cNvSpPr>
          <p:nvPr>
            <p:ph type="dt" sz="half" idx="10"/>
          </p:nvPr>
        </p:nvSpPr>
        <p:spPr/>
        <p:txBody>
          <a:bodyPr/>
          <a:lstStyle/>
          <a:p>
            <a:fld id="{75E77AAE-2F44-5C47-B387-1EEC3C22D174}" type="datetimeFigureOut">
              <a:rPr lang="en-US" smtClean="0"/>
              <a:t>9/13/26</a:t>
            </a:fld>
            <a:endParaRPr lang="en-US"/>
          </a:p>
        </p:txBody>
      </p:sp>
      <p:sp>
        <p:nvSpPr>
          <p:cNvPr id="5" name="Footer Placeholder 4">
            <a:extLst>
              <a:ext uri="{FF2B5EF4-FFF2-40B4-BE49-F238E27FC236}">
                <a16:creationId xmlns:a16="http://schemas.microsoft.com/office/drawing/2014/main" id="{862643FD-950E-CFEC-5AF3-7B52E098D2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FD386B-B0E5-66C3-BFBA-40ED800A1174}"/>
              </a:ext>
            </a:extLst>
          </p:cNvPr>
          <p:cNvSpPr>
            <a:spLocks noGrp="1"/>
          </p:cNvSpPr>
          <p:nvPr>
            <p:ph type="sldNum" sz="quarter" idx="12"/>
          </p:nvPr>
        </p:nvSpPr>
        <p:spPr/>
        <p:txBody>
          <a:bodyPr/>
          <a:lstStyle/>
          <a:p>
            <a:fld id="{5FA7E9B1-F24B-3D45-AF76-8902742EDB4E}" type="slidenum">
              <a:rPr lang="en-US" smtClean="0"/>
              <a:t>‹#›</a:t>
            </a:fld>
            <a:endParaRPr lang="en-US"/>
          </a:p>
        </p:txBody>
      </p:sp>
    </p:spTree>
    <p:extLst>
      <p:ext uri="{BB962C8B-B14F-4D97-AF65-F5344CB8AC3E}">
        <p14:creationId xmlns:p14="http://schemas.microsoft.com/office/powerpoint/2010/main" val="1740301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7C362-495D-7E24-8B87-603BAF87ACE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248CCC8-2C91-5D61-E5D3-39B334AC888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3CE54B1-06C7-D00A-57D9-55DA7E6AA40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1FE438-2BC2-F2C8-AC3C-519958BFEC1F}"/>
              </a:ext>
            </a:extLst>
          </p:cNvPr>
          <p:cNvSpPr>
            <a:spLocks noGrp="1"/>
          </p:cNvSpPr>
          <p:nvPr>
            <p:ph type="dt" sz="half" idx="10"/>
          </p:nvPr>
        </p:nvSpPr>
        <p:spPr/>
        <p:txBody>
          <a:bodyPr/>
          <a:lstStyle/>
          <a:p>
            <a:fld id="{75E77AAE-2F44-5C47-B387-1EEC3C22D174}" type="datetimeFigureOut">
              <a:rPr lang="en-US" smtClean="0"/>
              <a:t>9/13/26</a:t>
            </a:fld>
            <a:endParaRPr lang="en-US"/>
          </a:p>
        </p:txBody>
      </p:sp>
      <p:sp>
        <p:nvSpPr>
          <p:cNvPr id="6" name="Footer Placeholder 5">
            <a:extLst>
              <a:ext uri="{FF2B5EF4-FFF2-40B4-BE49-F238E27FC236}">
                <a16:creationId xmlns:a16="http://schemas.microsoft.com/office/drawing/2014/main" id="{A971D2F0-73F5-BA1C-0FA3-7C5FCE32C47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D0DF82B-1B4E-DD49-2893-F1551CC0F8BE}"/>
              </a:ext>
            </a:extLst>
          </p:cNvPr>
          <p:cNvSpPr>
            <a:spLocks noGrp="1"/>
          </p:cNvSpPr>
          <p:nvPr>
            <p:ph type="sldNum" sz="quarter" idx="12"/>
          </p:nvPr>
        </p:nvSpPr>
        <p:spPr/>
        <p:txBody>
          <a:bodyPr/>
          <a:lstStyle/>
          <a:p>
            <a:fld id="{5FA7E9B1-F24B-3D45-AF76-8902742EDB4E}" type="slidenum">
              <a:rPr lang="en-US" smtClean="0"/>
              <a:t>‹#›</a:t>
            </a:fld>
            <a:endParaRPr lang="en-US"/>
          </a:p>
        </p:txBody>
      </p:sp>
    </p:spTree>
    <p:extLst>
      <p:ext uri="{BB962C8B-B14F-4D97-AF65-F5344CB8AC3E}">
        <p14:creationId xmlns:p14="http://schemas.microsoft.com/office/powerpoint/2010/main" val="25597025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C4FC0-9C4A-D4B3-EF10-250F384DFF9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DF05341-897A-0D06-958B-38F8168949B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27C384A-5A47-2BE1-1B33-15D0E0BFC84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278CAB9-CA49-AE5C-6E79-87949B93B3F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517B86F-B82F-F329-352D-CCB2699FBDD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C227963-B17A-598B-7388-0A21800DDF97}"/>
              </a:ext>
            </a:extLst>
          </p:cNvPr>
          <p:cNvSpPr>
            <a:spLocks noGrp="1"/>
          </p:cNvSpPr>
          <p:nvPr>
            <p:ph type="dt" sz="half" idx="10"/>
          </p:nvPr>
        </p:nvSpPr>
        <p:spPr/>
        <p:txBody>
          <a:bodyPr/>
          <a:lstStyle/>
          <a:p>
            <a:fld id="{75E77AAE-2F44-5C47-B387-1EEC3C22D174}" type="datetimeFigureOut">
              <a:rPr lang="en-US" smtClean="0"/>
              <a:t>9/13/26</a:t>
            </a:fld>
            <a:endParaRPr lang="en-US"/>
          </a:p>
        </p:txBody>
      </p:sp>
      <p:sp>
        <p:nvSpPr>
          <p:cNvPr id="8" name="Footer Placeholder 7">
            <a:extLst>
              <a:ext uri="{FF2B5EF4-FFF2-40B4-BE49-F238E27FC236}">
                <a16:creationId xmlns:a16="http://schemas.microsoft.com/office/drawing/2014/main" id="{3C0C6F6B-C241-CD6F-E003-2B2FB9C9AC6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1AFEDF8-4A62-4701-D521-471DD8BFB290}"/>
              </a:ext>
            </a:extLst>
          </p:cNvPr>
          <p:cNvSpPr>
            <a:spLocks noGrp="1"/>
          </p:cNvSpPr>
          <p:nvPr>
            <p:ph type="sldNum" sz="quarter" idx="12"/>
          </p:nvPr>
        </p:nvSpPr>
        <p:spPr/>
        <p:txBody>
          <a:bodyPr/>
          <a:lstStyle/>
          <a:p>
            <a:fld id="{5FA7E9B1-F24B-3D45-AF76-8902742EDB4E}" type="slidenum">
              <a:rPr lang="en-US" smtClean="0"/>
              <a:t>‹#›</a:t>
            </a:fld>
            <a:endParaRPr lang="en-US"/>
          </a:p>
        </p:txBody>
      </p:sp>
    </p:spTree>
    <p:extLst>
      <p:ext uri="{BB962C8B-B14F-4D97-AF65-F5344CB8AC3E}">
        <p14:creationId xmlns:p14="http://schemas.microsoft.com/office/powerpoint/2010/main" val="23694595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9174B-82DA-86FC-0C93-6CAFE761797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DB65AC7-DA65-F6AE-B4A1-61A0A5AEF5C2}"/>
              </a:ext>
            </a:extLst>
          </p:cNvPr>
          <p:cNvSpPr>
            <a:spLocks noGrp="1"/>
          </p:cNvSpPr>
          <p:nvPr>
            <p:ph type="dt" sz="half" idx="10"/>
          </p:nvPr>
        </p:nvSpPr>
        <p:spPr/>
        <p:txBody>
          <a:bodyPr/>
          <a:lstStyle/>
          <a:p>
            <a:fld id="{75E77AAE-2F44-5C47-B387-1EEC3C22D174}" type="datetimeFigureOut">
              <a:rPr lang="en-US" smtClean="0"/>
              <a:t>9/13/26</a:t>
            </a:fld>
            <a:endParaRPr lang="en-US"/>
          </a:p>
        </p:txBody>
      </p:sp>
      <p:sp>
        <p:nvSpPr>
          <p:cNvPr id="4" name="Footer Placeholder 3">
            <a:extLst>
              <a:ext uri="{FF2B5EF4-FFF2-40B4-BE49-F238E27FC236}">
                <a16:creationId xmlns:a16="http://schemas.microsoft.com/office/drawing/2014/main" id="{F64C5C36-B695-CC4C-66A6-709B9A010BF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DB807C5-3309-DE88-B1AA-5FD371A31564}"/>
              </a:ext>
            </a:extLst>
          </p:cNvPr>
          <p:cNvSpPr>
            <a:spLocks noGrp="1"/>
          </p:cNvSpPr>
          <p:nvPr>
            <p:ph type="sldNum" sz="quarter" idx="12"/>
          </p:nvPr>
        </p:nvSpPr>
        <p:spPr/>
        <p:txBody>
          <a:bodyPr/>
          <a:lstStyle/>
          <a:p>
            <a:fld id="{5FA7E9B1-F24B-3D45-AF76-8902742EDB4E}" type="slidenum">
              <a:rPr lang="en-US" smtClean="0"/>
              <a:t>‹#›</a:t>
            </a:fld>
            <a:endParaRPr lang="en-US"/>
          </a:p>
        </p:txBody>
      </p:sp>
    </p:spTree>
    <p:extLst>
      <p:ext uri="{BB962C8B-B14F-4D97-AF65-F5344CB8AC3E}">
        <p14:creationId xmlns:p14="http://schemas.microsoft.com/office/powerpoint/2010/main" val="32926145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3A3BED6-BF66-D6C5-9B0C-7DBB2D0CCFC8}"/>
              </a:ext>
            </a:extLst>
          </p:cNvPr>
          <p:cNvSpPr>
            <a:spLocks noGrp="1"/>
          </p:cNvSpPr>
          <p:nvPr>
            <p:ph type="dt" sz="half" idx="10"/>
          </p:nvPr>
        </p:nvSpPr>
        <p:spPr/>
        <p:txBody>
          <a:bodyPr/>
          <a:lstStyle/>
          <a:p>
            <a:fld id="{75E77AAE-2F44-5C47-B387-1EEC3C22D174}" type="datetimeFigureOut">
              <a:rPr lang="en-US" smtClean="0"/>
              <a:t>9/13/26</a:t>
            </a:fld>
            <a:endParaRPr lang="en-US"/>
          </a:p>
        </p:txBody>
      </p:sp>
      <p:sp>
        <p:nvSpPr>
          <p:cNvPr id="3" name="Footer Placeholder 2">
            <a:extLst>
              <a:ext uri="{FF2B5EF4-FFF2-40B4-BE49-F238E27FC236}">
                <a16:creationId xmlns:a16="http://schemas.microsoft.com/office/drawing/2014/main" id="{DA439A17-4CB8-60E8-9C3A-0189AB512D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9EF56C4-D09A-5CC8-AFDA-FF3DD9C8D828}"/>
              </a:ext>
            </a:extLst>
          </p:cNvPr>
          <p:cNvSpPr>
            <a:spLocks noGrp="1"/>
          </p:cNvSpPr>
          <p:nvPr>
            <p:ph type="sldNum" sz="quarter" idx="12"/>
          </p:nvPr>
        </p:nvSpPr>
        <p:spPr/>
        <p:txBody>
          <a:bodyPr/>
          <a:lstStyle/>
          <a:p>
            <a:fld id="{5FA7E9B1-F24B-3D45-AF76-8902742EDB4E}" type="slidenum">
              <a:rPr lang="en-US" smtClean="0"/>
              <a:t>‹#›</a:t>
            </a:fld>
            <a:endParaRPr lang="en-US"/>
          </a:p>
        </p:txBody>
      </p:sp>
    </p:spTree>
    <p:extLst>
      <p:ext uri="{BB962C8B-B14F-4D97-AF65-F5344CB8AC3E}">
        <p14:creationId xmlns:p14="http://schemas.microsoft.com/office/powerpoint/2010/main" val="30417273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A2AC1-FE6F-BC3D-CBC1-AF9D65E457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7271B1C-443E-0B9F-027C-9A61BC12FF8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04155C8-580C-FFDB-F186-E55276A87F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9A29B7-9D4F-C10E-1FBC-B8EE7E8DB283}"/>
              </a:ext>
            </a:extLst>
          </p:cNvPr>
          <p:cNvSpPr>
            <a:spLocks noGrp="1"/>
          </p:cNvSpPr>
          <p:nvPr>
            <p:ph type="dt" sz="half" idx="10"/>
          </p:nvPr>
        </p:nvSpPr>
        <p:spPr/>
        <p:txBody>
          <a:bodyPr/>
          <a:lstStyle/>
          <a:p>
            <a:fld id="{75E77AAE-2F44-5C47-B387-1EEC3C22D174}" type="datetimeFigureOut">
              <a:rPr lang="en-US" smtClean="0"/>
              <a:t>9/13/26</a:t>
            </a:fld>
            <a:endParaRPr lang="en-US"/>
          </a:p>
        </p:txBody>
      </p:sp>
      <p:sp>
        <p:nvSpPr>
          <p:cNvPr id="6" name="Footer Placeholder 5">
            <a:extLst>
              <a:ext uri="{FF2B5EF4-FFF2-40B4-BE49-F238E27FC236}">
                <a16:creationId xmlns:a16="http://schemas.microsoft.com/office/drawing/2014/main" id="{07AA948A-0A8D-1EC3-7A44-BAA9CBF8F1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902042-D9DE-B184-49BA-71610FEFDC99}"/>
              </a:ext>
            </a:extLst>
          </p:cNvPr>
          <p:cNvSpPr>
            <a:spLocks noGrp="1"/>
          </p:cNvSpPr>
          <p:nvPr>
            <p:ph type="sldNum" sz="quarter" idx="12"/>
          </p:nvPr>
        </p:nvSpPr>
        <p:spPr/>
        <p:txBody>
          <a:bodyPr/>
          <a:lstStyle/>
          <a:p>
            <a:fld id="{5FA7E9B1-F24B-3D45-AF76-8902742EDB4E}" type="slidenum">
              <a:rPr lang="en-US" smtClean="0"/>
              <a:t>‹#›</a:t>
            </a:fld>
            <a:endParaRPr lang="en-US"/>
          </a:p>
        </p:txBody>
      </p:sp>
    </p:spTree>
    <p:extLst>
      <p:ext uri="{BB962C8B-B14F-4D97-AF65-F5344CB8AC3E}">
        <p14:creationId xmlns:p14="http://schemas.microsoft.com/office/powerpoint/2010/main" val="5731382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52F0D-D714-07FD-B168-9BC80F151A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0F86379-6254-D74B-2E8F-CE84E2C5D71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A2379B6-3C38-1920-816A-85846E82B9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D569AE-A386-038A-B3B8-607DB4605EA3}"/>
              </a:ext>
            </a:extLst>
          </p:cNvPr>
          <p:cNvSpPr>
            <a:spLocks noGrp="1"/>
          </p:cNvSpPr>
          <p:nvPr>
            <p:ph type="dt" sz="half" idx="10"/>
          </p:nvPr>
        </p:nvSpPr>
        <p:spPr/>
        <p:txBody>
          <a:bodyPr/>
          <a:lstStyle/>
          <a:p>
            <a:fld id="{75E77AAE-2F44-5C47-B387-1EEC3C22D174}" type="datetimeFigureOut">
              <a:rPr lang="en-US" smtClean="0"/>
              <a:t>9/13/26</a:t>
            </a:fld>
            <a:endParaRPr lang="en-US"/>
          </a:p>
        </p:txBody>
      </p:sp>
      <p:sp>
        <p:nvSpPr>
          <p:cNvPr id="6" name="Footer Placeholder 5">
            <a:extLst>
              <a:ext uri="{FF2B5EF4-FFF2-40B4-BE49-F238E27FC236}">
                <a16:creationId xmlns:a16="http://schemas.microsoft.com/office/drawing/2014/main" id="{D1061B7B-902F-C400-DDC1-4138173EB0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FCC336-9A00-B0D1-56F4-9657DC27F8A4}"/>
              </a:ext>
            </a:extLst>
          </p:cNvPr>
          <p:cNvSpPr>
            <a:spLocks noGrp="1"/>
          </p:cNvSpPr>
          <p:nvPr>
            <p:ph type="sldNum" sz="quarter" idx="12"/>
          </p:nvPr>
        </p:nvSpPr>
        <p:spPr/>
        <p:txBody>
          <a:bodyPr/>
          <a:lstStyle/>
          <a:p>
            <a:fld id="{5FA7E9B1-F24B-3D45-AF76-8902742EDB4E}" type="slidenum">
              <a:rPr lang="en-US" smtClean="0"/>
              <a:t>‹#›</a:t>
            </a:fld>
            <a:endParaRPr lang="en-US"/>
          </a:p>
        </p:txBody>
      </p:sp>
    </p:spTree>
    <p:extLst>
      <p:ext uri="{BB962C8B-B14F-4D97-AF65-F5344CB8AC3E}">
        <p14:creationId xmlns:p14="http://schemas.microsoft.com/office/powerpoint/2010/main" val="36628437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15C8AC-DAA5-18E9-1326-2535B915520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36DD5A8-A962-C9A4-E3C2-BEC61F945AA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0DAD50-A5DB-E697-31CD-27C5AFF18B52}"/>
              </a:ext>
            </a:extLst>
          </p:cNvPr>
          <p:cNvSpPr>
            <a:spLocks noGrp="1"/>
          </p:cNvSpPr>
          <p:nvPr>
            <p:ph type="dt" sz="half" idx="10"/>
          </p:nvPr>
        </p:nvSpPr>
        <p:spPr/>
        <p:txBody>
          <a:bodyPr/>
          <a:lstStyle/>
          <a:p>
            <a:fld id="{75E77AAE-2F44-5C47-B387-1EEC3C22D174}" type="datetimeFigureOut">
              <a:rPr lang="en-US" smtClean="0"/>
              <a:t>9/13/26</a:t>
            </a:fld>
            <a:endParaRPr lang="en-US"/>
          </a:p>
        </p:txBody>
      </p:sp>
      <p:sp>
        <p:nvSpPr>
          <p:cNvPr id="5" name="Footer Placeholder 4">
            <a:extLst>
              <a:ext uri="{FF2B5EF4-FFF2-40B4-BE49-F238E27FC236}">
                <a16:creationId xmlns:a16="http://schemas.microsoft.com/office/drawing/2014/main" id="{90DD7269-7B03-FB4A-81D2-A59EE7CD5F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5DB90E-1592-9C67-6CD0-8E4476C1EB7C}"/>
              </a:ext>
            </a:extLst>
          </p:cNvPr>
          <p:cNvSpPr>
            <a:spLocks noGrp="1"/>
          </p:cNvSpPr>
          <p:nvPr>
            <p:ph type="sldNum" sz="quarter" idx="12"/>
          </p:nvPr>
        </p:nvSpPr>
        <p:spPr/>
        <p:txBody>
          <a:bodyPr/>
          <a:lstStyle/>
          <a:p>
            <a:fld id="{5FA7E9B1-F24B-3D45-AF76-8902742EDB4E}" type="slidenum">
              <a:rPr lang="en-US" smtClean="0"/>
              <a:t>‹#›</a:t>
            </a:fld>
            <a:endParaRPr lang="en-US"/>
          </a:p>
        </p:txBody>
      </p:sp>
    </p:spTree>
    <p:extLst>
      <p:ext uri="{BB962C8B-B14F-4D97-AF65-F5344CB8AC3E}">
        <p14:creationId xmlns:p14="http://schemas.microsoft.com/office/powerpoint/2010/main" val="107151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FAC7D17-A6E7-5B28-35F3-CC5ABB1DA40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F6FD86B-4DEE-304D-71B0-149BC12B84E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A099A8-2CA7-64E1-3F33-D8DF6BB4555A}"/>
              </a:ext>
            </a:extLst>
          </p:cNvPr>
          <p:cNvSpPr>
            <a:spLocks noGrp="1"/>
          </p:cNvSpPr>
          <p:nvPr>
            <p:ph type="dt" sz="half" idx="10"/>
          </p:nvPr>
        </p:nvSpPr>
        <p:spPr/>
        <p:txBody>
          <a:bodyPr/>
          <a:lstStyle/>
          <a:p>
            <a:fld id="{75E77AAE-2F44-5C47-B387-1EEC3C22D174}" type="datetimeFigureOut">
              <a:rPr lang="en-US" smtClean="0"/>
              <a:t>9/13/26</a:t>
            </a:fld>
            <a:endParaRPr lang="en-US"/>
          </a:p>
        </p:txBody>
      </p:sp>
      <p:sp>
        <p:nvSpPr>
          <p:cNvPr id="5" name="Footer Placeholder 4">
            <a:extLst>
              <a:ext uri="{FF2B5EF4-FFF2-40B4-BE49-F238E27FC236}">
                <a16:creationId xmlns:a16="http://schemas.microsoft.com/office/drawing/2014/main" id="{FB243CAC-15C6-5D3B-10CA-74132C6180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53D507-B1CC-D815-00EE-9124118FC905}"/>
              </a:ext>
            </a:extLst>
          </p:cNvPr>
          <p:cNvSpPr>
            <a:spLocks noGrp="1"/>
          </p:cNvSpPr>
          <p:nvPr>
            <p:ph type="sldNum" sz="quarter" idx="12"/>
          </p:nvPr>
        </p:nvSpPr>
        <p:spPr/>
        <p:txBody>
          <a:bodyPr/>
          <a:lstStyle/>
          <a:p>
            <a:fld id="{5FA7E9B1-F24B-3D45-AF76-8902742EDB4E}" type="slidenum">
              <a:rPr lang="en-US" smtClean="0"/>
              <a:t>‹#›</a:t>
            </a:fld>
            <a:endParaRPr lang="en-US"/>
          </a:p>
        </p:txBody>
      </p:sp>
    </p:spTree>
    <p:extLst>
      <p:ext uri="{BB962C8B-B14F-4D97-AF65-F5344CB8AC3E}">
        <p14:creationId xmlns:p14="http://schemas.microsoft.com/office/powerpoint/2010/main" val="1807019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B04B5EC-00F7-A907-0299-48F88FBDE96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610663E-0544-A41F-37C4-1804158EEE7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3332C9-991F-E71A-5B1E-F3B0048BF24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5E77AAE-2F44-5C47-B387-1EEC3C22D174}" type="datetimeFigureOut">
              <a:rPr lang="en-US" smtClean="0"/>
              <a:t>9/13/26</a:t>
            </a:fld>
            <a:endParaRPr lang="en-US"/>
          </a:p>
        </p:txBody>
      </p:sp>
      <p:sp>
        <p:nvSpPr>
          <p:cNvPr id="5" name="Footer Placeholder 4">
            <a:extLst>
              <a:ext uri="{FF2B5EF4-FFF2-40B4-BE49-F238E27FC236}">
                <a16:creationId xmlns:a16="http://schemas.microsoft.com/office/drawing/2014/main" id="{2419C1EB-C445-D984-266A-0EAE0EF0DD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C9BB98E-5C6D-C441-D656-7A88F7F84EA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FA7E9B1-F24B-3D45-AF76-8902742EDB4E}" type="slidenum">
              <a:rPr lang="en-US" smtClean="0"/>
              <a:t>‹#›</a:t>
            </a:fld>
            <a:endParaRPr lang="en-US"/>
          </a:p>
        </p:txBody>
      </p:sp>
    </p:spTree>
    <p:extLst>
      <p:ext uri="{BB962C8B-B14F-4D97-AF65-F5344CB8AC3E}">
        <p14:creationId xmlns:p14="http://schemas.microsoft.com/office/powerpoint/2010/main" val="17101507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customXml" Target="../ink/ink1.xml"/><Relationship Id="rId7"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customXml" Target="../ink/ink2.xml"/><Relationship Id="rId10"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1.png"/><Relationship Id="rId7" Type="http://schemas.openxmlformats.org/officeDocument/2006/relationships/customXml" Target="../ink/ink4.xml"/><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3.png"/><Relationship Id="rId11" Type="http://schemas.openxmlformats.org/officeDocument/2006/relationships/image" Target="../media/image26.png"/><Relationship Id="rId5" Type="http://schemas.openxmlformats.org/officeDocument/2006/relationships/image" Target="../media/image22.png"/><Relationship Id="rId10" Type="http://schemas.openxmlformats.org/officeDocument/2006/relationships/image" Target="../media/image25.png"/><Relationship Id="rId4" Type="http://schemas.openxmlformats.org/officeDocument/2006/relationships/customXml" Target="../ink/ink3.xml"/><Relationship Id="rId9" Type="http://schemas.openxmlformats.org/officeDocument/2006/relationships/customXml" Target="../ink/ink5.xml"/></Relationships>
</file>

<file path=ppt/slides/_rels/slide7.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8.png"/><Relationship Id="rId7" Type="http://schemas.openxmlformats.org/officeDocument/2006/relationships/customXml" Target="../ink/ink6.xml"/><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1.png"/><Relationship Id="rId7" Type="http://schemas.openxmlformats.org/officeDocument/2006/relationships/customXml" Target="../ink/ink7.xml"/><Relationship Id="rId12" Type="http://schemas.openxmlformats.org/officeDocument/2006/relationships/image" Target="../media/image48.png"/><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44.png"/><Relationship Id="rId11" Type="http://schemas.openxmlformats.org/officeDocument/2006/relationships/image" Target="../media/image47.png"/><Relationship Id="rId5" Type="http://schemas.openxmlformats.org/officeDocument/2006/relationships/image" Target="../media/image43.png"/><Relationship Id="rId10" Type="http://schemas.openxmlformats.org/officeDocument/2006/relationships/image" Target="../media/image46.png"/><Relationship Id="rId4" Type="http://schemas.openxmlformats.org/officeDocument/2006/relationships/image" Target="../media/image42.png"/><Relationship Id="rId9" Type="http://schemas.openxmlformats.org/officeDocument/2006/relationships/customXml" Target="../ink/ink8.xml"/></Relationships>
</file>

<file path=ppt/slides/_rels/slide1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image" Target="../media/image51.png"/><Relationship Id="rId1" Type="http://schemas.openxmlformats.org/officeDocument/2006/relationships/slideLayout" Target="../slideLayouts/slideLayout2.xml"/><Relationship Id="rId6" Type="http://schemas.openxmlformats.org/officeDocument/2006/relationships/image" Target="../media/image55.png"/><Relationship Id="rId11" Type="http://schemas.openxmlformats.org/officeDocument/2006/relationships/customXml" Target="../ink/ink10.xml"/><Relationship Id="rId5" Type="http://schemas.openxmlformats.org/officeDocument/2006/relationships/image" Target="../media/image54.png"/><Relationship Id="rId10" Type="http://schemas.openxmlformats.org/officeDocument/2006/relationships/image" Target="../media/image58.png"/><Relationship Id="rId4" Type="http://schemas.openxmlformats.org/officeDocument/2006/relationships/image" Target="../media/image53.png"/><Relationship Id="rId9" Type="http://schemas.openxmlformats.org/officeDocument/2006/relationships/customXml" Target="../ink/ink9.xml"/></Relationships>
</file>

<file path=ppt/slides/_rels/slide1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14.xml.rels><?xml version="1.0" encoding="UTF-8" standalone="yes"?>
<Relationships xmlns="http://schemas.openxmlformats.org/package/2006/relationships"><Relationship Id="rId8" Type="http://schemas.openxmlformats.org/officeDocument/2006/relationships/image" Target="../media/image66.png"/><Relationship Id="rId13" Type="http://schemas.openxmlformats.org/officeDocument/2006/relationships/customXml" Target="../ink/ink15.xml"/><Relationship Id="rId18" Type="http://schemas.openxmlformats.org/officeDocument/2006/relationships/image" Target="../media/image71.png"/><Relationship Id="rId3" Type="http://schemas.openxmlformats.org/officeDocument/2006/relationships/image" Target="../media/image63.png"/><Relationship Id="rId7" Type="http://schemas.openxmlformats.org/officeDocument/2006/relationships/customXml" Target="../ink/ink12.xml"/><Relationship Id="rId12" Type="http://schemas.openxmlformats.org/officeDocument/2006/relationships/image" Target="../media/image68.png"/><Relationship Id="rId17" Type="http://schemas.openxmlformats.org/officeDocument/2006/relationships/customXml" Target="../ink/ink17.xml"/><Relationship Id="rId2" Type="http://schemas.openxmlformats.org/officeDocument/2006/relationships/image" Target="../media/image62.png"/><Relationship Id="rId16" Type="http://schemas.openxmlformats.org/officeDocument/2006/relationships/image" Target="../media/image70.png"/><Relationship Id="rId1" Type="http://schemas.openxmlformats.org/officeDocument/2006/relationships/slideLayout" Target="../slideLayouts/slideLayout2.xml"/><Relationship Id="rId6" Type="http://schemas.openxmlformats.org/officeDocument/2006/relationships/image" Target="../media/image65.png"/><Relationship Id="rId11" Type="http://schemas.openxmlformats.org/officeDocument/2006/relationships/customXml" Target="../ink/ink14.xml"/><Relationship Id="rId5" Type="http://schemas.openxmlformats.org/officeDocument/2006/relationships/customXml" Target="../ink/ink11.xml"/><Relationship Id="rId15" Type="http://schemas.openxmlformats.org/officeDocument/2006/relationships/customXml" Target="../ink/ink16.xml"/><Relationship Id="rId10" Type="http://schemas.openxmlformats.org/officeDocument/2006/relationships/image" Target="../media/image67.png"/><Relationship Id="rId4" Type="http://schemas.openxmlformats.org/officeDocument/2006/relationships/image" Target="../media/image64.png"/><Relationship Id="rId9" Type="http://schemas.openxmlformats.org/officeDocument/2006/relationships/customXml" Target="../ink/ink13.xml"/><Relationship Id="rId14" Type="http://schemas.openxmlformats.org/officeDocument/2006/relationships/image" Target="../media/image69.png"/></Relationships>
</file>

<file path=ppt/slides/_rels/slide15.xml.rels><?xml version="1.0" encoding="UTF-8" standalone="yes"?>
<Relationships xmlns="http://schemas.openxmlformats.org/package/2006/relationships"><Relationship Id="rId8" Type="http://schemas.openxmlformats.org/officeDocument/2006/relationships/image" Target="../media/image78.png"/><Relationship Id="rId13" Type="http://schemas.openxmlformats.org/officeDocument/2006/relationships/customXml" Target="../ink/ink20.xml"/><Relationship Id="rId3" Type="http://schemas.openxmlformats.org/officeDocument/2006/relationships/image" Target="../media/image73.png"/><Relationship Id="rId7" Type="http://schemas.openxmlformats.org/officeDocument/2006/relationships/image" Target="../media/image77.png"/><Relationship Id="rId12" Type="http://schemas.openxmlformats.org/officeDocument/2006/relationships/image" Target="../media/image80.png"/><Relationship Id="rId2" Type="http://schemas.openxmlformats.org/officeDocument/2006/relationships/image" Target="../media/image72.png"/><Relationship Id="rId1" Type="http://schemas.openxmlformats.org/officeDocument/2006/relationships/slideLayout" Target="../slideLayouts/slideLayout2.xml"/><Relationship Id="rId6" Type="http://schemas.openxmlformats.org/officeDocument/2006/relationships/image" Target="../media/image76.png"/><Relationship Id="rId11" Type="http://schemas.openxmlformats.org/officeDocument/2006/relationships/customXml" Target="../ink/ink19.xml"/><Relationship Id="rId5" Type="http://schemas.openxmlformats.org/officeDocument/2006/relationships/image" Target="../media/image75.png"/><Relationship Id="rId10" Type="http://schemas.openxmlformats.org/officeDocument/2006/relationships/image" Target="../media/image79.png"/><Relationship Id="rId4" Type="http://schemas.openxmlformats.org/officeDocument/2006/relationships/image" Target="../media/image74.png"/><Relationship Id="rId9" Type="http://schemas.openxmlformats.org/officeDocument/2006/relationships/customXml" Target="../ink/ink18.xml"/><Relationship Id="rId14" Type="http://schemas.openxmlformats.org/officeDocument/2006/relationships/image" Target="../media/image81.png"/></Relationships>
</file>

<file path=ppt/slides/_rels/slide16.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2.xml"/><Relationship Id="rId5" Type="http://schemas.openxmlformats.org/officeDocument/2006/relationships/image" Target="../media/image85.png"/><Relationship Id="rId4" Type="http://schemas.openxmlformats.org/officeDocument/2006/relationships/image" Target="../media/image84.png"/></Relationships>
</file>

<file path=ppt/slides/_rels/slide17.xml.rels><?xml version="1.0" encoding="UTF-8" standalone="yes"?>
<Relationships xmlns="http://schemas.openxmlformats.org/package/2006/relationships"><Relationship Id="rId3" Type="http://schemas.openxmlformats.org/officeDocument/2006/relationships/image" Target="../media/image87.png"/><Relationship Id="rId7" Type="http://schemas.openxmlformats.org/officeDocument/2006/relationships/image" Target="../media/image91.png"/><Relationship Id="rId2" Type="http://schemas.openxmlformats.org/officeDocument/2006/relationships/image" Target="../media/image86.png"/><Relationship Id="rId1" Type="http://schemas.openxmlformats.org/officeDocument/2006/relationships/slideLayout" Target="../slideLayouts/slideLayout2.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88.png"/></Relationships>
</file>

<file path=ppt/slides/_rels/slide18.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customXml" Target="../ink/ink21.xml"/><Relationship Id="rId4" Type="http://schemas.openxmlformats.org/officeDocument/2006/relationships/image" Target="../media/image96.png"/></Relationships>
</file>

<file path=ppt/slides/_rels/slide20.xml.rels><?xml version="1.0" encoding="UTF-8" standalone="yes"?>
<Relationships xmlns="http://schemas.openxmlformats.org/package/2006/relationships"><Relationship Id="rId8" Type="http://schemas.openxmlformats.org/officeDocument/2006/relationships/customXml" Target="../ink/ink22.xml"/><Relationship Id="rId3" Type="http://schemas.openxmlformats.org/officeDocument/2006/relationships/image" Target="../media/image98.png"/><Relationship Id="rId7" Type="http://schemas.openxmlformats.org/officeDocument/2006/relationships/image" Target="../media/image102.png"/><Relationship Id="rId2" Type="http://schemas.openxmlformats.org/officeDocument/2006/relationships/image" Target="../media/image97.png"/><Relationship Id="rId1" Type="http://schemas.openxmlformats.org/officeDocument/2006/relationships/slideLayout" Target="../slideLayouts/slideLayout2.xml"/><Relationship Id="rId6" Type="http://schemas.openxmlformats.org/officeDocument/2006/relationships/image" Target="../media/image101.png"/><Relationship Id="rId11" Type="http://schemas.openxmlformats.org/officeDocument/2006/relationships/image" Target="../media/image104.png"/><Relationship Id="rId5" Type="http://schemas.openxmlformats.org/officeDocument/2006/relationships/image" Target="../media/image100.png"/><Relationship Id="rId10" Type="http://schemas.openxmlformats.org/officeDocument/2006/relationships/customXml" Target="../ink/ink23.xml"/><Relationship Id="rId4" Type="http://schemas.openxmlformats.org/officeDocument/2006/relationships/image" Target="../media/image99.png"/><Relationship Id="rId9" Type="http://schemas.openxmlformats.org/officeDocument/2006/relationships/image" Target="../media/image103.png"/></Relationships>
</file>

<file path=ppt/slides/_rels/slide21.xml.rels><?xml version="1.0" encoding="UTF-8" standalone="yes"?>
<Relationships xmlns="http://schemas.openxmlformats.org/package/2006/relationships"><Relationship Id="rId8" Type="http://schemas.openxmlformats.org/officeDocument/2006/relationships/image" Target="../media/image109.png"/><Relationship Id="rId3" Type="http://schemas.openxmlformats.org/officeDocument/2006/relationships/image" Target="../media/image106.png"/><Relationship Id="rId7" Type="http://schemas.openxmlformats.org/officeDocument/2006/relationships/image" Target="../media/image108.png"/><Relationship Id="rId2" Type="http://schemas.openxmlformats.org/officeDocument/2006/relationships/image" Target="../media/image105.png"/><Relationship Id="rId1" Type="http://schemas.openxmlformats.org/officeDocument/2006/relationships/slideLayout" Target="../slideLayouts/slideLayout2.xml"/><Relationship Id="rId6" Type="http://schemas.openxmlformats.org/officeDocument/2006/relationships/customXml" Target="../ink/ink25.xml"/><Relationship Id="rId5" Type="http://schemas.openxmlformats.org/officeDocument/2006/relationships/image" Target="../media/image107.png"/><Relationship Id="rId4" Type="http://schemas.openxmlformats.org/officeDocument/2006/relationships/customXml" Target="../ink/ink24.xml"/></Relationships>
</file>

<file path=ppt/slides/_rels/slide22.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slideLayout" Target="../slideLayouts/slideLayout2.xml"/><Relationship Id="rId5" Type="http://schemas.openxmlformats.org/officeDocument/2006/relationships/image" Target="../media/image113.png"/><Relationship Id="rId4" Type="http://schemas.openxmlformats.org/officeDocument/2006/relationships/image" Target="../media/image112.png"/></Relationships>
</file>

<file path=ppt/slides/_rels/slide23.xml.rels><?xml version="1.0" encoding="UTF-8" standalone="yes"?>
<Relationships xmlns="http://schemas.openxmlformats.org/package/2006/relationships"><Relationship Id="rId8" Type="http://schemas.openxmlformats.org/officeDocument/2006/relationships/customXml" Target="../ink/ink27.xml"/><Relationship Id="rId3" Type="http://schemas.openxmlformats.org/officeDocument/2006/relationships/image" Target="../media/image115.png"/><Relationship Id="rId7" Type="http://schemas.openxmlformats.org/officeDocument/2006/relationships/image" Target="../media/image118.png"/><Relationship Id="rId2" Type="http://schemas.openxmlformats.org/officeDocument/2006/relationships/image" Target="../media/image114.png"/><Relationship Id="rId1" Type="http://schemas.openxmlformats.org/officeDocument/2006/relationships/slideLayout" Target="../slideLayouts/slideLayout2.xml"/><Relationship Id="rId6" Type="http://schemas.openxmlformats.org/officeDocument/2006/relationships/customXml" Target="../ink/ink26.xml"/><Relationship Id="rId5" Type="http://schemas.openxmlformats.org/officeDocument/2006/relationships/image" Target="../media/image117.png"/><Relationship Id="rId4" Type="http://schemas.openxmlformats.org/officeDocument/2006/relationships/image" Target="../media/image116.png"/><Relationship Id="rId9" Type="http://schemas.openxmlformats.org/officeDocument/2006/relationships/image" Target="../media/image119.png"/></Relationships>
</file>

<file path=ppt/slides/_rels/slide24.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125.png"/><Relationship Id="rId3" Type="http://schemas.openxmlformats.org/officeDocument/2006/relationships/image" Target="../media/image122.png"/><Relationship Id="rId7" Type="http://schemas.openxmlformats.org/officeDocument/2006/relationships/image" Target="../media/image124.png"/><Relationship Id="rId2" Type="http://schemas.openxmlformats.org/officeDocument/2006/relationships/image" Target="../media/image121.png"/><Relationship Id="rId1" Type="http://schemas.openxmlformats.org/officeDocument/2006/relationships/slideLayout" Target="../slideLayouts/slideLayout2.xml"/><Relationship Id="rId6" Type="http://schemas.openxmlformats.org/officeDocument/2006/relationships/customXml" Target="../ink/ink29.xml"/><Relationship Id="rId5" Type="http://schemas.openxmlformats.org/officeDocument/2006/relationships/image" Target="../media/image123.png"/><Relationship Id="rId4" Type="http://schemas.openxmlformats.org/officeDocument/2006/relationships/customXml" Target="../ink/ink28.xml"/><Relationship Id="rId9" Type="http://schemas.openxmlformats.org/officeDocument/2006/relationships/image" Target="../media/image126.png"/></Relationships>
</file>

<file path=ppt/slides/_rels/slide26.xml.rels><?xml version="1.0" encoding="UTF-8" standalone="yes"?>
<Relationships xmlns="http://schemas.openxmlformats.org/package/2006/relationships"><Relationship Id="rId8" Type="http://schemas.openxmlformats.org/officeDocument/2006/relationships/image" Target="../media/image129.png"/><Relationship Id="rId3" Type="http://schemas.openxmlformats.org/officeDocument/2006/relationships/image" Target="../media/image128.png"/><Relationship Id="rId7" Type="http://schemas.openxmlformats.org/officeDocument/2006/relationships/customXml" Target="../ink/ink32.xml"/><Relationship Id="rId2" Type="http://schemas.openxmlformats.org/officeDocument/2006/relationships/image" Target="../media/image127.png"/><Relationship Id="rId1" Type="http://schemas.openxmlformats.org/officeDocument/2006/relationships/slideLayout" Target="../slideLayouts/slideLayout2.xml"/><Relationship Id="rId6" Type="http://schemas.openxmlformats.org/officeDocument/2006/relationships/customXml" Target="../ink/ink31.xml"/><Relationship Id="rId5" Type="http://schemas.openxmlformats.org/officeDocument/2006/relationships/image" Target="../media/image124.png"/><Relationship Id="rId4" Type="http://schemas.openxmlformats.org/officeDocument/2006/relationships/customXml" Target="../ink/ink30.xml"/></Relationships>
</file>

<file path=ppt/slides/_rels/slide27.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133.png"/><Relationship Id="rId1" Type="http://schemas.openxmlformats.org/officeDocument/2006/relationships/slideLayout" Target="../slideLayouts/slideLayout2.xml"/><Relationship Id="rId5" Type="http://schemas.openxmlformats.org/officeDocument/2006/relationships/image" Target="../media/image136.png"/><Relationship Id="rId4" Type="http://schemas.openxmlformats.org/officeDocument/2006/relationships/image" Target="../media/image135.png"/></Relationships>
</file>

<file path=ppt/slides/_rels/slide30.xml.rels><?xml version="1.0" encoding="UTF-8" standalone="yes"?>
<Relationships xmlns="http://schemas.openxmlformats.org/package/2006/relationships"><Relationship Id="rId2" Type="http://schemas.openxmlformats.org/officeDocument/2006/relationships/image" Target="../media/image13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image" Target="../media/image138.png"/><Relationship Id="rId1" Type="http://schemas.openxmlformats.org/officeDocument/2006/relationships/slideLayout" Target="../slideLayouts/slideLayout2.xml"/><Relationship Id="rId5" Type="http://schemas.openxmlformats.org/officeDocument/2006/relationships/image" Target="../media/image140.png"/><Relationship Id="rId4" Type="http://schemas.openxmlformats.org/officeDocument/2006/relationships/customXml" Target="../ink/ink33.xml"/></Relationships>
</file>

<file path=ppt/slides/_rels/slide32.xml.rels><?xml version="1.0" encoding="UTF-8" standalone="yes"?>
<Relationships xmlns="http://schemas.openxmlformats.org/package/2006/relationships"><Relationship Id="rId3" Type="http://schemas.openxmlformats.org/officeDocument/2006/relationships/customXml" Target="../ink/ink34.xml"/><Relationship Id="rId2" Type="http://schemas.openxmlformats.org/officeDocument/2006/relationships/image" Target="../media/image141.png"/><Relationship Id="rId1" Type="http://schemas.openxmlformats.org/officeDocument/2006/relationships/slideLayout" Target="../slideLayouts/slideLayout2.xml"/><Relationship Id="rId4" Type="http://schemas.openxmlformats.org/officeDocument/2006/relationships/image" Target="../media/image142.png"/></Relationships>
</file>

<file path=ppt/slides/_rels/slide33.xml.rels><?xml version="1.0" encoding="UTF-8" standalone="yes"?>
<Relationships xmlns="http://schemas.openxmlformats.org/package/2006/relationships"><Relationship Id="rId3" Type="http://schemas.openxmlformats.org/officeDocument/2006/relationships/image" Target="../media/image144.png"/><Relationship Id="rId7" Type="http://schemas.openxmlformats.org/officeDocument/2006/relationships/image" Target="../media/image148.png"/><Relationship Id="rId2" Type="http://schemas.openxmlformats.org/officeDocument/2006/relationships/image" Target="../media/image143.png"/><Relationship Id="rId1" Type="http://schemas.openxmlformats.org/officeDocument/2006/relationships/slideLayout" Target="../slideLayouts/slideLayout2.xml"/><Relationship Id="rId6" Type="http://schemas.openxmlformats.org/officeDocument/2006/relationships/image" Target="../media/image147.png"/><Relationship Id="rId5" Type="http://schemas.openxmlformats.org/officeDocument/2006/relationships/image" Target="../media/image146.png"/><Relationship Id="rId4" Type="http://schemas.openxmlformats.org/officeDocument/2006/relationships/image" Target="../media/image145.png"/></Relationships>
</file>

<file path=ppt/slides/_rels/slide34.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4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image" Target="../media/image15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image" Target="../media/image153.png"/><Relationship Id="rId1" Type="http://schemas.openxmlformats.org/officeDocument/2006/relationships/slideLayout" Target="../slideLayouts/slideLayout2.xml"/><Relationship Id="rId6" Type="http://schemas.openxmlformats.org/officeDocument/2006/relationships/image" Target="../media/image157.png"/><Relationship Id="rId5" Type="http://schemas.openxmlformats.org/officeDocument/2006/relationships/image" Target="../media/image156.png"/><Relationship Id="rId4" Type="http://schemas.openxmlformats.org/officeDocument/2006/relationships/image" Target="../media/image155.png"/></Relationships>
</file>

<file path=ppt/slides/_rels/slide37.xml.rels><?xml version="1.0" encoding="UTF-8" standalone="yes"?>
<Relationships xmlns="http://schemas.openxmlformats.org/package/2006/relationships"><Relationship Id="rId2" Type="http://schemas.openxmlformats.org/officeDocument/2006/relationships/image" Target="../media/image15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image" Target="../media/image159.png"/><Relationship Id="rId1" Type="http://schemas.openxmlformats.org/officeDocument/2006/relationships/slideLayout" Target="../slideLayouts/slideLayout2.xml"/><Relationship Id="rId5" Type="http://schemas.openxmlformats.org/officeDocument/2006/relationships/image" Target="../media/image162.png"/><Relationship Id="rId4" Type="http://schemas.openxmlformats.org/officeDocument/2006/relationships/image" Target="../media/image161.png"/></Relationships>
</file>

<file path=ppt/slides/_rels/slide39.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image" Target="../media/image163.png"/><Relationship Id="rId1" Type="http://schemas.openxmlformats.org/officeDocument/2006/relationships/slideLayout" Target="../slideLayouts/slideLayout2.xml"/><Relationship Id="rId5" Type="http://schemas.openxmlformats.org/officeDocument/2006/relationships/image" Target="../media/image166.png"/><Relationship Id="rId4" Type="http://schemas.openxmlformats.org/officeDocument/2006/relationships/image" Target="../media/image165.png"/></Relationships>
</file>

<file path=ppt/slides/_rels/slide40.xml.rels><?xml version="1.0" encoding="UTF-8" standalone="yes"?>
<Relationships xmlns="http://schemas.openxmlformats.org/package/2006/relationships"><Relationship Id="rId8" Type="http://schemas.openxmlformats.org/officeDocument/2006/relationships/image" Target="../media/image170.png"/><Relationship Id="rId3" Type="http://schemas.openxmlformats.org/officeDocument/2006/relationships/image" Target="../media/image164.png"/><Relationship Id="rId7" Type="http://schemas.openxmlformats.org/officeDocument/2006/relationships/image" Target="../media/image169.png"/><Relationship Id="rId2" Type="http://schemas.openxmlformats.org/officeDocument/2006/relationships/image" Target="../media/image161.png"/><Relationship Id="rId1" Type="http://schemas.openxmlformats.org/officeDocument/2006/relationships/slideLayout" Target="../slideLayouts/slideLayout2.xml"/><Relationship Id="rId6" Type="http://schemas.openxmlformats.org/officeDocument/2006/relationships/image" Target="../media/image168.png"/><Relationship Id="rId5" Type="http://schemas.openxmlformats.org/officeDocument/2006/relationships/image" Target="../media/image167.png"/><Relationship Id="rId4" Type="http://schemas.openxmlformats.org/officeDocument/2006/relationships/image" Target="../media/image166.png"/><Relationship Id="rId9" Type="http://schemas.openxmlformats.org/officeDocument/2006/relationships/image" Target="../media/image171.png"/></Relationships>
</file>

<file path=ppt/slides/_rels/slide41.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image" Target="../media/image172.png"/><Relationship Id="rId1" Type="http://schemas.openxmlformats.org/officeDocument/2006/relationships/slideLayout" Target="../slideLayouts/slideLayout2.xml"/><Relationship Id="rId6" Type="http://schemas.openxmlformats.org/officeDocument/2006/relationships/image" Target="../media/image176.png"/><Relationship Id="rId5" Type="http://schemas.openxmlformats.org/officeDocument/2006/relationships/image" Target="../media/image175.png"/><Relationship Id="rId4" Type="http://schemas.openxmlformats.org/officeDocument/2006/relationships/image" Target="../media/image174.png"/></Relationships>
</file>

<file path=ppt/slides/_rels/slide42.xml.rels><?xml version="1.0" encoding="UTF-8" standalone="yes"?>
<Relationships xmlns="http://schemas.openxmlformats.org/package/2006/relationships"><Relationship Id="rId3" Type="http://schemas.openxmlformats.org/officeDocument/2006/relationships/image" Target="../media/image178.png"/><Relationship Id="rId2" Type="http://schemas.openxmlformats.org/officeDocument/2006/relationships/image" Target="../media/image17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image" Target="../media/image17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8" Type="http://schemas.openxmlformats.org/officeDocument/2006/relationships/image" Target="../media/image187.png"/><Relationship Id="rId3" Type="http://schemas.openxmlformats.org/officeDocument/2006/relationships/image" Target="../media/image182.png"/><Relationship Id="rId7" Type="http://schemas.openxmlformats.org/officeDocument/2006/relationships/image" Target="../media/image186.png"/><Relationship Id="rId2" Type="http://schemas.openxmlformats.org/officeDocument/2006/relationships/image" Target="../media/image181.png"/><Relationship Id="rId1" Type="http://schemas.openxmlformats.org/officeDocument/2006/relationships/slideLayout" Target="../slideLayouts/slideLayout2.xml"/><Relationship Id="rId6" Type="http://schemas.openxmlformats.org/officeDocument/2006/relationships/image" Target="../media/image185.png"/><Relationship Id="rId5" Type="http://schemas.openxmlformats.org/officeDocument/2006/relationships/image" Target="../media/image184.png"/><Relationship Id="rId4" Type="http://schemas.openxmlformats.org/officeDocument/2006/relationships/image" Target="../media/image183.png"/></Relationships>
</file>

<file path=ppt/slides/_rels/slide45.xml.rels><?xml version="1.0" encoding="UTF-8" standalone="yes"?>
<Relationships xmlns="http://schemas.openxmlformats.org/package/2006/relationships"><Relationship Id="rId3" Type="http://schemas.openxmlformats.org/officeDocument/2006/relationships/image" Target="../media/image189.png"/><Relationship Id="rId7" Type="http://schemas.openxmlformats.org/officeDocument/2006/relationships/image" Target="../media/image192.png"/><Relationship Id="rId2" Type="http://schemas.openxmlformats.org/officeDocument/2006/relationships/image" Target="../media/image188.png"/><Relationship Id="rId1" Type="http://schemas.openxmlformats.org/officeDocument/2006/relationships/slideLayout" Target="../slideLayouts/slideLayout2.xml"/><Relationship Id="rId6" Type="http://schemas.openxmlformats.org/officeDocument/2006/relationships/customXml" Target="../ink/ink35.xml"/><Relationship Id="rId5" Type="http://schemas.openxmlformats.org/officeDocument/2006/relationships/image" Target="../media/image191.png"/><Relationship Id="rId4" Type="http://schemas.openxmlformats.org/officeDocument/2006/relationships/image" Target="../media/image190.png"/></Relationships>
</file>

<file path=ppt/slides/_rels/slide46.xml.rels><?xml version="1.0" encoding="UTF-8" standalone="yes"?>
<Relationships xmlns="http://schemas.openxmlformats.org/package/2006/relationships"><Relationship Id="rId8" Type="http://schemas.openxmlformats.org/officeDocument/2006/relationships/image" Target="../media/image199.png"/><Relationship Id="rId3" Type="http://schemas.openxmlformats.org/officeDocument/2006/relationships/image" Target="../media/image194.png"/><Relationship Id="rId7" Type="http://schemas.openxmlformats.org/officeDocument/2006/relationships/image" Target="../media/image198.png"/><Relationship Id="rId2" Type="http://schemas.openxmlformats.org/officeDocument/2006/relationships/image" Target="../media/image193.png"/><Relationship Id="rId1" Type="http://schemas.openxmlformats.org/officeDocument/2006/relationships/slideLayout" Target="../slideLayouts/slideLayout2.xml"/><Relationship Id="rId6" Type="http://schemas.openxmlformats.org/officeDocument/2006/relationships/image" Target="../media/image197.png"/><Relationship Id="rId11" Type="http://schemas.openxmlformats.org/officeDocument/2006/relationships/image" Target="../media/image202.png"/><Relationship Id="rId5" Type="http://schemas.openxmlformats.org/officeDocument/2006/relationships/image" Target="../media/image196.png"/><Relationship Id="rId10" Type="http://schemas.openxmlformats.org/officeDocument/2006/relationships/image" Target="../media/image201.png"/><Relationship Id="rId4" Type="http://schemas.openxmlformats.org/officeDocument/2006/relationships/image" Target="../media/image195.png"/><Relationship Id="rId9" Type="http://schemas.openxmlformats.org/officeDocument/2006/relationships/image" Target="../media/image200.png"/></Relationships>
</file>

<file path=ppt/slides/_rels/slide47.xml.rels><?xml version="1.0" encoding="UTF-8" standalone="yes"?>
<Relationships xmlns="http://schemas.openxmlformats.org/package/2006/relationships"><Relationship Id="rId3" Type="http://schemas.openxmlformats.org/officeDocument/2006/relationships/image" Target="../media/image204.png"/><Relationship Id="rId2" Type="http://schemas.openxmlformats.org/officeDocument/2006/relationships/image" Target="../media/image20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06.png"/><Relationship Id="rId2" Type="http://schemas.openxmlformats.org/officeDocument/2006/relationships/image" Target="../media/image205.png"/><Relationship Id="rId1" Type="http://schemas.openxmlformats.org/officeDocument/2006/relationships/slideLayout" Target="../slideLayouts/slideLayout2.xml"/><Relationship Id="rId4" Type="http://schemas.openxmlformats.org/officeDocument/2006/relationships/image" Target="../media/image207.png"/></Relationships>
</file>

<file path=ppt/slides/_rels/slide49.xml.rels><?xml version="1.0" encoding="UTF-8" standalone="yes"?>
<Relationships xmlns="http://schemas.openxmlformats.org/package/2006/relationships"><Relationship Id="rId3" Type="http://schemas.openxmlformats.org/officeDocument/2006/relationships/image" Target="../media/image208.png"/><Relationship Id="rId2" Type="http://schemas.openxmlformats.org/officeDocument/2006/relationships/image" Target="../media/image20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10.png"/><Relationship Id="rId7" Type="http://schemas.openxmlformats.org/officeDocument/2006/relationships/image" Target="../media/image214.png"/><Relationship Id="rId2" Type="http://schemas.openxmlformats.org/officeDocument/2006/relationships/image" Target="../media/image209.png"/><Relationship Id="rId1" Type="http://schemas.openxmlformats.org/officeDocument/2006/relationships/slideLayout" Target="../slideLayouts/slideLayout2.xml"/><Relationship Id="rId6" Type="http://schemas.openxmlformats.org/officeDocument/2006/relationships/image" Target="../media/image213.png"/><Relationship Id="rId5" Type="http://schemas.openxmlformats.org/officeDocument/2006/relationships/image" Target="../media/image212.png"/><Relationship Id="rId4" Type="http://schemas.openxmlformats.org/officeDocument/2006/relationships/image" Target="../media/image211.png"/></Relationships>
</file>

<file path=ppt/slides/_rels/slide51.xml.rels><?xml version="1.0" encoding="UTF-8" standalone="yes"?>
<Relationships xmlns="http://schemas.openxmlformats.org/package/2006/relationships"><Relationship Id="rId3" Type="http://schemas.openxmlformats.org/officeDocument/2006/relationships/image" Target="../media/image216.png"/><Relationship Id="rId7" Type="http://schemas.openxmlformats.org/officeDocument/2006/relationships/image" Target="../media/image220.png"/><Relationship Id="rId2" Type="http://schemas.openxmlformats.org/officeDocument/2006/relationships/image" Target="../media/image215.png"/><Relationship Id="rId1" Type="http://schemas.openxmlformats.org/officeDocument/2006/relationships/slideLayout" Target="../slideLayouts/slideLayout2.xml"/><Relationship Id="rId6" Type="http://schemas.openxmlformats.org/officeDocument/2006/relationships/image" Target="../media/image219.png"/><Relationship Id="rId5" Type="http://schemas.openxmlformats.org/officeDocument/2006/relationships/image" Target="../media/image218.png"/><Relationship Id="rId4" Type="http://schemas.openxmlformats.org/officeDocument/2006/relationships/image" Target="../media/image217.png"/></Relationships>
</file>

<file path=ppt/slides/_rels/slide52.xml.rels><?xml version="1.0" encoding="UTF-8" standalone="yes"?>
<Relationships xmlns="http://schemas.openxmlformats.org/package/2006/relationships"><Relationship Id="rId3" Type="http://schemas.openxmlformats.org/officeDocument/2006/relationships/image" Target="../media/image222.png"/><Relationship Id="rId2" Type="http://schemas.openxmlformats.org/officeDocument/2006/relationships/image" Target="../media/image221.png"/><Relationship Id="rId1" Type="http://schemas.openxmlformats.org/officeDocument/2006/relationships/slideLayout" Target="../slideLayouts/slideLayout2.xml"/><Relationship Id="rId5" Type="http://schemas.openxmlformats.org/officeDocument/2006/relationships/image" Target="../media/image224.png"/><Relationship Id="rId4" Type="http://schemas.openxmlformats.org/officeDocument/2006/relationships/image" Target="../media/image223.png"/></Relationships>
</file>

<file path=ppt/slides/_rels/slide53.xml.rels><?xml version="1.0" encoding="UTF-8" standalone="yes"?>
<Relationships xmlns="http://schemas.openxmlformats.org/package/2006/relationships"><Relationship Id="rId3" Type="http://schemas.openxmlformats.org/officeDocument/2006/relationships/image" Target="../media/image226.png"/><Relationship Id="rId2" Type="http://schemas.openxmlformats.org/officeDocument/2006/relationships/image" Target="../media/image225.png"/><Relationship Id="rId1" Type="http://schemas.openxmlformats.org/officeDocument/2006/relationships/slideLayout" Target="../slideLayouts/slideLayout2.xml"/><Relationship Id="rId4" Type="http://schemas.openxmlformats.org/officeDocument/2006/relationships/image" Target="../media/image227.png"/></Relationships>
</file>

<file path=ppt/slides/_rels/slide54.xml.rels><?xml version="1.0" encoding="UTF-8" standalone="yes"?>
<Relationships xmlns="http://schemas.openxmlformats.org/package/2006/relationships"><Relationship Id="rId8" Type="http://schemas.openxmlformats.org/officeDocument/2006/relationships/image" Target="../media/image234.png"/><Relationship Id="rId13" Type="http://schemas.openxmlformats.org/officeDocument/2006/relationships/customXml" Target="../ink/ink37.xml"/><Relationship Id="rId3" Type="http://schemas.openxmlformats.org/officeDocument/2006/relationships/image" Target="../media/image229.png"/><Relationship Id="rId7" Type="http://schemas.openxmlformats.org/officeDocument/2006/relationships/image" Target="../media/image233.png"/><Relationship Id="rId12" Type="http://schemas.openxmlformats.org/officeDocument/2006/relationships/image" Target="../media/image237.png"/><Relationship Id="rId2" Type="http://schemas.openxmlformats.org/officeDocument/2006/relationships/image" Target="../media/image228.png"/><Relationship Id="rId1" Type="http://schemas.openxmlformats.org/officeDocument/2006/relationships/slideLayout" Target="../slideLayouts/slideLayout2.xml"/><Relationship Id="rId6" Type="http://schemas.openxmlformats.org/officeDocument/2006/relationships/image" Target="../media/image232.png"/><Relationship Id="rId11" Type="http://schemas.openxmlformats.org/officeDocument/2006/relationships/customXml" Target="../ink/ink36.xml"/><Relationship Id="rId5" Type="http://schemas.openxmlformats.org/officeDocument/2006/relationships/image" Target="../media/image231.png"/><Relationship Id="rId10" Type="http://schemas.openxmlformats.org/officeDocument/2006/relationships/image" Target="../media/image236.png"/><Relationship Id="rId4" Type="http://schemas.openxmlformats.org/officeDocument/2006/relationships/image" Target="../media/image230.png"/><Relationship Id="rId9" Type="http://schemas.openxmlformats.org/officeDocument/2006/relationships/image" Target="../media/image235.png"/><Relationship Id="rId14" Type="http://schemas.openxmlformats.org/officeDocument/2006/relationships/image" Target="../media/image238.png"/></Relationships>
</file>

<file path=ppt/slides/_rels/slide55.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image" Target="../media/image239.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8" Type="http://schemas.openxmlformats.org/officeDocument/2006/relationships/customXml" Target="../ink/ink39.xml"/><Relationship Id="rId3" Type="http://schemas.openxmlformats.org/officeDocument/2006/relationships/image" Target="../media/image242.png"/><Relationship Id="rId7" Type="http://schemas.openxmlformats.org/officeDocument/2006/relationships/image" Target="../media/image237.png"/><Relationship Id="rId2" Type="http://schemas.openxmlformats.org/officeDocument/2006/relationships/image" Target="../media/image241.png"/><Relationship Id="rId1" Type="http://schemas.openxmlformats.org/officeDocument/2006/relationships/slideLayout" Target="../slideLayouts/slideLayout2.xml"/><Relationship Id="rId6" Type="http://schemas.openxmlformats.org/officeDocument/2006/relationships/customXml" Target="../ink/ink38.xml"/><Relationship Id="rId5" Type="http://schemas.openxmlformats.org/officeDocument/2006/relationships/image" Target="../media/image244.png"/><Relationship Id="rId4" Type="http://schemas.openxmlformats.org/officeDocument/2006/relationships/image" Target="../media/image243.png"/><Relationship Id="rId9" Type="http://schemas.openxmlformats.org/officeDocument/2006/relationships/image" Target="../media/image245.png"/></Relationships>
</file>

<file path=ppt/slides/_rels/slide57.xml.rels><?xml version="1.0" encoding="UTF-8" standalone="yes"?>
<Relationships xmlns="http://schemas.openxmlformats.org/package/2006/relationships"><Relationship Id="rId3" Type="http://schemas.openxmlformats.org/officeDocument/2006/relationships/image" Target="../media/image247.png"/><Relationship Id="rId2" Type="http://schemas.openxmlformats.org/officeDocument/2006/relationships/image" Target="../media/image246.png"/><Relationship Id="rId1" Type="http://schemas.openxmlformats.org/officeDocument/2006/relationships/slideLayout" Target="../slideLayouts/slideLayout2.xml"/><Relationship Id="rId4" Type="http://schemas.openxmlformats.org/officeDocument/2006/relationships/image" Target="../media/image24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FED06-E9C4-21C5-C760-6FE50ADBC0F6}"/>
              </a:ext>
            </a:extLst>
          </p:cNvPr>
          <p:cNvSpPr>
            <a:spLocks noGrp="1"/>
          </p:cNvSpPr>
          <p:nvPr>
            <p:ph type="ctrTitle"/>
          </p:nvPr>
        </p:nvSpPr>
        <p:spPr/>
        <p:txBody>
          <a:bodyPr>
            <a:normAutofit/>
          </a:bodyPr>
          <a:lstStyle/>
          <a:p>
            <a:r>
              <a:rPr lang="en-US" sz="4800" dirty="0"/>
              <a:t>Method of Separation of Variables</a:t>
            </a:r>
          </a:p>
        </p:txBody>
      </p:sp>
      <p:sp>
        <p:nvSpPr>
          <p:cNvPr id="3" name="Subtitle 2">
            <a:extLst>
              <a:ext uri="{FF2B5EF4-FFF2-40B4-BE49-F238E27FC236}">
                <a16:creationId xmlns:a16="http://schemas.microsoft.com/office/drawing/2014/main" id="{F16D7F37-9B7E-7196-5D90-A888B84CFA75}"/>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4100398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27FB78-EEB0-FE43-AF94-DD0C4E8722A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1FCEBD0-0822-6B26-C6F8-20C69473C77F}"/>
              </a:ext>
            </a:extLst>
          </p:cNvPr>
          <p:cNvSpPr txBox="1"/>
          <p:nvPr/>
        </p:nvSpPr>
        <p:spPr>
          <a:xfrm>
            <a:off x="1220152" y="831265"/>
            <a:ext cx="9375457" cy="369332"/>
          </a:xfrm>
          <a:prstGeom prst="rect">
            <a:avLst/>
          </a:prstGeom>
          <a:noFill/>
        </p:spPr>
        <p:txBody>
          <a:bodyPr wrap="square">
            <a:spAutoFit/>
          </a:bodyPr>
          <a:lstStyle/>
          <a:p>
            <a:r>
              <a:rPr lang="en-US" dirty="0"/>
              <a:t>Use a technique called the </a:t>
            </a:r>
            <a:r>
              <a:rPr lang="en-US" b="1" dirty="0"/>
              <a:t>method of separation of variables </a:t>
            </a:r>
            <a:r>
              <a:rPr lang="en-US" dirty="0"/>
              <a:t>to solve the heat equations.</a:t>
            </a:r>
          </a:p>
        </p:txBody>
      </p:sp>
      <p:pic>
        <p:nvPicPr>
          <p:cNvPr id="4" name="Picture 3">
            <a:extLst>
              <a:ext uri="{FF2B5EF4-FFF2-40B4-BE49-F238E27FC236}">
                <a16:creationId xmlns:a16="http://schemas.microsoft.com/office/drawing/2014/main" id="{FE8CDF6F-D038-A11E-0956-EABFE1BC59BE}"/>
              </a:ext>
            </a:extLst>
          </p:cNvPr>
          <p:cNvPicPr>
            <a:picLocks noChangeAspect="1"/>
          </p:cNvPicPr>
          <p:nvPr/>
        </p:nvPicPr>
        <p:blipFill>
          <a:blip r:embed="rId2"/>
          <a:stretch>
            <a:fillRect/>
          </a:stretch>
        </p:blipFill>
        <p:spPr>
          <a:xfrm>
            <a:off x="1032510" y="1431828"/>
            <a:ext cx="7772400" cy="862523"/>
          </a:xfrm>
          <a:prstGeom prst="rect">
            <a:avLst/>
          </a:prstGeom>
        </p:spPr>
      </p:pic>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335BDCBD-CB11-FD4D-E0B0-7F6C3F0624A5}"/>
                  </a:ext>
                </a:extLst>
              </p14:cNvPr>
              <p14:cNvContentPartPr/>
              <p14:nvPr/>
            </p14:nvContentPartPr>
            <p14:xfrm>
              <a:off x="4185000" y="2031750"/>
              <a:ext cx="1013760" cy="23400"/>
            </p14:xfrm>
          </p:contentPart>
        </mc:Choice>
        <mc:Fallback xmlns="">
          <p:pic>
            <p:nvPicPr>
              <p:cNvPr id="5" name="Ink 4">
                <a:extLst>
                  <a:ext uri="{FF2B5EF4-FFF2-40B4-BE49-F238E27FC236}">
                    <a16:creationId xmlns:a16="http://schemas.microsoft.com/office/drawing/2014/main" id="{335BDCBD-CB11-FD4D-E0B0-7F6C3F0624A5}"/>
                  </a:ext>
                </a:extLst>
              </p:cNvPr>
              <p:cNvPicPr/>
              <p:nvPr/>
            </p:nvPicPr>
            <p:blipFill>
              <a:blip r:embed="rId4"/>
              <a:stretch>
                <a:fillRect/>
              </a:stretch>
            </p:blipFill>
            <p:spPr>
              <a:xfrm>
                <a:off x="4131000" y="1923750"/>
                <a:ext cx="1121400" cy="2390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83D6C7FE-C836-6290-66ED-2680E09BC23B}"/>
                  </a:ext>
                </a:extLst>
              </p14:cNvPr>
              <p14:cNvContentPartPr/>
              <p14:nvPr/>
            </p14:nvContentPartPr>
            <p14:xfrm>
              <a:off x="3358440" y="2047230"/>
              <a:ext cx="379440" cy="31320"/>
            </p14:xfrm>
          </p:contentPart>
        </mc:Choice>
        <mc:Fallback xmlns="">
          <p:pic>
            <p:nvPicPr>
              <p:cNvPr id="6" name="Ink 5">
                <a:extLst>
                  <a:ext uri="{FF2B5EF4-FFF2-40B4-BE49-F238E27FC236}">
                    <a16:creationId xmlns:a16="http://schemas.microsoft.com/office/drawing/2014/main" id="{83D6C7FE-C836-6290-66ED-2680E09BC23B}"/>
                  </a:ext>
                </a:extLst>
              </p:cNvPr>
              <p:cNvPicPr/>
              <p:nvPr/>
            </p:nvPicPr>
            <p:blipFill>
              <a:blip r:embed="rId6"/>
              <a:stretch>
                <a:fillRect/>
              </a:stretch>
            </p:blipFill>
            <p:spPr>
              <a:xfrm>
                <a:off x="3304800" y="1939590"/>
                <a:ext cx="487080" cy="246960"/>
              </a:xfrm>
              <a:prstGeom prst="rect">
                <a:avLst/>
              </a:prstGeom>
            </p:spPr>
          </p:pic>
        </mc:Fallback>
      </mc:AlternateContent>
      <p:pic>
        <p:nvPicPr>
          <p:cNvPr id="2" name="Picture 1">
            <a:extLst>
              <a:ext uri="{FF2B5EF4-FFF2-40B4-BE49-F238E27FC236}">
                <a16:creationId xmlns:a16="http://schemas.microsoft.com/office/drawing/2014/main" id="{1324422F-40E6-5CB5-DDD7-B94A8B2F153E}"/>
              </a:ext>
            </a:extLst>
          </p:cNvPr>
          <p:cNvPicPr>
            <a:picLocks noChangeAspect="1"/>
          </p:cNvPicPr>
          <p:nvPr/>
        </p:nvPicPr>
        <p:blipFill>
          <a:blip r:embed="rId7"/>
          <a:stretch>
            <a:fillRect/>
          </a:stretch>
        </p:blipFill>
        <p:spPr>
          <a:xfrm>
            <a:off x="1312560" y="3406139"/>
            <a:ext cx="7772400" cy="792151"/>
          </a:xfrm>
          <a:prstGeom prst="rect">
            <a:avLst/>
          </a:prstGeom>
        </p:spPr>
      </p:pic>
      <p:pic>
        <p:nvPicPr>
          <p:cNvPr id="7" name="Picture 6">
            <a:extLst>
              <a:ext uri="{FF2B5EF4-FFF2-40B4-BE49-F238E27FC236}">
                <a16:creationId xmlns:a16="http://schemas.microsoft.com/office/drawing/2014/main" id="{06799023-564A-0991-1613-694A0C6D5DA9}"/>
              </a:ext>
            </a:extLst>
          </p:cNvPr>
          <p:cNvPicPr>
            <a:picLocks noChangeAspect="1"/>
          </p:cNvPicPr>
          <p:nvPr/>
        </p:nvPicPr>
        <p:blipFill>
          <a:blip r:embed="rId8"/>
          <a:stretch>
            <a:fillRect/>
          </a:stretch>
        </p:blipFill>
        <p:spPr>
          <a:xfrm>
            <a:off x="1220152" y="2452553"/>
            <a:ext cx="3187700" cy="914400"/>
          </a:xfrm>
          <a:prstGeom prst="rect">
            <a:avLst/>
          </a:prstGeom>
        </p:spPr>
      </p:pic>
      <p:pic>
        <p:nvPicPr>
          <p:cNvPr id="8" name="Picture 7">
            <a:extLst>
              <a:ext uri="{FF2B5EF4-FFF2-40B4-BE49-F238E27FC236}">
                <a16:creationId xmlns:a16="http://schemas.microsoft.com/office/drawing/2014/main" id="{E341FC69-A901-0575-BC0F-2A8E11548D9B}"/>
              </a:ext>
            </a:extLst>
          </p:cNvPr>
          <p:cNvPicPr>
            <a:picLocks noChangeAspect="1"/>
          </p:cNvPicPr>
          <p:nvPr/>
        </p:nvPicPr>
        <p:blipFill>
          <a:blip r:embed="rId9"/>
          <a:stretch>
            <a:fillRect/>
          </a:stretch>
        </p:blipFill>
        <p:spPr>
          <a:xfrm>
            <a:off x="3358440" y="4167591"/>
            <a:ext cx="4114800" cy="622300"/>
          </a:xfrm>
          <a:prstGeom prst="rect">
            <a:avLst/>
          </a:prstGeom>
        </p:spPr>
      </p:pic>
      <p:pic>
        <p:nvPicPr>
          <p:cNvPr id="9" name="Picture 8">
            <a:extLst>
              <a:ext uri="{FF2B5EF4-FFF2-40B4-BE49-F238E27FC236}">
                <a16:creationId xmlns:a16="http://schemas.microsoft.com/office/drawing/2014/main" id="{49D3A258-9425-935E-21C2-65ABA98CDB0F}"/>
              </a:ext>
            </a:extLst>
          </p:cNvPr>
          <p:cNvPicPr>
            <a:picLocks noChangeAspect="1"/>
          </p:cNvPicPr>
          <p:nvPr/>
        </p:nvPicPr>
        <p:blipFill>
          <a:blip r:embed="rId10"/>
          <a:stretch>
            <a:fillRect/>
          </a:stretch>
        </p:blipFill>
        <p:spPr>
          <a:xfrm>
            <a:off x="1312560" y="4789892"/>
            <a:ext cx="7042770" cy="390626"/>
          </a:xfrm>
          <a:prstGeom prst="rect">
            <a:avLst/>
          </a:prstGeom>
        </p:spPr>
      </p:pic>
    </p:spTree>
    <p:extLst>
      <p:ext uri="{BB962C8B-B14F-4D97-AF65-F5344CB8AC3E}">
        <p14:creationId xmlns:p14="http://schemas.microsoft.com/office/powerpoint/2010/main" val="31974885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53A11-8699-7039-7881-B0AD35AFB22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249B42E-0EA8-CA23-E0AC-10B0595D956A}"/>
              </a:ext>
            </a:extLst>
          </p:cNvPr>
          <p:cNvSpPr txBox="1"/>
          <p:nvPr/>
        </p:nvSpPr>
        <p:spPr>
          <a:xfrm>
            <a:off x="1094423" y="889754"/>
            <a:ext cx="6097904" cy="369332"/>
          </a:xfrm>
          <a:prstGeom prst="rect">
            <a:avLst/>
          </a:prstGeom>
          <a:noFill/>
        </p:spPr>
        <p:txBody>
          <a:bodyPr wrap="square">
            <a:spAutoFit/>
          </a:bodyPr>
          <a:lstStyle/>
          <a:p>
            <a:r>
              <a:rPr lang="en-US" b="1" dirty="0"/>
              <a:t>Heat operator</a:t>
            </a:r>
            <a:r>
              <a:rPr lang="en-US" dirty="0"/>
              <a:t>:</a:t>
            </a:r>
          </a:p>
        </p:txBody>
      </p:sp>
      <p:pic>
        <p:nvPicPr>
          <p:cNvPr id="4" name="Picture 3">
            <a:extLst>
              <a:ext uri="{FF2B5EF4-FFF2-40B4-BE49-F238E27FC236}">
                <a16:creationId xmlns:a16="http://schemas.microsoft.com/office/drawing/2014/main" id="{39B4845A-EA21-5143-9454-864029A10F4B}"/>
              </a:ext>
            </a:extLst>
          </p:cNvPr>
          <p:cNvPicPr>
            <a:picLocks noChangeAspect="1"/>
          </p:cNvPicPr>
          <p:nvPr/>
        </p:nvPicPr>
        <p:blipFill>
          <a:blip r:embed="rId2"/>
          <a:stretch>
            <a:fillRect/>
          </a:stretch>
        </p:blipFill>
        <p:spPr>
          <a:xfrm>
            <a:off x="3018008" y="1074420"/>
            <a:ext cx="2616200" cy="952500"/>
          </a:xfrm>
          <a:prstGeom prst="rect">
            <a:avLst/>
          </a:prstGeom>
        </p:spPr>
      </p:pic>
      <p:sp>
        <p:nvSpPr>
          <p:cNvPr id="6" name="TextBox 5">
            <a:extLst>
              <a:ext uri="{FF2B5EF4-FFF2-40B4-BE49-F238E27FC236}">
                <a16:creationId xmlns:a16="http://schemas.microsoft.com/office/drawing/2014/main" id="{771CA174-4C81-D210-4285-91D76E77BCA5}"/>
              </a:ext>
            </a:extLst>
          </p:cNvPr>
          <p:cNvSpPr txBox="1"/>
          <p:nvPr/>
        </p:nvSpPr>
        <p:spPr>
          <a:xfrm>
            <a:off x="1094423" y="2026920"/>
            <a:ext cx="7763608" cy="369332"/>
          </a:xfrm>
          <a:prstGeom prst="rect">
            <a:avLst/>
          </a:prstGeom>
          <a:noFill/>
        </p:spPr>
        <p:txBody>
          <a:bodyPr wrap="square">
            <a:spAutoFit/>
          </a:bodyPr>
          <a:lstStyle/>
          <a:p>
            <a:r>
              <a:rPr lang="en-US" dirty="0"/>
              <a:t>Show the heat operator is a linear operator and satisfies the linearity property</a:t>
            </a:r>
          </a:p>
        </p:txBody>
      </p:sp>
    </p:spTree>
    <p:extLst>
      <p:ext uri="{BB962C8B-B14F-4D97-AF65-F5344CB8AC3E}">
        <p14:creationId xmlns:p14="http://schemas.microsoft.com/office/powerpoint/2010/main" val="15514874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67CA6A-4304-31FE-0C97-60C8026ED6E5}"/>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09425440-9897-752F-BC87-B5D72E423C09}"/>
              </a:ext>
            </a:extLst>
          </p:cNvPr>
          <p:cNvGrpSpPr/>
          <p:nvPr/>
        </p:nvGrpSpPr>
        <p:grpSpPr>
          <a:xfrm>
            <a:off x="789940" y="768350"/>
            <a:ext cx="10021337" cy="3345180"/>
            <a:chOff x="789940" y="768350"/>
            <a:chExt cx="10021337" cy="3345180"/>
          </a:xfrm>
        </p:grpSpPr>
        <p:pic>
          <p:nvPicPr>
            <p:cNvPr id="2" name="Picture 1">
              <a:extLst>
                <a:ext uri="{FF2B5EF4-FFF2-40B4-BE49-F238E27FC236}">
                  <a16:creationId xmlns:a16="http://schemas.microsoft.com/office/drawing/2014/main" id="{172F2BC9-B862-DA58-F4BD-E5641028EC56}"/>
                </a:ext>
              </a:extLst>
            </p:cNvPr>
            <p:cNvPicPr>
              <a:picLocks noChangeAspect="1"/>
            </p:cNvPicPr>
            <p:nvPr/>
          </p:nvPicPr>
          <p:blipFill>
            <a:blip r:embed="rId2"/>
            <a:stretch>
              <a:fillRect/>
            </a:stretch>
          </p:blipFill>
          <p:spPr>
            <a:xfrm>
              <a:off x="789940" y="768350"/>
              <a:ext cx="5651500" cy="520700"/>
            </a:xfrm>
            <a:prstGeom prst="rect">
              <a:avLst/>
            </a:prstGeom>
          </p:spPr>
        </p:pic>
        <p:pic>
          <p:nvPicPr>
            <p:cNvPr id="3" name="Picture 2">
              <a:extLst>
                <a:ext uri="{FF2B5EF4-FFF2-40B4-BE49-F238E27FC236}">
                  <a16:creationId xmlns:a16="http://schemas.microsoft.com/office/drawing/2014/main" id="{F249B391-B638-8FAC-CFFF-DB0237CC3D12}"/>
                </a:ext>
              </a:extLst>
            </p:cNvPr>
            <p:cNvPicPr>
              <a:picLocks noChangeAspect="1"/>
            </p:cNvPicPr>
            <p:nvPr/>
          </p:nvPicPr>
          <p:blipFill>
            <a:blip r:embed="rId3"/>
            <a:stretch>
              <a:fillRect/>
            </a:stretch>
          </p:blipFill>
          <p:spPr>
            <a:xfrm>
              <a:off x="3378395" y="1289050"/>
              <a:ext cx="1553340" cy="648482"/>
            </a:xfrm>
            <a:prstGeom prst="rect">
              <a:avLst/>
            </a:prstGeom>
          </p:spPr>
        </p:pic>
        <p:pic>
          <p:nvPicPr>
            <p:cNvPr id="4" name="Picture 3">
              <a:extLst>
                <a:ext uri="{FF2B5EF4-FFF2-40B4-BE49-F238E27FC236}">
                  <a16:creationId xmlns:a16="http://schemas.microsoft.com/office/drawing/2014/main" id="{BD48D55D-51CD-1E4F-710E-E7D1FD12B67C}"/>
                </a:ext>
              </a:extLst>
            </p:cNvPr>
            <p:cNvPicPr>
              <a:picLocks noChangeAspect="1"/>
            </p:cNvPicPr>
            <p:nvPr/>
          </p:nvPicPr>
          <p:blipFill>
            <a:blip r:embed="rId4"/>
            <a:stretch>
              <a:fillRect/>
            </a:stretch>
          </p:blipFill>
          <p:spPr>
            <a:xfrm>
              <a:off x="789940" y="2171771"/>
              <a:ext cx="10021337" cy="832975"/>
            </a:xfrm>
            <a:prstGeom prst="rect">
              <a:avLst/>
            </a:prstGeom>
          </p:spPr>
        </p:pic>
        <p:pic>
          <p:nvPicPr>
            <p:cNvPr id="5" name="Picture 4">
              <a:extLst>
                <a:ext uri="{FF2B5EF4-FFF2-40B4-BE49-F238E27FC236}">
                  <a16:creationId xmlns:a16="http://schemas.microsoft.com/office/drawing/2014/main" id="{B43E8E9D-880C-8A64-12EB-D9E3F6AFCD94}"/>
                </a:ext>
              </a:extLst>
            </p:cNvPr>
            <p:cNvPicPr>
              <a:picLocks noChangeAspect="1"/>
            </p:cNvPicPr>
            <p:nvPr/>
          </p:nvPicPr>
          <p:blipFill>
            <a:blip r:embed="rId5"/>
            <a:stretch>
              <a:fillRect/>
            </a:stretch>
          </p:blipFill>
          <p:spPr>
            <a:xfrm>
              <a:off x="2944185" y="3110230"/>
              <a:ext cx="3975100" cy="1003300"/>
            </a:xfrm>
            <a:prstGeom prst="rect">
              <a:avLst/>
            </a:prstGeom>
          </p:spPr>
        </p:pic>
      </p:grpSp>
      <p:pic>
        <p:nvPicPr>
          <p:cNvPr id="11" name="Picture 10">
            <a:extLst>
              <a:ext uri="{FF2B5EF4-FFF2-40B4-BE49-F238E27FC236}">
                <a16:creationId xmlns:a16="http://schemas.microsoft.com/office/drawing/2014/main" id="{583EFA7B-581F-C9A3-1DB7-18B530B049C2}"/>
              </a:ext>
            </a:extLst>
          </p:cNvPr>
          <p:cNvPicPr>
            <a:picLocks noChangeAspect="1"/>
          </p:cNvPicPr>
          <p:nvPr/>
        </p:nvPicPr>
        <p:blipFill>
          <a:blip r:embed="rId6"/>
          <a:stretch>
            <a:fillRect/>
          </a:stretch>
        </p:blipFill>
        <p:spPr>
          <a:xfrm>
            <a:off x="5673998" y="2002032"/>
            <a:ext cx="5010669" cy="2150184"/>
          </a:xfrm>
          <a:prstGeom prst="rect">
            <a:avLst/>
          </a:prstGeom>
        </p:spPr>
      </p:pic>
      <p:pic>
        <p:nvPicPr>
          <p:cNvPr id="12" name="Picture 11">
            <a:extLst>
              <a:ext uri="{FF2B5EF4-FFF2-40B4-BE49-F238E27FC236}">
                <a16:creationId xmlns:a16="http://schemas.microsoft.com/office/drawing/2014/main" id="{065624A8-1026-F3D7-A2B0-5722C78C0A8F}"/>
              </a:ext>
            </a:extLst>
          </p:cNvPr>
          <p:cNvPicPr>
            <a:picLocks noChangeAspect="1"/>
          </p:cNvPicPr>
          <p:nvPr/>
        </p:nvPicPr>
        <p:blipFill>
          <a:blip r:embed="rId6"/>
          <a:stretch>
            <a:fillRect/>
          </a:stretch>
        </p:blipFill>
        <p:spPr>
          <a:xfrm>
            <a:off x="4268372" y="3371213"/>
            <a:ext cx="4724400" cy="693029"/>
          </a:xfrm>
          <a:prstGeom prst="rect">
            <a:avLst/>
          </a:prstGeom>
        </p:spPr>
      </p:pic>
      <p:pic>
        <p:nvPicPr>
          <p:cNvPr id="13" name="Picture 12">
            <a:extLst>
              <a:ext uri="{FF2B5EF4-FFF2-40B4-BE49-F238E27FC236}">
                <a16:creationId xmlns:a16="http://schemas.microsoft.com/office/drawing/2014/main" id="{96B6FFAB-2E37-632E-A071-8B38CE38767F}"/>
              </a:ext>
            </a:extLst>
          </p:cNvPr>
          <p:cNvPicPr>
            <a:picLocks noChangeAspect="1"/>
          </p:cNvPicPr>
          <p:nvPr/>
        </p:nvPicPr>
        <p:blipFill>
          <a:blip r:embed="rId6"/>
          <a:stretch>
            <a:fillRect/>
          </a:stretch>
        </p:blipFill>
        <p:spPr>
          <a:xfrm>
            <a:off x="229901" y="2653785"/>
            <a:ext cx="2750722" cy="1041400"/>
          </a:xfrm>
          <a:prstGeom prst="rect">
            <a:avLst/>
          </a:prstGeom>
        </p:spPr>
      </p:pic>
      <p:pic>
        <p:nvPicPr>
          <p:cNvPr id="14" name="Picture 13">
            <a:extLst>
              <a:ext uri="{FF2B5EF4-FFF2-40B4-BE49-F238E27FC236}">
                <a16:creationId xmlns:a16="http://schemas.microsoft.com/office/drawing/2014/main" id="{7C29C5C7-ED0D-175C-7FE1-FBBE82FC285B}"/>
              </a:ext>
            </a:extLst>
          </p:cNvPr>
          <p:cNvPicPr>
            <a:picLocks noChangeAspect="1"/>
          </p:cNvPicPr>
          <p:nvPr/>
        </p:nvPicPr>
        <p:blipFill>
          <a:blip r:embed="rId6"/>
          <a:stretch>
            <a:fillRect/>
          </a:stretch>
        </p:blipFill>
        <p:spPr>
          <a:xfrm>
            <a:off x="2291736" y="3371213"/>
            <a:ext cx="1976636" cy="1041400"/>
          </a:xfrm>
          <a:prstGeom prst="rect">
            <a:avLst/>
          </a:prstGeom>
        </p:spPr>
      </p:pic>
      <p:pic>
        <p:nvPicPr>
          <p:cNvPr id="15" name="Picture 14">
            <a:extLst>
              <a:ext uri="{FF2B5EF4-FFF2-40B4-BE49-F238E27FC236}">
                <a16:creationId xmlns:a16="http://schemas.microsoft.com/office/drawing/2014/main" id="{D41CE99C-FF2E-335B-2DEA-8B7946F0F089}"/>
              </a:ext>
            </a:extLst>
          </p:cNvPr>
          <p:cNvPicPr>
            <a:picLocks noChangeAspect="1"/>
          </p:cNvPicPr>
          <p:nvPr/>
        </p:nvPicPr>
        <p:blipFill>
          <a:blip r:embed="rId7"/>
          <a:stretch>
            <a:fillRect/>
          </a:stretch>
        </p:blipFill>
        <p:spPr>
          <a:xfrm>
            <a:off x="6386930" y="4113530"/>
            <a:ext cx="3073400" cy="1003300"/>
          </a:xfrm>
          <a:prstGeom prst="rect">
            <a:avLst/>
          </a:prstGeom>
        </p:spPr>
      </p:pic>
      <p:sp>
        <p:nvSpPr>
          <p:cNvPr id="16" name="Left-Right Arrow 15">
            <a:extLst>
              <a:ext uri="{FF2B5EF4-FFF2-40B4-BE49-F238E27FC236}">
                <a16:creationId xmlns:a16="http://schemas.microsoft.com/office/drawing/2014/main" id="{2567BF72-EC12-7C82-EF95-187245A07F8A}"/>
              </a:ext>
            </a:extLst>
          </p:cNvPr>
          <p:cNvSpPr/>
          <p:nvPr/>
        </p:nvSpPr>
        <p:spPr>
          <a:xfrm>
            <a:off x="5297082" y="4448419"/>
            <a:ext cx="875011" cy="295422"/>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68383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3"/>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11"/>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12"/>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14"/>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FDB58-8BE9-B203-9DAE-1529DF929EAF}"/>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03C1ED62-1206-FED1-C1D6-B1DC3718BBA4}"/>
              </a:ext>
            </a:extLst>
          </p:cNvPr>
          <p:cNvPicPr>
            <a:picLocks noChangeAspect="1"/>
          </p:cNvPicPr>
          <p:nvPr/>
        </p:nvPicPr>
        <p:blipFill>
          <a:blip r:embed="rId2"/>
          <a:stretch>
            <a:fillRect/>
          </a:stretch>
        </p:blipFill>
        <p:spPr>
          <a:xfrm>
            <a:off x="1084384" y="839838"/>
            <a:ext cx="9525111" cy="932691"/>
          </a:xfrm>
          <a:prstGeom prst="rect">
            <a:avLst/>
          </a:prstGeom>
        </p:spPr>
      </p:pic>
      <p:pic>
        <p:nvPicPr>
          <p:cNvPr id="3" name="Picture 2">
            <a:extLst>
              <a:ext uri="{FF2B5EF4-FFF2-40B4-BE49-F238E27FC236}">
                <a16:creationId xmlns:a16="http://schemas.microsoft.com/office/drawing/2014/main" id="{F6693DA4-BB70-E210-C826-6BE8171667CE}"/>
              </a:ext>
            </a:extLst>
          </p:cNvPr>
          <p:cNvPicPr>
            <a:picLocks noChangeAspect="1"/>
          </p:cNvPicPr>
          <p:nvPr/>
        </p:nvPicPr>
        <p:blipFill>
          <a:blip r:embed="rId3"/>
          <a:stretch>
            <a:fillRect/>
          </a:stretch>
        </p:blipFill>
        <p:spPr>
          <a:xfrm>
            <a:off x="4707011" y="1943859"/>
            <a:ext cx="2159000" cy="1104900"/>
          </a:xfrm>
          <a:prstGeom prst="rect">
            <a:avLst/>
          </a:prstGeom>
        </p:spPr>
      </p:pic>
      <p:pic>
        <p:nvPicPr>
          <p:cNvPr id="5" name="Picture 4">
            <a:extLst>
              <a:ext uri="{FF2B5EF4-FFF2-40B4-BE49-F238E27FC236}">
                <a16:creationId xmlns:a16="http://schemas.microsoft.com/office/drawing/2014/main" id="{A1FA48A8-9198-8E83-88A6-9111352A5723}"/>
              </a:ext>
            </a:extLst>
          </p:cNvPr>
          <p:cNvPicPr>
            <a:picLocks noChangeAspect="1"/>
          </p:cNvPicPr>
          <p:nvPr/>
        </p:nvPicPr>
        <p:blipFill>
          <a:blip r:embed="rId4"/>
          <a:stretch>
            <a:fillRect/>
          </a:stretch>
        </p:blipFill>
        <p:spPr>
          <a:xfrm>
            <a:off x="5348067" y="3389361"/>
            <a:ext cx="3352800" cy="444500"/>
          </a:xfrm>
          <a:prstGeom prst="rect">
            <a:avLst/>
          </a:prstGeom>
        </p:spPr>
      </p:pic>
      <p:pic>
        <p:nvPicPr>
          <p:cNvPr id="4" name="Picture 3">
            <a:extLst>
              <a:ext uri="{FF2B5EF4-FFF2-40B4-BE49-F238E27FC236}">
                <a16:creationId xmlns:a16="http://schemas.microsoft.com/office/drawing/2014/main" id="{7DB4DB8A-38AE-4D6B-037A-C91FB5E4D594}"/>
              </a:ext>
            </a:extLst>
          </p:cNvPr>
          <p:cNvPicPr>
            <a:picLocks noChangeAspect="1"/>
          </p:cNvPicPr>
          <p:nvPr/>
        </p:nvPicPr>
        <p:blipFill>
          <a:blip r:embed="rId5"/>
          <a:stretch>
            <a:fillRect/>
          </a:stretch>
        </p:blipFill>
        <p:spPr>
          <a:xfrm>
            <a:off x="1084384" y="3390142"/>
            <a:ext cx="4432300" cy="419100"/>
          </a:xfrm>
          <a:prstGeom prst="rect">
            <a:avLst/>
          </a:prstGeom>
        </p:spPr>
      </p:pic>
      <p:pic>
        <p:nvPicPr>
          <p:cNvPr id="6" name="Picture 5">
            <a:extLst>
              <a:ext uri="{FF2B5EF4-FFF2-40B4-BE49-F238E27FC236}">
                <a16:creationId xmlns:a16="http://schemas.microsoft.com/office/drawing/2014/main" id="{65985FCA-8FE4-665E-AA95-88215E73590F}"/>
              </a:ext>
            </a:extLst>
          </p:cNvPr>
          <p:cNvPicPr>
            <a:picLocks noChangeAspect="1"/>
          </p:cNvPicPr>
          <p:nvPr/>
        </p:nvPicPr>
        <p:blipFill>
          <a:blip r:embed="rId6"/>
          <a:stretch>
            <a:fillRect/>
          </a:stretch>
        </p:blipFill>
        <p:spPr>
          <a:xfrm>
            <a:off x="8834316" y="668508"/>
            <a:ext cx="2273300" cy="965200"/>
          </a:xfrm>
          <a:prstGeom prst="rect">
            <a:avLst/>
          </a:prstGeom>
        </p:spPr>
      </p:pic>
      <p:pic>
        <p:nvPicPr>
          <p:cNvPr id="7" name="Picture 6">
            <a:extLst>
              <a:ext uri="{FF2B5EF4-FFF2-40B4-BE49-F238E27FC236}">
                <a16:creationId xmlns:a16="http://schemas.microsoft.com/office/drawing/2014/main" id="{A4EF2756-62C0-15B3-EB22-2A7561C1ACF4}"/>
              </a:ext>
            </a:extLst>
          </p:cNvPr>
          <p:cNvPicPr>
            <a:picLocks noChangeAspect="1"/>
          </p:cNvPicPr>
          <p:nvPr/>
        </p:nvPicPr>
        <p:blipFill>
          <a:blip r:embed="rId6"/>
          <a:stretch>
            <a:fillRect/>
          </a:stretch>
        </p:blipFill>
        <p:spPr>
          <a:xfrm>
            <a:off x="1245479" y="1375593"/>
            <a:ext cx="6843444" cy="1673165"/>
          </a:xfrm>
          <a:prstGeom prst="rect">
            <a:avLst/>
          </a:prstGeom>
        </p:spPr>
      </p:pic>
      <p:sp>
        <p:nvSpPr>
          <p:cNvPr id="9" name="TextBox 8">
            <a:extLst>
              <a:ext uri="{FF2B5EF4-FFF2-40B4-BE49-F238E27FC236}">
                <a16:creationId xmlns:a16="http://schemas.microsoft.com/office/drawing/2014/main" id="{69B95A79-AE3E-6AD7-9B76-F161743E55CE}"/>
              </a:ext>
            </a:extLst>
          </p:cNvPr>
          <p:cNvSpPr txBox="1"/>
          <p:nvPr/>
        </p:nvSpPr>
        <p:spPr>
          <a:xfrm>
            <a:off x="8834316" y="3429000"/>
            <a:ext cx="6098344" cy="369332"/>
          </a:xfrm>
          <a:prstGeom prst="rect">
            <a:avLst/>
          </a:prstGeom>
          <a:noFill/>
        </p:spPr>
        <p:txBody>
          <a:bodyPr wrap="square">
            <a:spAutoFit/>
          </a:bodyPr>
          <a:lstStyle/>
          <a:p>
            <a:r>
              <a:rPr lang="en-US" dirty="0"/>
              <a:t>(the </a:t>
            </a:r>
            <a:r>
              <a:rPr lang="en-US" i="1" dirty="0"/>
              <a:t>trivial</a:t>
            </a:r>
            <a:r>
              <a:rPr lang="en-US" dirty="0"/>
              <a:t> solution)</a:t>
            </a:r>
          </a:p>
        </p:txBody>
      </p:sp>
    </p:spTree>
    <p:extLst>
      <p:ext uri="{BB962C8B-B14F-4D97-AF65-F5344CB8AC3E}">
        <p14:creationId xmlns:p14="http://schemas.microsoft.com/office/powerpoint/2010/main" val="1754316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7"/>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6"/>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44963-12DF-E0F1-80B7-2B6A6DCF2CF6}"/>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14A40085-5F24-2477-1E7A-E7B4B244E76F}"/>
              </a:ext>
            </a:extLst>
          </p:cNvPr>
          <p:cNvGrpSpPr/>
          <p:nvPr/>
        </p:nvGrpSpPr>
        <p:grpSpPr>
          <a:xfrm>
            <a:off x="1182856" y="876984"/>
            <a:ext cx="9230958" cy="1753674"/>
            <a:chOff x="1182856" y="876984"/>
            <a:chExt cx="9230958" cy="1753674"/>
          </a:xfrm>
        </p:grpSpPr>
        <p:pic>
          <p:nvPicPr>
            <p:cNvPr id="2" name="Picture 1">
              <a:extLst>
                <a:ext uri="{FF2B5EF4-FFF2-40B4-BE49-F238E27FC236}">
                  <a16:creationId xmlns:a16="http://schemas.microsoft.com/office/drawing/2014/main" id="{6F233631-49ED-04A6-C4D8-188842FF3ADF}"/>
                </a:ext>
              </a:extLst>
            </p:cNvPr>
            <p:cNvPicPr>
              <a:picLocks noChangeAspect="1"/>
            </p:cNvPicPr>
            <p:nvPr/>
          </p:nvPicPr>
          <p:blipFill>
            <a:blip r:embed="rId2"/>
            <a:stretch>
              <a:fillRect/>
            </a:stretch>
          </p:blipFill>
          <p:spPr>
            <a:xfrm>
              <a:off x="1182857" y="1045318"/>
              <a:ext cx="9230957" cy="1585340"/>
            </a:xfrm>
            <a:prstGeom prst="rect">
              <a:avLst/>
            </a:prstGeom>
          </p:spPr>
        </p:pic>
        <p:pic>
          <p:nvPicPr>
            <p:cNvPr id="3" name="Picture 2">
              <a:extLst>
                <a:ext uri="{FF2B5EF4-FFF2-40B4-BE49-F238E27FC236}">
                  <a16:creationId xmlns:a16="http://schemas.microsoft.com/office/drawing/2014/main" id="{EA952968-68D5-7123-24A3-E86D6FD205F4}"/>
                </a:ext>
              </a:extLst>
            </p:cNvPr>
            <p:cNvPicPr>
              <a:picLocks noChangeAspect="1"/>
            </p:cNvPicPr>
            <p:nvPr/>
          </p:nvPicPr>
          <p:blipFill>
            <a:blip r:embed="rId3"/>
            <a:stretch>
              <a:fillRect/>
            </a:stretch>
          </p:blipFill>
          <p:spPr>
            <a:xfrm>
              <a:off x="1182856" y="876984"/>
              <a:ext cx="5654041" cy="546100"/>
            </a:xfrm>
            <a:prstGeom prst="rect">
              <a:avLst/>
            </a:prstGeom>
          </p:spPr>
        </p:pic>
      </p:grpSp>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A85DAAEB-A0F4-D569-FF0E-87F8B3B6B17F}"/>
                  </a:ext>
                </a:extLst>
              </p14:cNvPr>
              <p14:cNvContentPartPr/>
              <p14:nvPr/>
            </p14:nvContentPartPr>
            <p14:xfrm>
              <a:off x="6845760" y="1940760"/>
              <a:ext cx="1329480" cy="193320"/>
            </p14:xfrm>
          </p:contentPart>
        </mc:Choice>
        <mc:Fallback xmlns="">
          <p:pic>
            <p:nvPicPr>
              <p:cNvPr id="5" name="Ink 4">
                <a:extLst>
                  <a:ext uri="{FF2B5EF4-FFF2-40B4-BE49-F238E27FC236}">
                    <a16:creationId xmlns:a16="http://schemas.microsoft.com/office/drawing/2014/main" id="{A85DAAEB-A0F4-D569-FF0E-87F8B3B6B17F}"/>
                  </a:ext>
                </a:extLst>
              </p:cNvPr>
              <p:cNvPicPr/>
              <p:nvPr/>
            </p:nvPicPr>
            <p:blipFill>
              <a:blip r:embed="rId5"/>
              <a:stretch>
                <a:fillRect/>
              </a:stretch>
            </p:blipFill>
            <p:spPr>
              <a:xfrm>
                <a:off x="6792120" y="1832760"/>
                <a:ext cx="1437120" cy="408960"/>
              </a:xfrm>
              <a:prstGeom prst="rect">
                <a:avLst/>
              </a:prstGeom>
            </p:spPr>
          </p:pic>
        </mc:Fallback>
      </mc:AlternateContent>
      <p:pic>
        <p:nvPicPr>
          <p:cNvPr id="6" name="Picture 5">
            <a:extLst>
              <a:ext uri="{FF2B5EF4-FFF2-40B4-BE49-F238E27FC236}">
                <a16:creationId xmlns:a16="http://schemas.microsoft.com/office/drawing/2014/main" id="{73CF3091-A5F1-F174-3008-9EF8B2978212}"/>
              </a:ext>
            </a:extLst>
          </p:cNvPr>
          <p:cNvPicPr>
            <a:picLocks noChangeAspect="1"/>
          </p:cNvPicPr>
          <p:nvPr/>
        </p:nvPicPr>
        <p:blipFill>
          <a:blip r:embed="rId6"/>
          <a:stretch>
            <a:fillRect/>
          </a:stretch>
        </p:blipFill>
        <p:spPr>
          <a:xfrm>
            <a:off x="1182856" y="3429000"/>
            <a:ext cx="9708220" cy="1804182"/>
          </a:xfrm>
          <a:prstGeom prst="rect">
            <a:avLst/>
          </a:prstGeom>
        </p:spPr>
      </p:pic>
      <mc:AlternateContent xmlns:mc="http://schemas.openxmlformats.org/markup-compatibility/2006" xmlns:p14="http://schemas.microsoft.com/office/powerpoint/2010/main">
        <mc:Choice Requires="p14">
          <p:contentPart p14:bwMode="auto" r:id="rId7">
            <p14:nvContentPartPr>
              <p14:cNvPr id="7" name="Ink 6">
                <a:extLst>
                  <a:ext uri="{FF2B5EF4-FFF2-40B4-BE49-F238E27FC236}">
                    <a16:creationId xmlns:a16="http://schemas.microsoft.com/office/drawing/2014/main" id="{C5513966-80EA-1F8B-F6EA-64FF5CE06258}"/>
                  </a:ext>
                </a:extLst>
              </p14:cNvPr>
              <p14:cNvContentPartPr/>
              <p14:nvPr/>
            </p14:nvContentPartPr>
            <p14:xfrm>
              <a:off x="1505880" y="3719160"/>
              <a:ext cx="2932920" cy="74880"/>
            </p14:xfrm>
          </p:contentPart>
        </mc:Choice>
        <mc:Fallback xmlns="">
          <p:pic>
            <p:nvPicPr>
              <p:cNvPr id="7" name="Ink 6">
                <a:extLst>
                  <a:ext uri="{FF2B5EF4-FFF2-40B4-BE49-F238E27FC236}">
                    <a16:creationId xmlns:a16="http://schemas.microsoft.com/office/drawing/2014/main" id="{C5513966-80EA-1F8B-F6EA-64FF5CE06258}"/>
                  </a:ext>
                </a:extLst>
              </p:cNvPr>
              <p:cNvPicPr/>
              <p:nvPr/>
            </p:nvPicPr>
            <p:blipFill>
              <a:blip r:embed="rId8"/>
              <a:stretch>
                <a:fillRect/>
              </a:stretch>
            </p:blipFill>
            <p:spPr>
              <a:xfrm>
                <a:off x="1452240" y="3611160"/>
                <a:ext cx="3040560" cy="2905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8" name="Ink 7">
                <a:extLst>
                  <a:ext uri="{FF2B5EF4-FFF2-40B4-BE49-F238E27FC236}">
                    <a16:creationId xmlns:a16="http://schemas.microsoft.com/office/drawing/2014/main" id="{54A259BE-57CA-93F0-7F1C-9954FF55D353}"/>
                  </a:ext>
                </a:extLst>
              </p14:cNvPr>
              <p14:cNvContentPartPr/>
              <p14:nvPr/>
            </p14:nvContentPartPr>
            <p14:xfrm>
              <a:off x="3687120" y="4408200"/>
              <a:ext cx="1907640" cy="38160"/>
            </p14:xfrm>
          </p:contentPart>
        </mc:Choice>
        <mc:Fallback xmlns="">
          <p:pic>
            <p:nvPicPr>
              <p:cNvPr id="8" name="Ink 7">
                <a:extLst>
                  <a:ext uri="{FF2B5EF4-FFF2-40B4-BE49-F238E27FC236}">
                    <a16:creationId xmlns:a16="http://schemas.microsoft.com/office/drawing/2014/main" id="{54A259BE-57CA-93F0-7F1C-9954FF55D353}"/>
                  </a:ext>
                </a:extLst>
              </p:cNvPr>
              <p:cNvPicPr/>
              <p:nvPr/>
            </p:nvPicPr>
            <p:blipFill>
              <a:blip r:embed="rId10"/>
              <a:stretch>
                <a:fillRect/>
              </a:stretch>
            </p:blipFill>
            <p:spPr>
              <a:xfrm>
                <a:off x="3633480" y="4300200"/>
                <a:ext cx="2015280" cy="253800"/>
              </a:xfrm>
              <a:prstGeom prst="rect">
                <a:avLst/>
              </a:prstGeom>
            </p:spPr>
          </p:pic>
        </mc:Fallback>
      </mc:AlternateContent>
      <p:sp>
        <p:nvSpPr>
          <p:cNvPr id="10" name="TextBox 9">
            <a:extLst>
              <a:ext uri="{FF2B5EF4-FFF2-40B4-BE49-F238E27FC236}">
                <a16:creationId xmlns:a16="http://schemas.microsoft.com/office/drawing/2014/main" id="{E0092AB8-790C-B6E2-8CC6-982DCE60D694}"/>
              </a:ext>
            </a:extLst>
          </p:cNvPr>
          <p:cNvSpPr txBox="1"/>
          <p:nvPr/>
        </p:nvSpPr>
        <p:spPr>
          <a:xfrm>
            <a:off x="1591768" y="5496104"/>
            <a:ext cx="6098344" cy="369332"/>
          </a:xfrm>
          <a:prstGeom prst="rect">
            <a:avLst/>
          </a:prstGeom>
          <a:noFill/>
        </p:spPr>
        <p:txBody>
          <a:bodyPr wrap="square">
            <a:spAutoFit/>
          </a:bodyPr>
          <a:lstStyle/>
          <a:p>
            <a:r>
              <a:rPr lang="en-US" dirty="0"/>
              <a:t>Proof: </a:t>
            </a:r>
          </a:p>
        </p:txBody>
      </p:sp>
      <p:pic>
        <p:nvPicPr>
          <p:cNvPr id="11" name="Picture 10">
            <a:extLst>
              <a:ext uri="{FF2B5EF4-FFF2-40B4-BE49-F238E27FC236}">
                <a16:creationId xmlns:a16="http://schemas.microsoft.com/office/drawing/2014/main" id="{D68421D8-110D-B0D4-32B7-13F295074612}"/>
              </a:ext>
            </a:extLst>
          </p:cNvPr>
          <p:cNvPicPr>
            <a:picLocks noChangeAspect="1"/>
          </p:cNvPicPr>
          <p:nvPr/>
        </p:nvPicPr>
        <p:blipFill>
          <a:blip r:embed="rId11"/>
          <a:stretch>
            <a:fillRect/>
          </a:stretch>
        </p:blipFill>
        <p:spPr>
          <a:xfrm>
            <a:off x="2406800" y="5383665"/>
            <a:ext cx="4064000" cy="533400"/>
          </a:xfrm>
          <a:prstGeom prst="rect">
            <a:avLst/>
          </a:prstGeom>
        </p:spPr>
      </p:pic>
    </p:spTree>
    <p:extLst>
      <p:ext uri="{BB962C8B-B14F-4D97-AF65-F5344CB8AC3E}">
        <p14:creationId xmlns:p14="http://schemas.microsoft.com/office/powerpoint/2010/main" val="3017884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7E2EC-9417-FF56-DD6A-55B29531FF80}"/>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3B8FA138-4671-035B-8E80-119C2AD2B900}"/>
              </a:ext>
            </a:extLst>
          </p:cNvPr>
          <p:cNvPicPr>
            <a:picLocks noChangeAspect="1"/>
          </p:cNvPicPr>
          <p:nvPr/>
        </p:nvPicPr>
        <p:blipFill>
          <a:blip r:embed="rId2"/>
          <a:stretch>
            <a:fillRect/>
          </a:stretch>
        </p:blipFill>
        <p:spPr>
          <a:xfrm>
            <a:off x="1745566" y="805268"/>
            <a:ext cx="7772400" cy="1083425"/>
          </a:xfrm>
          <a:prstGeom prst="rect">
            <a:avLst/>
          </a:prstGeom>
        </p:spPr>
      </p:pic>
      <p:pic>
        <p:nvPicPr>
          <p:cNvPr id="3" name="Picture 2">
            <a:extLst>
              <a:ext uri="{FF2B5EF4-FFF2-40B4-BE49-F238E27FC236}">
                <a16:creationId xmlns:a16="http://schemas.microsoft.com/office/drawing/2014/main" id="{ACFFAC08-308D-0DCB-C354-9D09DE419E57}"/>
              </a:ext>
            </a:extLst>
          </p:cNvPr>
          <p:cNvPicPr>
            <a:picLocks noChangeAspect="1"/>
          </p:cNvPicPr>
          <p:nvPr/>
        </p:nvPicPr>
        <p:blipFill>
          <a:blip r:embed="rId3"/>
          <a:stretch>
            <a:fillRect/>
          </a:stretch>
        </p:blipFill>
        <p:spPr>
          <a:xfrm>
            <a:off x="3682707" y="1927379"/>
            <a:ext cx="1816100" cy="685800"/>
          </a:xfrm>
          <a:prstGeom prst="rect">
            <a:avLst/>
          </a:prstGeom>
        </p:spPr>
      </p:pic>
      <p:pic>
        <p:nvPicPr>
          <p:cNvPr id="4" name="Picture 3">
            <a:extLst>
              <a:ext uri="{FF2B5EF4-FFF2-40B4-BE49-F238E27FC236}">
                <a16:creationId xmlns:a16="http://schemas.microsoft.com/office/drawing/2014/main" id="{89AF61A9-78D8-48F2-64AB-1BC3433435A2}"/>
              </a:ext>
            </a:extLst>
          </p:cNvPr>
          <p:cNvPicPr>
            <a:picLocks noChangeAspect="1"/>
          </p:cNvPicPr>
          <p:nvPr/>
        </p:nvPicPr>
        <p:blipFill>
          <a:blip r:embed="rId4"/>
          <a:stretch>
            <a:fillRect/>
          </a:stretch>
        </p:blipFill>
        <p:spPr>
          <a:xfrm>
            <a:off x="3800329" y="2613179"/>
            <a:ext cx="2171700" cy="1066800"/>
          </a:xfrm>
          <a:prstGeom prst="rect">
            <a:avLst/>
          </a:prstGeom>
        </p:spPr>
      </p:pic>
      <p:pic>
        <p:nvPicPr>
          <p:cNvPr id="5" name="Picture 4">
            <a:extLst>
              <a:ext uri="{FF2B5EF4-FFF2-40B4-BE49-F238E27FC236}">
                <a16:creationId xmlns:a16="http://schemas.microsoft.com/office/drawing/2014/main" id="{2A0F87D4-95F7-40F6-ACFC-5223D2263EA1}"/>
              </a:ext>
            </a:extLst>
          </p:cNvPr>
          <p:cNvPicPr>
            <a:picLocks noChangeAspect="1"/>
          </p:cNvPicPr>
          <p:nvPr/>
        </p:nvPicPr>
        <p:blipFill>
          <a:blip r:embed="rId5"/>
          <a:stretch>
            <a:fillRect/>
          </a:stretch>
        </p:blipFill>
        <p:spPr>
          <a:xfrm>
            <a:off x="3682707" y="3464665"/>
            <a:ext cx="1765300" cy="939800"/>
          </a:xfrm>
          <a:prstGeom prst="rect">
            <a:avLst/>
          </a:prstGeom>
        </p:spPr>
      </p:pic>
      <p:pic>
        <p:nvPicPr>
          <p:cNvPr id="6" name="Picture 5">
            <a:extLst>
              <a:ext uri="{FF2B5EF4-FFF2-40B4-BE49-F238E27FC236}">
                <a16:creationId xmlns:a16="http://schemas.microsoft.com/office/drawing/2014/main" id="{D64FD80E-C683-4512-2017-5D9173AA34BD}"/>
              </a:ext>
            </a:extLst>
          </p:cNvPr>
          <p:cNvPicPr>
            <a:picLocks noChangeAspect="1"/>
          </p:cNvPicPr>
          <p:nvPr/>
        </p:nvPicPr>
        <p:blipFill>
          <a:blip r:embed="rId6"/>
          <a:stretch>
            <a:fillRect/>
          </a:stretch>
        </p:blipFill>
        <p:spPr>
          <a:xfrm>
            <a:off x="3800329" y="4531465"/>
            <a:ext cx="3695700" cy="889000"/>
          </a:xfrm>
          <a:prstGeom prst="rect">
            <a:avLst/>
          </a:prstGeom>
        </p:spPr>
      </p:pic>
      <mc:AlternateContent xmlns:mc="http://schemas.openxmlformats.org/markup-compatibility/2006" xmlns:p14="http://schemas.microsoft.com/office/powerpoint/2010/main">
        <mc:Choice Requires="p14">
          <p:contentPart p14:bwMode="auto" r:id="rId7">
            <p14:nvContentPartPr>
              <p14:cNvPr id="7" name="Ink 6">
                <a:extLst>
                  <a:ext uri="{FF2B5EF4-FFF2-40B4-BE49-F238E27FC236}">
                    <a16:creationId xmlns:a16="http://schemas.microsoft.com/office/drawing/2014/main" id="{F140CBEA-D478-1E67-0E6E-DD9A697665CD}"/>
                  </a:ext>
                </a:extLst>
              </p14:cNvPr>
              <p14:cNvContentPartPr/>
              <p14:nvPr/>
            </p14:nvContentPartPr>
            <p14:xfrm>
              <a:off x="5180760" y="1333080"/>
              <a:ext cx="677160" cy="24120"/>
            </p14:xfrm>
          </p:contentPart>
        </mc:Choice>
        <mc:Fallback xmlns="">
          <p:pic>
            <p:nvPicPr>
              <p:cNvPr id="7" name="Ink 6">
                <a:extLst>
                  <a:ext uri="{FF2B5EF4-FFF2-40B4-BE49-F238E27FC236}">
                    <a16:creationId xmlns:a16="http://schemas.microsoft.com/office/drawing/2014/main" id="{F140CBEA-D478-1E67-0E6E-DD9A697665CD}"/>
                  </a:ext>
                </a:extLst>
              </p:cNvPr>
              <p:cNvPicPr/>
              <p:nvPr/>
            </p:nvPicPr>
            <p:blipFill>
              <a:blip r:embed="rId8"/>
              <a:stretch>
                <a:fillRect/>
              </a:stretch>
            </p:blipFill>
            <p:spPr>
              <a:xfrm>
                <a:off x="5127120" y="1225440"/>
                <a:ext cx="784800" cy="239760"/>
              </a:xfrm>
              <a:prstGeom prst="rect">
                <a:avLst/>
              </a:prstGeom>
            </p:spPr>
          </p:pic>
        </mc:Fallback>
      </mc:AlternateContent>
      <p:sp>
        <p:nvSpPr>
          <p:cNvPr id="9" name="TextBox 8">
            <a:extLst>
              <a:ext uri="{FF2B5EF4-FFF2-40B4-BE49-F238E27FC236}">
                <a16:creationId xmlns:a16="http://schemas.microsoft.com/office/drawing/2014/main" id="{8A6EC4F2-F2B7-4CC2-C2FB-A4FEFAFEF058}"/>
              </a:ext>
            </a:extLst>
          </p:cNvPr>
          <p:cNvSpPr txBox="1"/>
          <p:nvPr/>
        </p:nvSpPr>
        <p:spPr>
          <a:xfrm>
            <a:off x="2599007" y="5868066"/>
            <a:ext cx="6098344" cy="369332"/>
          </a:xfrm>
          <a:prstGeom prst="rect">
            <a:avLst/>
          </a:prstGeom>
          <a:noFill/>
        </p:spPr>
        <p:txBody>
          <a:bodyPr wrap="square">
            <a:spAutoFit/>
          </a:bodyPr>
          <a:lstStyle/>
          <a:p>
            <a:r>
              <a:rPr lang="en-US" dirty="0"/>
              <a:t>Homogeneous?</a:t>
            </a:r>
          </a:p>
        </p:txBody>
      </p:sp>
    </p:spTree>
    <p:extLst>
      <p:ext uri="{BB962C8B-B14F-4D97-AF65-F5344CB8AC3E}">
        <p14:creationId xmlns:p14="http://schemas.microsoft.com/office/powerpoint/2010/main" val="42414370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4BAC6-3243-AFE6-51D9-9584EA14976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C368E81-C4F5-07C6-76AA-178DED18ACD3}"/>
              </a:ext>
            </a:extLst>
          </p:cNvPr>
          <p:cNvSpPr txBox="1"/>
          <p:nvPr/>
        </p:nvSpPr>
        <p:spPr>
          <a:xfrm>
            <a:off x="1023423" y="1011088"/>
            <a:ext cx="6967025" cy="400110"/>
          </a:xfrm>
          <a:prstGeom prst="rect">
            <a:avLst/>
          </a:prstGeom>
          <a:noFill/>
        </p:spPr>
        <p:txBody>
          <a:bodyPr wrap="square">
            <a:spAutoFit/>
          </a:bodyPr>
          <a:lstStyle/>
          <a:p>
            <a:r>
              <a:rPr lang="en-US" sz="2000" b="1" dirty="0"/>
              <a:t>Heat Equation with Zero Temperatures At Finite Ends</a:t>
            </a:r>
          </a:p>
        </p:txBody>
      </p:sp>
      <p:pic>
        <p:nvPicPr>
          <p:cNvPr id="4" name="Picture 3">
            <a:extLst>
              <a:ext uri="{FF2B5EF4-FFF2-40B4-BE49-F238E27FC236}">
                <a16:creationId xmlns:a16="http://schemas.microsoft.com/office/drawing/2014/main" id="{BF801F5C-D38A-90F8-7042-2F1DC4DDAAD9}"/>
              </a:ext>
            </a:extLst>
          </p:cNvPr>
          <p:cNvPicPr>
            <a:picLocks noChangeAspect="1"/>
          </p:cNvPicPr>
          <p:nvPr/>
        </p:nvPicPr>
        <p:blipFill>
          <a:blip r:embed="rId2"/>
          <a:stretch>
            <a:fillRect/>
          </a:stretch>
        </p:blipFill>
        <p:spPr>
          <a:xfrm>
            <a:off x="2501900" y="1997515"/>
            <a:ext cx="3594100" cy="977900"/>
          </a:xfrm>
          <a:prstGeom prst="rect">
            <a:avLst/>
          </a:prstGeom>
        </p:spPr>
      </p:pic>
      <p:pic>
        <p:nvPicPr>
          <p:cNvPr id="5" name="Picture 4">
            <a:extLst>
              <a:ext uri="{FF2B5EF4-FFF2-40B4-BE49-F238E27FC236}">
                <a16:creationId xmlns:a16="http://schemas.microsoft.com/office/drawing/2014/main" id="{FBB74827-7C83-7F36-472E-DC19B8118BC5}"/>
              </a:ext>
            </a:extLst>
          </p:cNvPr>
          <p:cNvPicPr>
            <a:picLocks noChangeAspect="1"/>
          </p:cNvPicPr>
          <p:nvPr/>
        </p:nvPicPr>
        <p:blipFill>
          <a:blip r:embed="rId3"/>
          <a:stretch>
            <a:fillRect/>
          </a:stretch>
        </p:blipFill>
        <p:spPr>
          <a:xfrm>
            <a:off x="2501900" y="3304442"/>
            <a:ext cx="2209800" cy="952500"/>
          </a:xfrm>
          <a:prstGeom prst="rect">
            <a:avLst/>
          </a:prstGeom>
        </p:spPr>
      </p:pic>
      <p:pic>
        <p:nvPicPr>
          <p:cNvPr id="6" name="Picture 5">
            <a:extLst>
              <a:ext uri="{FF2B5EF4-FFF2-40B4-BE49-F238E27FC236}">
                <a16:creationId xmlns:a16="http://schemas.microsoft.com/office/drawing/2014/main" id="{5258D2CA-8B76-7F1B-7FBF-2BF9E6B2BC69}"/>
              </a:ext>
            </a:extLst>
          </p:cNvPr>
          <p:cNvPicPr>
            <a:picLocks noChangeAspect="1"/>
          </p:cNvPicPr>
          <p:nvPr/>
        </p:nvPicPr>
        <p:blipFill>
          <a:blip r:embed="rId4"/>
          <a:stretch>
            <a:fillRect/>
          </a:stretch>
        </p:blipFill>
        <p:spPr>
          <a:xfrm>
            <a:off x="2669051" y="4585969"/>
            <a:ext cx="2324100" cy="647700"/>
          </a:xfrm>
          <a:prstGeom prst="rect">
            <a:avLst/>
          </a:prstGeom>
        </p:spPr>
      </p:pic>
      <p:pic>
        <p:nvPicPr>
          <p:cNvPr id="7" name="Picture 6">
            <a:extLst>
              <a:ext uri="{FF2B5EF4-FFF2-40B4-BE49-F238E27FC236}">
                <a16:creationId xmlns:a16="http://schemas.microsoft.com/office/drawing/2014/main" id="{93062A9A-C9E5-90E1-5F8F-6B4F06A4019C}"/>
              </a:ext>
            </a:extLst>
          </p:cNvPr>
          <p:cNvPicPr>
            <a:picLocks noChangeAspect="1"/>
          </p:cNvPicPr>
          <p:nvPr/>
        </p:nvPicPr>
        <p:blipFill>
          <a:blip r:embed="rId5"/>
          <a:stretch>
            <a:fillRect/>
          </a:stretch>
        </p:blipFill>
        <p:spPr>
          <a:xfrm>
            <a:off x="1106951" y="5244220"/>
            <a:ext cx="7772400" cy="863600"/>
          </a:xfrm>
          <a:prstGeom prst="rect">
            <a:avLst/>
          </a:prstGeom>
        </p:spPr>
      </p:pic>
      <p:pic>
        <p:nvPicPr>
          <p:cNvPr id="8" name="Picture 7">
            <a:extLst>
              <a:ext uri="{FF2B5EF4-FFF2-40B4-BE49-F238E27FC236}">
                <a16:creationId xmlns:a16="http://schemas.microsoft.com/office/drawing/2014/main" id="{13FEE3AD-2392-DCF1-5AD0-836D00635995}"/>
              </a:ext>
            </a:extLst>
          </p:cNvPr>
          <p:cNvPicPr>
            <a:picLocks noChangeAspect="1"/>
          </p:cNvPicPr>
          <p:nvPr/>
        </p:nvPicPr>
        <p:blipFill>
          <a:blip r:embed="rId6"/>
          <a:stretch>
            <a:fillRect/>
          </a:stretch>
        </p:blipFill>
        <p:spPr>
          <a:xfrm>
            <a:off x="4242972" y="5826271"/>
            <a:ext cx="4720785" cy="584200"/>
          </a:xfrm>
          <a:prstGeom prst="rect">
            <a:avLst/>
          </a:prstGeom>
        </p:spPr>
      </p:pic>
    </p:spTree>
    <p:extLst>
      <p:ext uri="{BB962C8B-B14F-4D97-AF65-F5344CB8AC3E}">
        <p14:creationId xmlns:p14="http://schemas.microsoft.com/office/powerpoint/2010/main" val="31161247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9EDA5-423E-2B70-4804-6C88B8F3AD90}"/>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47EBACEB-FB9E-F13B-D1D7-FF5AF4438C6F}"/>
              </a:ext>
            </a:extLst>
          </p:cNvPr>
          <p:cNvPicPr>
            <a:picLocks noChangeAspect="1"/>
          </p:cNvPicPr>
          <p:nvPr/>
        </p:nvPicPr>
        <p:blipFill>
          <a:blip r:embed="rId2"/>
          <a:stretch>
            <a:fillRect/>
          </a:stretch>
        </p:blipFill>
        <p:spPr>
          <a:xfrm>
            <a:off x="1337603" y="1042449"/>
            <a:ext cx="9729264" cy="2769896"/>
          </a:xfrm>
          <a:prstGeom prst="rect">
            <a:avLst/>
          </a:prstGeom>
        </p:spPr>
      </p:pic>
      <p:pic>
        <p:nvPicPr>
          <p:cNvPr id="3" name="Picture 2">
            <a:extLst>
              <a:ext uri="{FF2B5EF4-FFF2-40B4-BE49-F238E27FC236}">
                <a16:creationId xmlns:a16="http://schemas.microsoft.com/office/drawing/2014/main" id="{F933A4F7-4673-D8F2-AFA9-BFF185E1004C}"/>
              </a:ext>
            </a:extLst>
          </p:cNvPr>
          <p:cNvPicPr>
            <a:picLocks noChangeAspect="1"/>
          </p:cNvPicPr>
          <p:nvPr/>
        </p:nvPicPr>
        <p:blipFill>
          <a:blip r:embed="rId3"/>
          <a:stretch>
            <a:fillRect/>
          </a:stretch>
        </p:blipFill>
        <p:spPr>
          <a:xfrm>
            <a:off x="7067648" y="3386895"/>
            <a:ext cx="3469054" cy="850900"/>
          </a:xfrm>
          <a:prstGeom prst="rect">
            <a:avLst/>
          </a:prstGeom>
        </p:spPr>
      </p:pic>
    </p:spTree>
    <p:extLst>
      <p:ext uri="{BB962C8B-B14F-4D97-AF65-F5344CB8AC3E}">
        <p14:creationId xmlns:p14="http://schemas.microsoft.com/office/powerpoint/2010/main" val="21150323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59DBA-E8CC-9870-D8B9-3DF404B96B93}"/>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78AC3FBA-6BAD-F936-93DA-A47F5ADBA4C9}"/>
              </a:ext>
            </a:extLst>
          </p:cNvPr>
          <p:cNvGrpSpPr/>
          <p:nvPr/>
        </p:nvGrpSpPr>
        <p:grpSpPr>
          <a:xfrm>
            <a:off x="1675228" y="940515"/>
            <a:ext cx="7772400" cy="2645588"/>
            <a:chOff x="1675228" y="940515"/>
            <a:chExt cx="7772400" cy="2645588"/>
          </a:xfrm>
        </p:grpSpPr>
        <p:pic>
          <p:nvPicPr>
            <p:cNvPr id="2" name="Picture 1">
              <a:extLst>
                <a:ext uri="{FF2B5EF4-FFF2-40B4-BE49-F238E27FC236}">
                  <a16:creationId xmlns:a16="http://schemas.microsoft.com/office/drawing/2014/main" id="{91E4D319-9845-DEE4-6DE2-C6288D62A8F6}"/>
                </a:ext>
              </a:extLst>
            </p:cNvPr>
            <p:cNvPicPr>
              <a:picLocks noChangeAspect="1"/>
            </p:cNvPicPr>
            <p:nvPr/>
          </p:nvPicPr>
          <p:blipFill>
            <a:blip r:embed="rId2"/>
            <a:stretch>
              <a:fillRect/>
            </a:stretch>
          </p:blipFill>
          <p:spPr>
            <a:xfrm>
              <a:off x="1675228" y="940515"/>
              <a:ext cx="7772400" cy="700391"/>
            </a:xfrm>
            <a:prstGeom prst="rect">
              <a:avLst/>
            </a:prstGeom>
          </p:spPr>
        </p:pic>
        <p:pic>
          <p:nvPicPr>
            <p:cNvPr id="3" name="Picture 2">
              <a:extLst>
                <a:ext uri="{FF2B5EF4-FFF2-40B4-BE49-F238E27FC236}">
                  <a16:creationId xmlns:a16="http://schemas.microsoft.com/office/drawing/2014/main" id="{455B6613-352E-6F1C-62BE-B72972A047C6}"/>
                </a:ext>
              </a:extLst>
            </p:cNvPr>
            <p:cNvPicPr>
              <a:picLocks noChangeAspect="1"/>
            </p:cNvPicPr>
            <p:nvPr/>
          </p:nvPicPr>
          <p:blipFill>
            <a:blip r:embed="rId3"/>
            <a:stretch>
              <a:fillRect/>
            </a:stretch>
          </p:blipFill>
          <p:spPr>
            <a:xfrm>
              <a:off x="2849196" y="1525465"/>
              <a:ext cx="2273300" cy="571500"/>
            </a:xfrm>
            <a:prstGeom prst="rect">
              <a:avLst/>
            </a:prstGeom>
          </p:spPr>
        </p:pic>
        <p:pic>
          <p:nvPicPr>
            <p:cNvPr id="4" name="Picture 3">
              <a:extLst>
                <a:ext uri="{FF2B5EF4-FFF2-40B4-BE49-F238E27FC236}">
                  <a16:creationId xmlns:a16="http://schemas.microsoft.com/office/drawing/2014/main" id="{200082B9-B417-B7E0-0B72-4F667BB10CE4}"/>
                </a:ext>
              </a:extLst>
            </p:cNvPr>
            <p:cNvPicPr>
              <a:picLocks noChangeAspect="1"/>
            </p:cNvPicPr>
            <p:nvPr/>
          </p:nvPicPr>
          <p:blipFill>
            <a:blip r:embed="rId4"/>
            <a:stretch>
              <a:fillRect/>
            </a:stretch>
          </p:blipFill>
          <p:spPr>
            <a:xfrm>
              <a:off x="1675228" y="2107516"/>
              <a:ext cx="7772400" cy="1385921"/>
            </a:xfrm>
            <a:prstGeom prst="rect">
              <a:avLst/>
            </a:prstGeom>
          </p:spPr>
        </p:pic>
        <p:pic>
          <p:nvPicPr>
            <p:cNvPr id="6" name="Picture 5">
              <a:extLst>
                <a:ext uri="{FF2B5EF4-FFF2-40B4-BE49-F238E27FC236}">
                  <a16:creationId xmlns:a16="http://schemas.microsoft.com/office/drawing/2014/main" id="{7E9316CD-DF4F-D9B0-A20F-F1B676EBA1CC}"/>
                </a:ext>
              </a:extLst>
            </p:cNvPr>
            <p:cNvPicPr>
              <a:picLocks noChangeAspect="1"/>
            </p:cNvPicPr>
            <p:nvPr/>
          </p:nvPicPr>
          <p:blipFill>
            <a:blip r:embed="rId5"/>
            <a:stretch>
              <a:fillRect/>
            </a:stretch>
          </p:blipFill>
          <p:spPr>
            <a:xfrm>
              <a:off x="7386124" y="2493666"/>
              <a:ext cx="2061504" cy="935333"/>
            </a:xfrm>
            <a:prstGeom prst="rect">
              <a:avLst/>
            </a:prstGeom>
          </p:spPr>
        </p:pic>
        <p:pic>
          <p:nvPicPr>
            <p:cNvPr id="7" name="Picture 6">
              <a:extLst>
                <a:ext uri="{FF2B5EF4-FFF2-40B4-BE49-F238E27FC236}">
                  <a16:creationId xmlns:a16="http://schemas.microsoft.com/office/drawing/2014/main" id="{BB8232F2-E3DD-5B88-E149-EEB5880EF32F}"/>
                </a:ext>
              </a:extLst>
            </p:cNvPr>
            <p:cNvPicPr>
              <a:picLocks noChangeAspect="1"/>
            </p:cNvPicPr>
            <p:nvPr/>
          </p:nvPicPr>
          <p:blipFill>
            <a:blip r:embed="rId5"/>
            <a:stretch>
              <a:fillRect/>
            </a:stretch>
          </p:blipFill>
          <p:spPr>
            <a:xfrm>
              <a:off x="1675228" y="2874903"/>
              <a:ext cx="5710896" cy="711200"/>
            </a:xfrm>
            <a:prstGeom prst="rect">
              <a:avLst/>
            </a:prstGeom>
          </p:spPr>
        </p:pic>
      </p:grpSp>
      <p:pic>
        <p:nvPicPr>
          <p:cNvPr id="5" name="Picture 4">
            <a:extLst>
              <a:ext uri="{FF2B5EF4-FFF2-40B4-BE49-F238E27FC236}">
                <a16:creationId xmlns:a16="http://schemas.microsoft.com/office/drawing/2014/main" id="{08A4CE07-7B28-279E-53B2-7572BD6772CA}"/>
              </a:ext>
            </a:extLst>
          </p:cNvPr>
          <p:cNvPicPr>
            <a:picLocks noChangeAspect="1"/>
          </p:cNvPicPr>
          <p:nvPr/>
        </p:nvPicPr>
        <p:blipFill>
          <a:blip r:embed="rId6"/>
          <a:stretch>
            <a:fillRect/>
          </a:stretch>
        </p:blipFill>
        <p:spPr>
          <a:xfrm>
            <a:off x="1675228" y="2846767"/>
            <a:ext cx="7772400" cy="2416545"/>
          </a:xfrm>
          <a:prstGeom prst="rect">
            <a:avLst/>
          </a:prstGeom>
        </p:spPr>
      </p:pic>
      <p:pic>
        <p:nvPicPr>
          <p:cNvPr id="10" name="Picture 9">
            <a:extLst>
              <a:ext uri="{FF2B5EF4-FFF2-40B4-BE49-F238E27FC236}">
                <a16:creationId xmlns:a16="http://schemas.microsoft.com/office/drawing/2014/main" id="{BD6DDA76-F7DE-663A-BBB7-F6D1CEB6F9B5}"/>
              </a:ext>
            </a:extLst>
          </p:cNvPr>
          <p:cNvPicPr>
            <a:picLocks noChangeAspect="1"/>
          </p:cNvPicPr>
          <p:nvPr/>
        </p:nvPicPr>
        <p:blipFill>
          <a:blip r:embed="rId5"/>
          <a:stretch>
            <a:fillRect/>
          </a:stretch>
        </p:blipFill>
        <p:spPr>
          <a:xfrm>
            <a:off x="1576167" y="2860836"/>
            <a:ext cx="876300" cy="355599"/>
          </a:xfrm>
          <a:prstGeom prst="rect">
            <a:avLst/>
          </a:prstGeom>
        </p:spPr>
      </p:pic>
      <mc:AlternateContent xmlns:mc="http://schemas.openxmlformats.org/markup-compatibility/2006" xmlns:p14="http://schemas.microsoft.com/office/powerpoint/2010/main">
        <mc:Choice Requires="p14">
          <p:contentPart p14:bwMode="auto" r:id="rId7">
            <p14:nvContentPartPr>
              <p14:cNvPr id="11" name="Ink 10">
                <a:extLst>
                  <a:ext uri="{FF2B5EF4-FFF2-40B4-BE49-F238E27FC236}">
                    <a16:creationId xmlns:a16="http://schemas.microsoft.com/office/drawing/2014/main" id="{1030015C-4037-D258-2911-8D01144B832A}"/>
                  </a:ext>
                </a:extLst>
              </p14:cNvPr>
              <p14:cNvContentPartPr/>
              <p14:nvPr/>
            </p14:nvContentPartPr>
            <p14:xfrm>
              <a:off x="8332200" y="4766760"/>
              <a:ext cx="902160" cy="16920"/>
            </p14:xfrm>
          </p:contentPart>
        </mc:Choice>
        <mc:Fallback xmlns="">
          <p:pic>
            <p:nvPicPr>
              <p:cNvPr id="11" name="Ink 10">
                <a:extLst>
                  <a:ext uri="{FF2B5EF4-FFF2-40B4-BE49-F238E27FC236}">
                    <a16:creationId xmlns:a16="http://schemas.microsoft.com/office/drawing/2014/main" id="{1030015C-4037-D258-2911-8D01144B832A}"/>
                  </a:ext>
                </a:extLst>
              </p:cNvPr>
              <p:cNvPicPr/>
              <p:nvPr/>
            </p:nvPicPr>
            <p:blipFill>
              <a:blip r:embed="rId8"/>
              <a:stretch>
                <a:fillRect/>
              </a:stretch>
            </p:blipFill>
            <p:spPr>
              <a:xfrm>
                <a:off x="8278200" y="4658760"/>
                <a:ext cx="1009800" cy="2325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2" name="Ink 11">
                <a:extLst>
                  <a:ext uri="{FF2B5EF4-FFF2-40B4-BE49-F238E27FC236}">
                    <a16:creationId xmlns:a16="http://schemas.microsoft.com/office/drawing/2014/main" id="{86056780-DC0F-3C33-F768-8882B9E46298}"/>
                  </a:ext>
                </a:extLst>
              </p14:cNvPr>
              <p14:cNvContentPartPr/>
              <p14:nvPr/>
            </p14:nvContentPartPr>
            <p14:xfrm>
              <a:off x="1875240" y="5072400"/>
              <a:ext cx="790200" cy="9720"/>
            </p14:xfrm>
          </p:contentPart>
        </mc:Choice>
        <mc:Fallback xmlns="">
          <p:pic>
            <p:nvPicPr>
              <p:cNvPr id="12" name="Ink 11">
                <a:extLst>
                  <a:ext uri="{FF2B5EF4-FFF2-40B4-BE49-F238E27FC236}">
                    <a16:creationId xmlns:a16="http://schemas.microsoft.com/office/drawing/2014/main" id="{86056780-DC0F-3C33-F768-8882B9E46298}"/>
                  </a:ext>
                </a:extLst>
              </p:cNvPr>
              <p:cNvPicPr/>
              <p:nvPr/>
            </p:nvPicPr>
            <p:blipFill>
              <a:blip r:embed="rId10"/>
              <a:stretch>
                <a:fillRect/>
              </a:stretch>
            </p:blipFill>
            <p:spPr>
              <a:xfrm>
                <a:off x="1821600" y="4964760"/>
                <a:ext cx="897840" cy="225360"/>
              </a:xfrm>
              <a:prstGeom prst="rect">
                <a:avLst/>
              </a:prstGeom>
            </p:spPr>
          </p:pic>
        </mc:Fallback>
      </mc:AlternateContent>
      <p:pic>
        <p:nvPicPr>
          <p:cNvPr id="13" name="Picture 12">
            <a:extLst>
              <a:ext uri="{FF2B5EF4-FFF2-40B4-BE49-F238E27FC236}">
                <a16:creationId xmlns:a16="http://schemas.microsoft.com/office/drawing/2014/main" id="{80BC67C1-0066-10DD-DD98-63DC309490C7}"/>
              </a:ext>
            </a:extLst>
          </p:cNvPr>
          <p:cNvPicPr>
            <a:picLocks noChangeAspect="1"/>
          </p:cNvPicPr>
          <p:nvPr/>
        </p:nvPicPr>
        <p:blipFill>
          <a:blip r:embed="rId11"/>
          <a:stretch>
            <a:fillRect/>
          </a:stretch>
        </p:blipFill>
        <p:spPr>
          <a:xfrm>
            <a:off x="2849196" y="5517716"/>
            <a:ext cx="1473200" cy="584200"/>
          </a:xfrm>
          <a:prstGeom prst="rect">
            <a:avLst/>
          </a:prstGeom>
        </p:spPr>
      </p:pic>
      <p:pic>
        <p:nvPicPr>
          <p:cNvPr id="14" name="Picture 13">
            <a:extLst>
              <a:ext uri="{FF2B5EF4-FFF2-40B4-BE49-F238E27FC236}">
                <a16:creationId xmlns:a16="http://schemas.microsoft.com/office/drawing/2014/main" id="{7FC5247D-85A0-B5D6-2B07-1106433EBCC5}"/>
              </a:ext>
            </a:extLst>
          </p:cNvPr>
          <p:cNvPicPr>
            <a:picLocks noChangeAspect="1"/>
          </p:cNvPicPr>
          <p:nvPr/>
        </p:nvPicPr>
        <p:blipFill>
          <a:blip r:embed="rId12"/>
          <a:stretch>
            <a:fillRect/>
          </a:stretch>
        </p:blipFill>
        <p:spPr>
          <a:xfrm>
            <a:off x="4530676" y="5466916"/>
            <a:ext cx="1587500" cy="685800"/>
          </a:xfrm>
          <a:prstGeom prst="rect">
            <a:avLst/>
          </a:prstGeom>
        </p:spPr>
      </p:pic>
    </p:spTree>
    <p:extLst>
      <p:ext uri="{BB962C8B-B14F-4D97-AF65-F5344CB8AC3E}">
        <p14:creationId xmlns:p14="http://schemas.microsoft.com/office/powerpoint/2010/main" val="10553284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B950A-9D01-9ED4-5D72-81C5F77F77FD}"/>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905B0DC0-86DA-79D4-6A71-3200458D865F}"/>
              </a:ext>
            </a:extLst>
          </p:cNvPr>
          <p:cNvPicPr>
            <a:picLocks noChangeAspect="1"/>
          </p:cNvPicPr>
          <p:nvPr/>
        </p:nvPicPr>
        <p:blipFill>
          <a:blip r:embed="rId2"/>
          <a:stretch>
            <a:fillRect/>
          </a:stretch>
        </p:blipFill>
        <p:spPr>
          <a:xfrm>
            <a:off x="1262380" y="703287"/>
            <a:ext cx="2717800" cy="977900"/>
          </a:xfrm>
          <a:prstGeom prst="rect">
            <a:avLst/>
          </a:prstGeom>
        </p:spPr>
      </p:pic>
      <p:sp>
        <p:nvSpPr>
          <p:cNvPr id="4" name="Right Arrow 3">
            <a:extLst>
              <a:ext uri="{FF2B5EF4-FFF2-40B4-BE49-F238E27FC236}">
                <a16:creationId xmlns:a16="http://schemas.microsoft.com/office/drawing/2014/main" id="{70EA03C3-5529-0D8B-C6EE-E2B9D08251C4}"/>
              </a:ext>
            </a:extLst>
          </p:cNvPr>
          <p:cNvSpPr/>
          <p:nvPr/>
        </p:nvSpPr>
        <p:spPr>
          <a:xfrm>
            <a:off x="5064369" y="1010725"/>
            <a:ext cx="1237957" cy="33762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78B4774D-4B82-8F35-DB19-BEA6546B371F}"/>
              </a:ext>
            </a:extLst>
          </p:cNvPr>
          <p:cNvPicPr>
            <a:picLocks noChangeAspect="1"/>
          </p:cNvPicPr>
          <p:nvPr/>
        </p:nvPicPr>
        <p:blipFill>
          <a:blip r:embed="rId3"/>
          <a:stretch>
            <a:fillRect/>
          </a:stretch>
        </p:blipFill>
        <p:spPr>
          <a:xfrm>
            <a:off x="6882717" y="379437"/>
            <a:ext cx="2984500" cy="1625600"/>
          </a:xfrm>
          <a:prstGeom prst="rect">
            <a:avLst/>
          </a:prstGeom>
        </p:spPr>
      </p:pic>
    </p:spTree>
    <p:extLst>
      <p:ext uri="{BB962C8B-B14F-4D97-AF65-F5344CB8AC3E}">
        <p14:creationId xmlns:p14="http://schemas.microsoft.com/office/powerpoint/2010/main" val="31206402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35172-8156-2C5C-69E6-023A24F3971C}"/>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9992F367-CD1F-7066-3736-441268F63049}"/>
              </a:ext>
            </a:extLst>
          </p:cNvPr>
          <p:cNvGrpSpPr/>
          <p:nvPr/>
        </p:nvGrpSpPr>
        <p:grpSpPr>
          <a:xfrm>
            <a:off x="1099527" y="14960"/>
            <a:ext cx="8221491" cy="3832752"/>
            <a:chOff x="1099527" y="-111652"/>
            <a:chExt cx="8221491" cy="3832752"/>
          </a:xfrm>
        </p:grpSpPr>
        <p:pic>
          <p:nvPicPr>
            <p:cNvPr id="2" name="Picture 1">
              <a:extLst>
                <a:ext uri="{FF2B5EF4-FFF2-40B4-BE49-F238E27FC236}">
                  <a16:creationId xmlns:a16="http://schemas.microsoft.com/office/drawing/2014/main" id="{B57EEA9E-2BDB-B3CC-3398-AECED84EF6BF}"/>
                </a:ext>
              </a:extLst>
            </p:cNvPr>
            <p:cNvPicPr>
              <a:picLocks noChangeAspect="1"/>
            </p:cNvPicPr>
            <p:nvPr/>
          </p:nvPicPr>
          <p:blipFill>
            <a:blip r:embed="rId2"/>
            <a:stretch>
              <a:fillRect/>
            </a:stretch>
          </p:blipFill>
          <p:spPr>
            <a:xfrm>
              <a:off x="1548618" y="269348"/>
              <a:ext cx="7772400" cy="1761371"/>
            </a:xfrm>
            <a:prstGeom prst="rect">
              <a:avLst/>
            </a:prstGeom>
          </p:spPr>
        </p:pic>
        <p:pic>
          <p:nvPicPr>
            <p:cNvPr id="3" name="Picture 2">
              <a:extLst>
                <a:ext uri="{FF2B5EF4-FFF2-40B4-BE49-F238E27FC236}">
                  <a16:creationId xmlns:a16="http://schemas.microsoft.com/office/drawing/2014/main" id="{497A987E-8697-F429-2E52-C6ACD02AA96C}"/>
                </a:ext>
              </a:extLst>
            </p:cNvPr>
            <p:cNvPicPr>
              <a:picLocks noChangeAspect="1"/>
            </p:cNvPicPr>
            <p:nvPr/>
          </p:nvPicPr>
          <p:blipFill>
            <a:blip r:embed="rId3"/>
            <a:stretch>
              <a:fillRect/>
            </a:stretch>
          </p:blipFill>
          <p:spPr>
            <a:xfrm>
              <a:off x="3839991" y="2063673"/>
              <a:ext cx="2908300" cy="1028700"/>
            </a:xfrm>
            <a:prstGeom prst="rect">
              <a:avLst/>
            </a:prstGeom>
          </p:spPr>
        </p:pic>
        <p:pic>
          <p:nvPicPr>
            <p:cNvPr id="4" name="Picture 3">
              <a:extLst>
                <a:ext uri="{FF2B5EF4-FFF2-40B4-BE49-F238E27FC236}">
                  <a16:creationId xmlns:a16="http://schemas.microsoft.com/office/drawing/2014/main" id="{A0404703-EE70-90B4-33FC-4D9C75CB5A0D}"/>
                </a:ext>
              </a:extLst>
            </p:cNvPr>
            <p:cNvPicPr>
              <a:picLocks noChangeAspect="1"/>
            </p:cNvPicPr>
            <p:nvPr/>
          </p:nvPicPr>
          <p:blipFill>
            <a:blip r:embed="rId4"/>
            <a:stretch>
              <a:fillRect/>
            </a:stretch>
          </p:blipFill>
          <p:spPr>
            <a:xfrm>
              <a:off x="1719091" y="3136900"/>
              <a:ext cx="7150100" cy="584200"/>
            </a:xfrm>
            <a:prstGeom prst="rect">
              <a:avLst/>
            </a:prstGeom>
          </p:spPr>
        </p:pic>
        <p:pic>
          <p:nvPicPr>
            <p:cNvPr id="5" name="Picture 4">
              <a:extLst>
                <a:ext uri="{FF2B5EF4-FFF2-40B4-BE49-F238E27FC236}">
                  <a16:creationId xmlns:a16="http://schemas.microsoft.com/office/drawing/2014/main" id="{D1ABB897-4C05-7339-1B74-5D2738C0BA08}"/>
                </a:ext>
              </a:extLst>
            </p:cNvPr>
            <p:cNvPicPr>
              <a:picLocks noChangeAspect="1"/>
            </p:cNvPicPr>
            <p:nvPr/>
          </p:nvPicPr>
          <p:blipFill>
            <a:blip r:embed="rId5"/>
            <a:stretch>
              <a:fillRect/>
            </a:stretch>
          </p:blipFill>
          <p:spPr>
            <a:xfrm>
              <a:off x="1099527" y="-111652"/>
              <a:ext cx="5962454" cy="762000"/>
            </a:xfrm>
            <a:prstGeom prst="rect">
              <a:avLst/>
            </a:prstGeom>
          </p:spPr>
        </p:pic>
      </p:grpSp>
      <p:pic>
        <p:nvPicPr>
          <p:cNvPr id="7" name="Picture 6">
            <a:extLst>
              <a:ext uri="{FF2B5EF4-FFF2-40B4-BE49-F238E27FC236}">
                <a16:creationId xmlns:a16="http://schemas.microsoft.com/office/drawing/2014/main" id="{C0A67365-434B-0EFB-3DCA-C26C215D943C}"/>
              </a:ext>
            </a:extLst>
          </p:cNvPr>
          <p:cNvPicPr>
            <a:picLocks noChangeAspect="1"/>
          </p:cNvPicPr>
          <p:nvPr/>
        </p:nvPicPr>
        <p:blipFill>
          <a:blip r:embed="rId6"/>
          <a:stretch>
            <a:fillRect/>
          </a:stretch>
        </p:blipFill>
        <p:spPr>
          <a:xfrm>
            <a:off x="1548618" y="4156229"/>
            <a:ext cx="7772400" cy="646907"/>
          </a:xfrm>
          <a:prstGeom prst="rect">
            <a:avLst/>
          </a:prstGeom>
        </p:spPr>
      </p:pic>
      <p:pic>
        <p:nvPicPr>
          <p:cNvPr id="8" name="Picture 7">
            <a:extLst>
              <a:ext uri="{FF2B5EF4-FFF2-40B4-BE49-F238E27FC236}">
                <a16:creationId xmlns:a16="http://schemas.microsoft.com/office/drawing/2014/main" id="{B177A219-5AE9-59FB-0B4F-2AD1A591BFE1}"/>
              </a:ext>
            </a:extLst>
          </p:cNvPr>
          <p:cNvPicPr>
            <a:picLocks noChangeAspect="1"/>
          </p:cNvPicPr>
          <p:nvPr/>
        </p:nvPicPr>
        <p:blipFill>
          <a:blip r:embed="rId7"/>
          <a:stretch>
            <a:fillRect/>
          </a:stretch>
        </p:blipFill>
        <p:spPr>
          <a:xfrm>
            <a:off x="1662819" y="4939825"/>
            <a:ext cx="7772400" cy="1642469"/>
          </a:xfrm>
          <a:prstGeom prst="rect">
            <a:avLst/>
          </a:prstGeom>
        </p:spPr>
      </p:pic>
      <p:pic>
        <p:nvPicPr>
          <p:cNvPr id="10" name="Picture 9">
            <a:extLst>
              <a:ext uri="{FF2B5EF4-FFF2-40B4-BE49-F238E27FC236}">
                <a16:creationId xmlns:a16="http://schemas.microsoft.com/office/drawing/2014/main" id="{4B7A1101-0658-E224-610E-F825EB301948}"/>
              </a:ext>
            </a:extLst>
          </p:cNvPr>
          <p:cNvPicPr>
            <a:picLocks noChangeAspect="1"/>
          </p:cNvPicPr>
          <p:nvPr/>
        </p:nvPicPr>
        <p:blipFill>
          <a:blip r:embed="rId8"/>
          <a:stretch>
            <a:fillRect/>
          </a:stretch>
        </p:blipFill>
        <p:spPr>
          <a:xfrm>
            <a:off x="7605248" y="4424978"/>
            <a:ext cx="1715770" cy="406400"/>
          </a:xfrm>
          <a:prstGeom prst="rect">
            <a:avLst/>
          </a:prstGeom>
        </p:spPr>
      </p:pic>
      <p:pic>
        <p:nvPicPr>
          <p:cNvPr id="11" name="Picture 10">
            <a:extLst>
              <a:ext uri="{FF2B5EF4-FFF2-40B4-BE49-F238E27FC236}">
                <a16:creationId xmlns:a16="http://schemas.microsoft.com/office/drawing/2014/main" id="{FB063984-1351-DE6C-6468-8D93F3D2DF08}"/>
              </a:ext>
            </a:extLst>
          </p:cNvPr>
          <p:cNvPicPr>
            <a:picLocks noChangeAspect="1"/>
          </p:cNvPicPr>
          <p:nvPr/>
        </p:nvPicPr>
        <p:blipFill>
          <a:blip r:embed="rId8"/>
          <a:stretch>
            <a:fillRect/>
          </a:stretch>
        </p:blipFill>
        <p:spPr>
          <a:xfrm>
            <a:off x="1719090" y="4880317"/>
            <a:ext cx="4376909" cy="406400"/>
          </a:xfrm>
          <a:prstGeom prst="rect">
            <a:avLst/>
          </a:prstGeom>
        </p:spPr>
      </p:pic>
      <p:sp>
        <p:nvSpPr>
          <p:cNvPr id="12" name="TextBox 11">
            <a:extLst>
              <a:ext uri="{FF2B5EF4-FFF2-40B4-BE49-F238E27FC236}">
                <a16:creationId xmlns:a16="http://schemas.microsoft.com/office/drawing/2014/main" id="{BD0C70A8-9B51-637C-FFCE-950DC474DD00}"/>
              </a:ext>
            </a:extLst>
          </p:cNvPr>
          <p:cNvSpPr txBox="1"/>
          <p:nvPr/>
        </p:nvSpPr>
        <p:spPr>
          <a:xfrm>
            <a:off x="7605248" y="4372206"/>
            <a:ext cx="617477" cy="369332"/>
          </a:xfrm>
          <a:prstGeom prst="rect">
            <a:avLst/>
          </a:prstGeom>
          <a:noFill/>
        </p:spPr>
        <p:txBody>
          <a:bodyPr wrap="none" rtlCol="0">
            <a:spAutoFit/>
          </a:bodyPr>
          <a:lstStyle/>
          <a:p>
            <a:r>
              <a:rPr lang="en-US" dirty="0"/>
              <a:t>… …</a:t>
            </a:r>
          </a:p>
        </p:txBody>
      </p:sp>
      <p:sp>
        <p:nvSpPr>
          <p:cNvPr id="13" name="TextBox 12">
            <a:extLst>
              <a:ext uri="{FF2B5EF4-FFF2-40B4-BE49-F238E27FC236}">
                <a16:creationId xmlns:a16="http://schemas.microsoft.com/office/drawing/2014/main" id="{F2AE2370-43C7-C188-51E1-96FB4B1B8355}"/>
              </a:ext>
            </a:extLst>
          </p:cNvPr>
          <p:cNvSpPr txBox="1"/>
          <p:nvPr/>
        </p:nvSpPr>
        <p:spPr>
          <a:xfrm>
            <a:off x="5126079" y="4895866"/>
            <a:ext cx="617477" cy="369332"/>
          </a:xfrm>
          <a:prstGeom prst="rect">
            <a:avLst/>
          </a:prstGeom>
          <a:noFill/>
        </p:spPr>
        <p:txBody>
          <a:bodyPr wrap="none" rtlCol="0">
            <a:spAutoFit/>
          </a:bodyPr>
          <a:lstStyle/>
          <a:p>
            <a:r>
              <a:rPr lang="en-US" dirty="0"/>
              <a:t>… …</a:t>
            </a:r>
          </a:p>
        </p:txBody>
      </p:sp>
      <mc:AlternateContent xmlns:mc="http://schemas.openxmlformats.org/markup-compatibility/2006" xmlns:p14="http://schemas.microsoft.com/office/powerpoint/2010/main">
        <mc:Choice Requires="p14">
          <p:contentPart p14:bwMode="auto" r:id="rId9">
            <p14:nvContentPartPr>
              <p14:cNvPr id="14" name="Ink 13">
                <a:extLst>
                  <a:ext uri="{FF2B5EF4-FFF2-40B4-BE49-F238E27FC236}">
                    <a16:creationId xmlns:a16="http://schemas.microsoft.com/office/drawing/2014/main" id="{10280112-9A23-84D3-982F-8F7521313E4A}"/>
                  </a:ext>
                </a:extLst>
              </p14:cNvPr>
              <p14:cNvContentPartPr/>
              <p14:nvPr/>
            </p14:nvContentPartPr>
            <p14:xfrm>
              <a:off x="6335640" y="2729880"/>
              <a:ext cx="360" cy="360"/>
            </p14:xfrm>
          </p:contentPart>
        </mc:Choice>
        <mc:Fallback xmlns="">
          <p:pic>
            <p:nvPicPr>
              <p:cNvPr id="14" name="Ink 13">
                <a:extLst>
                  <a:ext uri="{FF2B5EF4-FFF2-40B4-BE49-F238E27FC236}">
                    <a16:creationId xmlns:a16="http://schemas.microsoft.com/office/drawing/2014/main" id="{10280112-9A23-84D3-982F-8F7521313E4A}"/>
                  </a:ext>
                </a:extLst>
              </p:cNvPr>
              <p:cNvPicPr/>
              <p:nvPr/>
            </p:nvPicPr>
            <p:blipFill>
              <a:blip r:embed="rId10"/>
              <a:stretch>
                <a:fillRect/>
              </a:stretch>
            </p:blipFill>
            <p:spPr>
              <a:xfrm>
                <a:off x="6281640" y="2622240"/>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5" name="Ink 14">
                <a:extLst>
                  <a:ext uri="{FF2B5EF4-FFF2-40B4-BE49-F238E27FC236}">
                    <a16:creationId xmlns:a16="http://schemas.microsoft.com/office/drawing/2014/main" id="{63FF2ED2-3371-99F1-06DC-1BE0441117CF}"/>
                  </a:ext>
                </a:extLst>
              </p14:cNvPr>
              <p14:cNvContentPartPr/>
              <p14:nvPr/>
            </p14:nvContentPartPr>
            <p14:xfrm>
              <a:off x="6280560" y="2715840"/>
              <a:ext cx="360" cy="360"/>
            </p14:xfrm>
          </p:contentPart>
        </mc:Choice>
        <mc:Fallback xmlns="">
          <p:pic>
            <p:nvPicPr>
              <p:cNvPr id="15" name="Ink 14">
                <a:extLst>
                  <a:ext uri="{FF2B5EF4-FFF2-40B4-BE49-F238E27FC236}">
                    <a16:creationId xmlns:a16="http://schemas.microsoft.com/office/drawing/2014/main" id="{63FF2ED2-3371-99F1-06DC-1BE0441117CF}"/>
                  </a:ext>
                </a:extLst>
              </p:cNvPr>
              <p:cNvPicPr/>
              <p:nvPr/>
            </p:nvPicPr>
            <p:blipFill>
              <a:blip r:embed="rId10"/>
              <a:stretch>
                <a:fillRect/>
              </a:stretch>
            </p:blipFill>
            <p:spPr>
              <a:xfrm>
                <a:off x="6226560" y="2607840"/>
                <a:ext cx="108000" cy="216000"/>
              </a:xfrm>
              <a:prstGeom prst="rect">
                <a:avLst/>
              </a:prstGeom>
            </p:spPr>
          </p:pic>
        </mc:Fallback>
      </mc:AlternateContent>
    </p:spTree>
    <p:extLst>
      <p:ext uri="{BB962C8B-B14F-4D97-AF65-F5344CB8AC3E}">
        <p14:creationId xmlns:p14="http://schemas.microsoft.com/office/powerpoint/2010/main" val="32111483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4F52DD-65E9-86E2-B2CB-34E6E5FB521D}"/>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EB9D82B9-127A-D283-7FC6-772B4157CC5B}"/>
              </a:ext>
            </a:extLst>
          </p:cNvPr>
          <p:cNvPicPr>
            <a:picLocks noChangeAspect="1"/>
          </p:cNvPicPr>
          <p:nvPr/>
        </p:nvPicPr>
        <p:blipFill>
          <a:blip r:embed="rId2"/>
          <a:stretch>
            <a:fillRect/>
          </a:stretch>
        </p:blipFill>
        <p:spPr>
          <a:xfrm>
            <a:off x="1283775" y="855784"/>
            <a:ext cx="2984500" cy="1066800"/>
          </a:xfrm>
          <a:prstGeom prst="rect">
            <a:avLst/>
          </a:prstGeom>
        </p:spPr>
      </p:pic>
      <p:pic>
        <p:nvPicPr>
          <p:cNvPr id="4" name="Picture 3">
            <a:extLst>
              <a:ext uri="{FF2B5EF4-FFF2-40B4-BE49-F238E27FC236}">
                <a16:creationId xmlns:a16="http://schemas.microsoft.com/office/drawing/2014/main" id="{BF056B47-5593-1082-1CB7-7082243A7520}"/>
              </a:ext>
            </a:extLst>
          </p:cNvPr>
          <p:cNvPicPr>
            <a:picLocks noChangeAspect="1"/>
          </p:cNvPicPr>
          <p:nvPr/>
        </p:nvPicPr>
        <p:blipFill>
          <a:blip r:embed="rId3"/>
          <a:stretch>
            <a:fillRect/>
          </a:stretch>
        </p:blipFill>
        <p:spPr>
          <a:xfrm>
            <a:off x="6145727" y="414704"/>
            <a:ext cx="1778000" cy="1104900"/>
          </a:xfrm>
          <a:prstGeom prst="rect">
            <a:avLst/>
          </a:prstGeom>
        </p:spPr>
      </p:pic>
      <p:pic>
        <p:nvPicPr>
          <p:cNvPr id="5" name="Picture 4">
            <a:extLst>
              <a:ext uri="{FF2B5EF4-FFF2-40B4-BE49-F238E27FC236}">
                <a16:creationId xmlns:a16="http://schemas.microsoft.com/office/drawing/2014/main" id="{61F4D6C8-973E-E3F0-6DC6-9BE0491ADBFE}"/>
              </a:ext>
            </a:extLst>
          </p:cNvPr>
          <p:cNvPicPr>
            <a:picLocks noChangeAspect="1"/>
          </p:cNvPicPr>
          <p:nvPr/>
        </p:nvPicPr>
        <p:blipFill>
          <a:blip r:embed="rId4"/>
          <a:stretch>
            <a:fillRect/>
          </a:stretch>
        </p:blipFill>
        <p:spPr>
          <a:xfrm>
            <a:off x="6145727" y="1653540"/>
            <a:ext cx="1765300" cy="990600"/>
          </a:xfrm>
          <a:prstGeom prst="rect">
            <a:avLst/>
          </a:prstGeom>
        </p:spPr>
      </p:pic>
      <p:sp>
        <p:nvSpPr>
          <p:cNvPr id="6" name="Right Arrow 5">
            <a:extLst>
              <a:ext uri="{FF2B5EF4-FFF2-40B4-BE49-F238E27FC236}">
                <a16:creationId xmlns:a16="http://schemas.microsoft.com/office/drawing/2014/main" id="{7C253F58-959B-B40A-BB92-52A3CB5977FE}"/>
              </a:ext>
            </a:extLst>
          </p:cNvPr>
          <p:cNvSpPr/>
          <p:nvPr/>
        </p:nvSpPr>
        <p:spPr>
          <a:xfrm>
            <a:off x="4820139" y="1204545"/>
            <a:ext cx="773723" cy="36927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6D03C445-0370-4FB8-4B21-55208C7AA791}"/>
              </a:ext>
            </a:extLst>
          </p:cNvPr>
          <p:cNvSpPr txBox="1"/>
          <p:nvPr/>
        </p:nvSpPr>
        <p:spPr>
          <a:xfrm>
            <a:off x="8155632" y="782488"/>
            <a:ext cx="639919" cy="369332"/>
          </a:xfrm>
          <a:prstGeom prst="rect">
            <a:avLst/>
          </a:prstGeom>
          <a:noFill/>
        </p:spPr>
        <p:txBody>
          <a:bodyPr wrap="none" rtlCol="0">
            <a:spAutoFit/>
          </a:bodyPr>
          <a:lstStyle/>
          <a:p>
            <a:r>
              <a:rPr lang="en-US" dirty="0"/>
              <a:t>ODE</a:t>
            </a:r>
          </a:p>
        </p:txBody>
      </p:sp>
      <p:sp>
        <p:nvSpPr>
          <p:cNvPr id="8" name="TextBox 7">
            <a:extLst>
              <a:ext uri="{FF2B5EF4-FFF2-40B4-BE49-F238E27FC236}">
                <a16:creationId xmlns:a16="http://schemas.microsoft.com/office/drawing/2014/main" id="{CF5F2217-E1CB-3A88-1F11-7F1A9A91E04B}"/>
              </a:ext>
            </a:extLst>
          </p:cNvPr>
          <p:cNvSpPr txBox="1"/>
          <p:nvPr/>
        </p:nvSpPr>
        <p:spPr>
          <a:xfrm>
            <a:off x="8155631" y="1922584"/>
            <a:ext cx="639919" cy="369332"/>
          </a:xfrm>
          <a:prstGeom prst="rect">
            <a:avLst/>
          </a:prstGeom>
          <a:noFill/>
        </p:spPr>
        <p:txBody>
          <a:bodyPr wrap="none" rtlCol="0">
            <a:spAutoFit/>
          </a:bodyPr>
          <a:lstStyle/>
          <a:p>
            <a:r>
              <a:rPr lang="en-US" dirty="0"/>
              <a:t>ODE</a:t>
            </a:r>
          </a:p>
        </p:txBody>
      </p:sp>
    </p:spTree>
    <p:extLst>
      <p:ext uri="{BB962C8B-B14F-4D97-AF65-F5344CB8AC3E}">
        <p14:creationId xmlns:p14="http://schemas.microsoft.com/office/powerpoint/2010/main" val="30105033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92DAD0-8798-F5F4-F6E6-6591AC822D9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1D68570-52D2-5EF9-AF51-F6E161F1DC69}"/>
              </a:ext>
            </a:extLst>
          </p:cNvPr>
          <p:cNvSpPr txBox="1"/>
          <p:nvPr/>
        </p:nvSpPr>
        <p:spPr>
          <a:xfrm>
            <a:off x="1037492" y="828208"/>
            <a:ext cx="6098344" cy="400110"/>
          </a:xfrm>
          <a:prstGeom prst="rect">
            <a:avLst/>
          </a:prstGeom>
          <a:noFill/>
        </p:spPr>
        <p:txBody>
          <a:bodyPr wrap="square">
            <a:spAutoFit/>
          </a:bodyPr>
          <a:lstStyle/>
          <a:p>
            <a:r>
              <a:rPr lang="en-US" sz="2000" b="1" dirty="0"/>
              <a:t>Boundary Value (Eigenvalue) Problem</a:t>
            </a:r>
          </a:p>
        </p:txBody>
      </p:sp>
      <p:pic>
        <p:nvPicPr>
          <p:cNvPr id="4" name="Picture 3">
            <a:extLst>
              <a:ext uri="{FF2B5EF4-FFF2-40B4-BE49-F238E27FC236}">
                <a16:creationId xmlns:a16="http://schemas.microsoft.com/office/drawing/2014/main" id="{E93F0838-59F5-4612-9B93-495F9572A70F}"/>
              </a:ext>
            </a:extLst>
          </p:cNvPr>
          <p:cNvPicPr>
            <a:picLocks noChangeAspect="1"/>
          </p:cNvPicPr>
          <p:nvPr/>
        </p:nvPicPr>
        <p:blipFill>
          <a:blip r:embed="rId2"/>
          <a:stretch>
            <a:fillRect/>
          </a:stretch>
        </p:blipFill>
        <p:spPr>
          <a:xfrm>
            <a:off x="5646323" y="463452"/>
            <a:ext cx="1968500" cy="1879600"/>
          </a:xfrm>
          <a:prstGeom prst="rect">
            <a:avLst/>
          </a:prstGeom>
        </p:spPr>
      </p:pic>
      <p:pic>
        <p:nvPicPr>
          <p:cNvPr id="6" name="Picture 5">
            <a:extLst>
              <a:ext uri="{FF2B5EF4-FFF2-40B4-BE49-F238E27FC236}">
                <a16:creationId xmlns:a16="http://schemas.microsoft.com/office/drawing/2014/main" id="{29556E54-CDE6-7021-6034-E7656ACC2811}"/>
              </a:ext>
            </a:extLst>
          </p:cNvPr>
          <p:cNvPicPr>
            <a:picLocks noChangeAspect="1"/>
          </p:cNvPicPr>
          <p:nvPr/>
        </p:nvPicPr>
        <p:blipFill>
          <a:blip r:embed="rId3"/>
          <a:stretch>
            <a:fillRect/>
          </a:stretch>
        </p:blipFill>
        <p:spPr>
          <a:xfrm>
            <a:off x="1037492" y="2343052"/>
            <a:ext cx="7772400" cy="4171950"/>
          </a:xfrm>
          <a:prstGeom prst="rect">
            <a:avLst/>
          </a:prstGeom>
        </p:spPr>
      </p:pic>
      <p:pic>
        <p:nvPicPr>
          <p:cNvPr id="7" name="Picture 6">
            <a:extLst>
              <a:ext uri="{FF2B5EF4-FFF2-40B4-BE49-F238E27FC236}">
                <a16:creationId xmlns:a16="http://schemas.microsoft.com/office/drawing/2014/main" id="{34C3691C-BE52-4959-DA73-1129C44E46B3}"/>
              </a:ext>
            </a:extLst>
          </p:cNvPr>
          <p:cNvPicPr>
            <a:picLocks noChangeAspect="1"/>
          </p:cNvPicPr>
          <p:nvPr/>
        </p:nvPicPr>
        <p:blipFill>
          <a:blip r:embed="rId4"/>
          <a:stretch>
            <a:fillRect/>
          </a:stretch>
        </p:blipFill>
        <p:spPr>
          <a:xfrm>
            <a:off x="773918" y="2082702"/>
            <a:ext cx="4065368" cy="520700"/>
          </a:xfrm>
          <a:prstGeom prst="rect">
            <a:avLst/>
          </a:prstGeom>
        </p:spPr>
      </p:pic>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967A165A-8B36-AEF7-E7D2-0372AFD8E8B2}"/>
                  </a:ext>
                </a:extLst>
              </p14:cNvPr>
              <p14:cNvContentPartPr/>
              <p14:nvPr/>
            </p14:nvContentPartPr>
            <p14:xfrm>
              <a:off x="1867680" y="3027600"/>
              <a:ext cx="6851880" cy="182520"/>
            </p14:xfrm>
          </p:contentPart>
        </mc:Choice>
        <mc:Fallback xmlns="">
          <p:pic>
            <p:nvPicPr>
              <p:cNvPr id="8" name="Ink 7">
                <a:extLst>
                  <a:ext uri="{FF2B5EF4-FFF2-40B4-BE49-F238E27FC236}">
                    <a16:creationId xmlns:a16="http://schemas.microsoft.com/office/drawing/2014/main" id="{967A165A-8B36-AEF7-E7D2-0372AFD8E8B2}"/>
                  </a:ext>
                </a:extLst>
              </p:cNvPr>
              <p:cNvPicPr/>
              <p:nvPr/>
            </p:nvPicPr>
            <p:blipFill>
              <a:blip r:embed="rId6"/>
              <a:stretch>
                <a:fillRect/>
              </a:stretch>
            </p:blipFill>
            <p:spPr>
              <a:xfrm>
                <a:off x="1813680" y="2919600"/>
                <a:ext cx="6959520" cy="3981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9" name="Ink 8">
                <a:extLst>
                  <a:ext uri="{FF2B5EF4-FFF2-40B4-BE49-F238E27FC236}">
                    <a16:creationId xmlns:a16="http://schemas.microsoft.com/office/drawing/2014/main" id="{05D1C6AC-BD08-F972-3916-221EF100E061}"/>
                  </a:ext>
                </a:extLst>
              </p14:cNvPr>
              <p14:cNvContentPartPr/>
              <p14:nvPr/>
            </p14:nvContentPartPr>
            <p14:xfrm>
              <a:off x="1173960" y="3420360"/>
              <a:ext cx="923760" cy="59400"/>
            </p14:xfrm>
          </p:contentPart>
        </mc:Choice>
        <mc:Fallback xmlns="">
          <p:pic>
            <p:nvPicPr>
              <p:cNvPr id="9" name="Ink 8">
                <a:extLst>
                  <a:ext uri="{FF2B5EF4-FFF2-40B4-BE49-F238E27FC236}">
                    <a16:creationId xmlns:a16="http://schemas.microsoft.com/office/drawing/2014/main" id="{05D1C6AC-BD08-F972-3916-221EF100E061}"/>
                  </a:ext>
                </a:extLst>
              </p:cNvPr>
              <p:cNvPicPr/>
              <p:nvPr/>
            </p:nvPicPr>
            <p:blipFill>
              <a:blip r:embed="rId8"/>
              <a:stretch>
                <a:fillRect/>
              </a:stretch>
            </p:blipFill>
            <p:spPr>
              <a:xfrm>
                <a:off x="1119960" y="3312720"/>
                <a:ext cx="1031400" cy="2750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0" name="Ink 9">
                <a:extLst>
                  <a:ext uri="{FF2B5EF4-FFF2-40B4-BE49-F238E27FC236}">
                    <a16:creationId xmlns:a16="http://schemas.microsoft.com/office/drawing/2014/main" id="{AA5BA26C-9639-734E-D63E-BFF3FEDB137B}"/>
                  </a:ext>
                </a:extLst>
              </p14:cNvPr>
              <p14:cNvContentPartPr/>
              <p14:nvPr/>
            </p14:nvContentPartPr>
            <p14:xfrm>
              <a:off x="4262760" y="3490920"/>
              <a:ext cx="660600" cy="13320"/>
            </p14:xfrm>
          </p:contentPart>
        </mc:Choice>
        <mc:Fallback xmlns="">
          <p:pic>
            <p:nvPicPr>
              <p:cNvPr id="10" name="Ink 9">
                <a:extLst>
                  <a:ext uri="{FF2B5EF4-FFF2-40B4-BE49-F238E27FC236}">
                    <a16:creationId xmlns:a16="http://schemas.microsoft.com/office/drawing/2014/main" id="{AA5BA26C-9639-734E-D63E-BFF3FEDB137B}"/>
                  </a:ext>
                </a:extLst>
              </p:cNvPr>
              <p:cNvPicPr/>
              <p:nvPr/>
            </p:nvPicPr>
            <p:blipFill>
              <a:blip r:embed="rId10"/>
              <a:stretch>
                <a:fillRect/>
              </a:stretch>
            </p:blipFill>
            <p:spPr>
              <a:xfrm>
                <a:off x="4209120" y="3382920"/>
                <a:ext cx="768240" cy="2289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1" name="Ink 10">
                <a:extLst>
                  <a:ext uri="{FF2B5EF4-FFF2-40B4-BE49-F238E27FC236}">
                    <a16:creationId xmlns:a16="http://schemas.microsoft.com/office/drawing/2014/main" id="{8E61D253-DD81-DD03-E391-9867EAAE9F52}"/>
                  </a:ext>
                </a:extLst>
              </p14:cNvPr>
              <p14:cNvContentPartPr/>
              <p14:nvPr/>
            </p14:nvContentPartPr>
            <p14:xfrm>
              <a:off x="1783800" y="4120200"/>
              <a:ext cx="1010160" cy="21600"/>
            </p14:xfrm>
          </p:contentPart>
        </mc:Choice>
        <mc:Fallback xmlns="">
          <p:pic>
            <p:nvPicPr>
              <p:cNvPr id="11" name="Ink 10">
                <a:extLst>
                  <a:ext uri="{FF2B5EF4-FFF2-40B4-BE49-F238E27FC236}">
                    <a16:creationId xmlns:a16="http://schemas.microsoft.com/office/drawing/2014/main" id="{8E61D253-DD81-DD03-E391-9867EAAE9F52}"/>
                  </a:ext>
                </a:extLst>
              </p:cNvPr>
              <p:cNvPicPr/>
              <p:nvPr/>
            </p:nvPicPr>
            <p:blipFill>
              <a:blip r:embed="rId12"/>
              <a:stretch>
                <a:fillRect/>
              </a:stretch>
            </p:blipFill>
            <p:spPr>
              <a:xfrm>
                <a:off x="1730160" y="4012560"/>
                <a:ext cx="1117800" cy="2372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2" name="Ink 11">
                <a:extLst>
                  <a:ext uri="{FF2B5EF4-FFF2-40B4-BE49-F238E27FC236}">
                    <a16:creationId xmlns:a16="http://schemas.microsoft.com/office/drawing/2014/main" id="{366320BB-48FE-0CCF-ED3C-01F53A18E4AC}"/>
                  </a:ext>
                </a:extLst>
              </p14:cNvPr>
              <p14:cNvContentPartPr/>
              <p14:nvPr/>
            </p14:nvContentPartPr>
            <p14:xfrm>
              <a:off x="5958000" y="5363640"/>
              <a:ext cx="1314360" cy="44640"/>
            </p14:xfrm>
          </p:contentPart>
        </mc:Choice>
        <mc:Fallback xmlns="">
          <p:pic>
            <p:nvPicPr>
              <p:cNvPr id="12" name="Ink 11">
                <a:extLst>
                  <a:ext uri="{FF2B5EF4-FFF2-40B4-BE49-F238E27FC236}">
                    <a16:creationId xmlns:a16="http://schemas.microsoft.com/office/drawing/2014/main" id="{366320BB-48FE-0CCF-ED3C-01F53A18E4AC}"/>
                  </a:ext>
                </a:extLst>
              </p:cNvPr>
              <p:cNvPicPr/>
              <p:nvPr/>
            </p:nvPicPr>
            <p:blipFill>
              <a:blip r:embed="rId14"/>
              <a:stretch>
                <a:fillRect/>
              </a:stretch>
            </p:blipFill>
            <p:spPr>
              <a:xfrm>
                <a:off x="5904360" y="5255640"/>
                <a:ext cx="1422000" cy="2602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3" name="Ink 12">
                <a:extLst>
                  <a:ext uri="{FF2B5EF4-FFF2-40B4-BE49-F238E27FC236}">
                    <a16:creationId xmlns:a16="http://schemas.microsoft.com/office/drawing/2014/main" id="{8B3FDB19-EE8D-7E6F-4518-7DB7DC7E98BC}"/>
                  </a:ext>
                </a:extLst>
              </p14:cNvPr>
              <p14:cNvContentPartPr/>
              <p14:nvPr/>
            </p14:nvContentPartPr>
            <p14:xfrm>
              <a:off x="2835360" y="5738040"/>
              <a:ext cx="3469680" cy="69480"/>
            </p14:xfrm>
          </p:contentPart>
        </mc:Choice>
        <mc:Fallback xmlns="">
          <p:pic>
            <p:nvPicPr>
              <p:cNvPr id="13" name="Ink 12">
                <a:extLst>
                  <a:ext uri="{FF2B5EF4-FFF2-40B4-BE49-F238E27FC236}">
                    <a16:creationId xmlns:a16="http://schemas.microsoft.com/office/drawing/2014/main" id="{8B3FDB19-EE8D-7E6F-4518-7DB7DC7E98BC}"/>
                  </a:ext>
                </a:extLst>
              </p:cNvPr>
              <p:cNvPicPr/>
              <p:nvPr/>
            </p:nvPicPr>
            <p:blipFill>
              <a:blip r:embed="rId16"/>
              <a:stretch>
                <a:fillRect/>
              </a:stretch>
            </p:blipFill>
            <p:spPr>
              <a:xfrm>
                <a:off x="2781360" y="5630400"/>
                <a:ext cx="3577320" cy="2851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4" name="Ink 13">
                <a:extLst>
                  <a:ext uri="{FF2B5EF4-FFF2-40B4-BE49-F238E27FC236}">
                    <a16:creationId xmlns:a16="http://schemas.microsoft.com/office/drawing/2014/main" id="{ABA3ABC9-BC2B-BE3A-D316-7C3722280563}"/>
                  </a:ext>
                </a:extLst>
              </p14:cNvPr>
              <p14:cNvContentPartPr/>
              <p14:nvPr/>
            </p14:nvContentPartPr>
            <p14:xfrm>
              <a:off x="6502680" y="6123600"/>
              <a:ext cx="1011600" cy="8280"/>
            </p14:xfrm>
          </p:contentPart>
        </mc:Choice>
        <mc:Fallback xmlns="">
          <p:pic>
            <p:nvPicPr>
              <p:cNvPr id="14" name="Ink 13">
                <a:extLst>
                  <a:ext uri="{FF2B5EF4-FFF2-40B4-BE49-F238E27FC236}">
                    <a16:creationId xmlns:a16="http://schemas.microsoft.com/office/drawing/2014/main" id="{ABA3ABC9-BC2B-BE3A-D316-7C3722280563}"/>
                  </a:ext>
                </a:extLst>
              </p:cNvPr>
              <p:cNvPicPr/>
              <p:nvPr/>
            </p:nvPicPr>
            <p:blipFill>
              <a:blip r:embed="rId18"/>
              <a:stretch>
                <a:fillRect/>
              </a:stretch>
            </p:blipFill>
            <p:spPr>
              <a:xfrm>
                <a:off x="6448680" y="6015960"/>
                <a:ext cx="1119240" cy="223920"/>
              </a:xfrm>
              <a:prstGeom prst="rect">
                <a:avLst/>
              </a:prstGeom>
            </p:spPr>
          </p:pic>
        </mc:Fallback>
      </mc:AlternateContent>
    </p:spTree>
    <p:extLst>
      <p:ext uri="{BB962C8B-B14F-4D97-AF65-F5344CB8AC3E}">
        <p14:creationId xmlns:p14="http://schemas.microsoft.com/office/powerpoint/2010/main" val="31225495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768B0-5422-E199-872F-38E57EAC1EFB}"/>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A59C3803-1B88-84FF-AF5D-977418A7B209}"/>
              </a:ext>
            </a:extLst>
          </p:cNvPr>
          <p:cNvPicPr>
            <a:picLocks noChangeAspect="1"/>
          </p:cNvPicPr>
          <p:nvPr/>
        </p:nvPicPr>
        <p:blipFill>
          <a:blip r:embed="rId2"/>
          <a:stretch>
            <a:fillRect/>
          </a:stretch>
        </p:blipFill>
        <p:spPr>
          <a:xfrm>
            <a:off x="922020" y="1176704"/>
            <a:ext cx="4813300" cy="558800"/>
          </a:xfrm>
          <a:prstGeom prst="rect">
            <a:avLst/>
          </a:prstGeom>
        </p:spPr>
      </p:pic>
      <p:pic>
        <p:nvPicPr>
          <p:cNvPr id="3" name="Picture 2">
            <a:extLst>
              <a:ext uri="{FF2B5EF4-FFF2-40B4-BE49-F238E27FC236}">
                <a16:creationId xmlns:a16="http://schemas.microsoft.com/office/drawing/2014/main" id="{84275ECB-8F3A-1934-3491-D7BE497EC9E7}"/>
              </a:ext>
            </a:extLst>
          </p:cNvPr>
          <p:cNvPicPr>
            <a:picLocks noChangeAspect="1"/>
          </p:cNvPicPr>
          <p:nvPr/>
        </p:nvPicPr>
        <p:blipFill>
          <a:blip r:embed="rId3"/>
          <a:stretch>
            <a:fillRect/>
          </a:stretch>
        </p:blipFill>
        <p:spPr>
          <a:xfrm>
            <a:off x="909320" y="552450"/>
            <a:ext cx="4826000" cy="571500"/>
          </a:xfrm>
          <a:prstGeom prst="rect">
            <a:avLst/>
          </a:prstGeom>
        </p:spPr>
      </p:pic>
      <p:pic>
        <p:nvPicPr>
          <p:cNvPr id="4" name="Picture 3">
            <a:extLst>
              <a:ext uri="{FF2B5EF4-FFF2-40B4-BE49-F238E27FC236}">
                <a16:creationId xmlns:a16="http://schemas.microsoft.com/office/drawing/2014/main" id="{C7D53EC8-BC23-C1E5-7590-B3D7A66A086C}"/>
              </a:ext>
            </a:extLst>
          </p:cNvPr>
          <p:cNvPicPr>
            <a:picLocks noChangeAspect="1"/>
          </p:cNvPicPr>
          <p:nvPr/>
        </p:nvPicPr>
        <p:blipFill>
          <a:blip r:embed="rId4"/>
          <a:stretch>
            <a:fillRect/>
          </a:stretch>
        </p:blipFill>
        <p:spPr>
          <a:xfrm>
            <a:off x="1062208" y="1927958"/>
            <a:ext cx="2527300" cy="469900"/>
          </a:xfrm>
          <a:prstGeom prst="rect">
            <a:avLst/>
          </a:prstGeom>
        </p:spPr>
      </p:pic>
      <p:pic>
        <p:nvPicPr>
          <p:cNvPr id="5" name="Picture 4">
            <a:extLst>
              <a:ext uri="{FF2B5EF4-FFF2-40B4-BE49-F238E27FC236}">
                <a16:creationId xmlns:a16="http://schemas.microsoft.com/office/drawing/2014/main" id="{416EBED7-B040-B371-7C77-77C69A3C1025}"/>
              </a:ext>
            </a:extLst>
          </p:cNvPr>
          <p:cNvPicPr>
            <a:picLocks noChangeAspect="1"/>
          </p:cNvPicPr>
          <p:nvPr/>
        </p:nvPicPr>
        <p:blipFill>
          <a:blip r:embed="rId5"/>
          <a:stretch>
            <a:fillRect/>
          </a:stretch>
        </p:blipFill>
        <p:spPr>
          <a:xfrm>
            <a:off x="3589508" y="1788258"/>
            <a:ext cx="3543300" cy="889000"/>
          </a:xfrm>
          <a:prstGeom prst="rect">
            <a:avLst/>
          </a:prstGeom>
        </p:spPr>
      </p:pic>
      <p:pic>
        <p:nvPicPr>
          <p:cNvPr id="6" name="Picture 5">
            <a:extLst>
              <a:ext uri="{FF2B5EF4-FFF2-40B4-BE49-F238E27FC236}">
                <a16:creationId xmlns:a16="http://schemas.microsoft.com/office/drawing/2014/main" id="{30DA237A-DE62-A98E-63F1-073DCACEDD5C}"/>
              </a:ext>
            </a:extLst>
          </p:cNvPr>
          <p:cNvPicPr>
            <a:picLocks noChangeAspect="1"/>
          </p:cNvPicPr>
          <p:nvPr/>
        </p:nvPicPr>
        <p:blipFill>
          <a:blip r:embed="rId6"/>
          <a:stretch>
            <a:fillRect/>
          </a:stretch>
        </p:blipFill>
        <p:spPr>
          <a:xfrm>
            <a:off x="922020" y="2795466"/>
            <a:ext cx="7188200" cy="546100"/>
          </a:xfrm>
          <a:prstGeom prst="rect">
            <a:avLst/>
          </a:prstGeom>
        </p:spPr>
      </p:pic>
      <p:pic>
        <p:nvPicPr>
          <p:cNvPr id="7" name="Picture 6">
            <a:extLst>
              <a:ext uri="{FF2B5EF4-FFF2-40B4-BE49-F238E27FC236}">
                <a16:creationId xmlns:a16="http://schemas.microsoft.com/office/drawing/2014/main" id="{34DE86AC-AEE8-1459-AC3D-C7E3EB4F8D2B}"/>
              </a:ext>
            </a:extLst>
          </p:cNvPr>
          <p:cNvPicPr>
            <a:picLocks noChangeAspect="1"/>
          </p:cNvPicPr>
          <p:nvPr/>
        </p:nvPicPr>
        <p:blipFill>
          <a:blip r:embed="rId7"/>
          <a:stretch>
            <a:fillRect/>
          </a:stretch>
        </p:blipFill>
        <p:spPr>
          <a:xfrm>
            <a:off x="3627608" y="3309914"/>
            <a:ext cx="3505200" cy="749300"/>
          </a:xfrm>
          <a:prstGeom prst="rect">
            <a:avLst/>
          </a:prstGeom>
        </p:spPr>
      </p:pic>
      <p:pic>
        <p:nvPicPr>
          <p:cNvPr id="8" name="Picture 7">
            <a:extLst>
              <a:ext uri="{FF2B5EF4-FFF2-40B4-BE49-F238E27FC236}">
                <a16:creationId xmlns:a16="http://schemas.microsoft.com/office/drawing/2014/main" id="{73EEAC52-F192-F6C5-2803-628CAA3EC71F}"/>
              </a:ext>
            </a:extLst>
          </p:cNvPr>
          <p:cNvPicPr>
            <a:picLocks noChangeAspect="1"/>
          </p:cNvPicPr>
          <p:nvPr/>
        </p:nvPicPr>
        <p:blipFill>
          <a:blip r:embed="rId8"/>
          <a:stretch>
            <a:fillRect/>
          </a:stretch>
        </p:blipFill>
        <p:spPr>
          <a:xfrm>
            <a:off x="1062208" y="4001730"/>
            <a:ext cx="8845494" cy="1301789"/>
          </a:xfrm>
          <a:prstGeom prst="rect">
            <a:avLst/>
          </a:prstGeom>
        </p:spPr>
      </p:pic>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12E86769-A53F-0DBD-2E24-717E95452AF4}"/>
                  </a:ext>
                </a:extLst>
              </p14:cNvPr>
              <p14:cNvContentPartPr/>
              <p14:nvPr/>
            </p14:nvContentPartPr>
            <p14:xfrm>
              <a:off x="1868040" y="4358160"/>
              <a:ext cx="1581120" cy="36720"/>
            </p14:xfrm>
          </p:contentPart>
        </mc:Choice>
        <mc:Fallback xmlns="">
          <p:pic>
            <p:nvPicPr>
              <p:cNvPr id="9" name="Ink 8">
                <a:extLst>
                  <a:ext uri="{FF2B5EF4-FFF2-40B4-BE49-F238E27FC236}">
                    <a16:creationId xmlns:a16="http://schemas.microsoft.com/office/drawing/2014/main" id="{12E86769-A53F-0DBD-2E24-717E95452AF4}"/>
                  </a:ext>
                </a:extLst>
              </p:cNvPr>
              <p:cNvPicPr/>
              <p:nvPr/>
            </p:nvPicPr>
            <p:blipFill>
              <a:blip r:embed="rId10"/>
              <a:stretch>
                <a:fillRect/>
              </a:stretch>
            </p:blipFill>
            <p:spPr>
              <a:xfrm>
                <a:off x="1814400" y="4250520"/>
                <a:ext cx="1688760" cy="2523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0" name="Ink 9">
                <a:extLst>
                  <a:ext uri="{FF2B5EF4-FFF2-40B4-BE49-F238E27FC236}">
                    <a16:creationId xmlns:a16="http://schemas.microsoft.com/office/drawing/2014/main" id="{8A229697-B3FE-6060-22AF-499AD1729692}"/>
                  </a:ext>
                </a:extLst>
              </p14:cNvPr>
              <p14:cNvContentPartPr/>
              <p14:nvPr/>
            </p14:nvContentPartPr>
            <p14:xfrm>
              <a:off x="6154560" y="4787640"/>
              <a:ext cx="3564720" cy="34920"/>
            </p14:xfrm>
          </p:contentPart>
        </mc:Choice>
        <mc:Fallback xmlns="">
          <p:pic>
            <p:nvPicPr>
              <p:cNvPr id="10" name="Ink 9">
                <a:extLst>
                  <a:ext uri="{FF2B5EF4-FFF2-40B4-BE49-F238E27FC236}">
                    <a16:creationId xmlns:a16="http://schemas.microsoft.com/office/drawing/2014/main" id="{8A229697-B3FE-6060-22AF-499AD1729692}"/>
                  </a:ext>
                </a:extLst>
              </p:cNvPr>
              <p:cNvPicPr/>
              <p:nvPr/>
            </p:nvPicPr>
            <p:blipFill>
              <a:blip r:embed="rId12"/>
              <a:stretch>
                <a:fillRect/>
              </a:stretch>
            </p:blipFill>
            <p:spPr>
              <a:xfrm>
                <a:off x="6100560" y="4680000"/>
                <a:ext cx="3672360" cy="2505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1" name="Ink 10">
                <a:extLst>
                  <a:ext uri="{FF2B5EF4-FFF2-40B4-BE49-F238E27FC236}">
                    <a16:creationId xmlns:a16="http://schemas.microsoft.com/office/drawing/2014/main" id="{ED411D02-A2D0-6D36-1B11-A6AB7C9B233D}"/>
                  </a:ext>
                </a:extLst>
              </p14:cNvPr>
              <p14:cNvContentPartPr/>
              <p14:nvPr/>
            </p14:nvContentPartPr>
            <p14:xfrm>
              <a:off x="1278360" y="5164200"/>
              <a:ext cx="3106440" cy="66240"/>
            </p14:xfrm>
          </p:contentPart>
        </mc:Choice>
        <mc:Fallback xmlns="">
          <p:pic>
            <p:nvPicPr>
              <p:cNvPr id="11" name="Ink 10">
                <a:extLst>
                  <a:ext uri="{FF2B5EF4-FFF2-40B4-BE49-F238E27FC236}">
                    <a16:creationId xmlns:a16="http://schemas.microsoft.com/office/drawing/2014/main" id="{ED411D02-A2D0-6D36-1B11-A6AB7C9B233D}"/>
                  </a:ext>
                </a:extLst>
              </p:cNvPr>
              <p:cNvPicPr/>
              <p:nvPr/>
            </p:nvPicPr>
            <p:blipFill>
              <a:blip r:embed="rId14"/>
              <a:stretch>
                <a:fillRect/>
              </a:stretch>
            </p:blipFill>
            <p:spPr>
              <a:xfrm>
                <a:off x="1224360" y="5056200"/>
                <a:ext cx="3214080" cy="281880"/>
              </a:xfrm>
              <a:prstGeom prst="rect">
                <a:avLst/>
              </a:prstGeom>
            </p:spPr>
          </p:pic>
        </mc:Fallback>
      </mc:AlternateContent>
      <p:sp>
        <p:nvSpPr>
          <p:cNvPr id="12" name="TextBox 11">
            <a:extLst>
              <a:ext uri="{FF2B5EF4-FFF2-40B4-BE49-F238E27FC236}">
                <a16:creationId xmlns:a16="http://schemas.microsoft.com/office/drawing/2014/main" id="{4F9B199A-60A9-E85E-B3F2-1DC3B776B9BE}"/>
              </a:ext>
            </a:extLst>
          </p:cNvPr>
          <p:cNvSpPr txBox="1"/>
          <p:nvPr/>
        </p:nvSpPr>
        <p:spPr>
          <a:xfrm>
            <a:off x="8110220" y="2080819"/>
            <a:ext cx="300082" cy="369332"/>
          </a:xfrm>
          <a:prstGeom prst="rect">
            <a:avLst/>
          </a:prstGeom>
          <a:noFill/>
        </p:spPr>
        <p:txBody>
          <a:bodyPr wrap="none" rtlCol="0">
            <a:spAutoFit/>
          </a:bodyPr>
          <a:lstStyle/>
          <a:p>
            <a:r>
              <a:rPr lang="en-US" dirty="0"/>
              <a:t>?</a:t>
            </a:r>
          </a:p>
        </p:txBody>
      </p:sp>
      <p:sp>
        <p:nvSpPr>
          <p:cNvPr id="13" name="TextBox 12">
            <a:extLst>
              <a:ext uri="{FF2B5EF4-FFF2-40B4-BE49-F238E27FC236}">
                <a16:creationId xmlns:a16="http://schemas.microsoft.com/office/drawing/2014/main" id="{68471979-2EBE-D3CB-41BB-4F077CA156E2}"/>
              </a:ext>
            </a:extLst>
          </p:cNvPr>
          <p:cNvSpPr txBox="1"/>
          <p:nvPr/>
        </p:nvSpPr>
        <p:spPr>
          <a:xfrm>
            <a:off x="8070132" y="3536086"/>
            <a:ext cx="300082" cy="369332"/>
          </a:xfrm>
          <a:prstGeom prst="rect">
            <a:avLst/>
          </a:prstGeom>
          <a:noFill/>
        </p:spPr>
        <p:txBody>
          <a:bodyPr wrap="none" rtlCol="0">
            <a:spAutoFit/>
          </a:bodyPr>
          <a:lstStyle/>
          <a:p>
            <a:r>
              <a:rPr lang="en-US" dirty="0"/>
              <a:t>?</a:t>
            </a:r>
          </a:p>
        </p:txBody>
      </p:sp>
    </p:spTree>
    <p:extLst>
      <p:ext uri="{BB962C8B-B14F-4D97-AF65-F5344CB8AC3E}">
        <p14:creationId xmlns:p14="http://schemas.microsoft.com/office/powerpoint/2010/main" val="16073245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8EFC3-C891-8422-AF19-8E14BC5CD545}"/>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7BA01DA0-0F24-BF4E-3290-50181D21CD18}"/>
              </a:ext>
            </a:extLst>
          </p:cNvPr>
          <p:cNvPicPr>
            <a:picLocks noChangeAspect="1"/>
          </p:cNvPicPr>
          <p:nvPr/>
        </p:nvPicPr>
        <p:blipFill>
          <a:blip r:embed="rId2"/>
          <a:stretch>
            <a:fillRect/>
          </a:stretch>
        </p:blipFill>
        <p:spPr>
          <a:xfrm>
            <a:off x="1042182" y="839853"/>
            <a:ext cx="7772400" cy="451548"/>
          </a:xfrm>
          <a:prstGeom prst="rect">
            <a:avLst/>
          </a:prstGeom>
        </p:spPr>
      </p:pic>
      <p:pic>
        <p:nvPicPr>
          <p:cNvPr id="3" name="Picture 2">
            <a:extLst>
              <a:ext uri="{FF2B5EF4-FFF2-40B4-BE49-F238E27FC236}">
                <a16:creationId xmlns:a16="http://schemas.microsoft.com/office/drawing/2014/main" id="{168E5DEF-5C73-3948-1F14-BD32786D9DED}"/>
              </a:ext>
            </a:extLst>
          </p:cNvPr>
          <p:cNvPicPr>
            <a:picLocks noChangeAspect="1"/>
          </p:cNvPicPr>
          <p:nvPr/>
        </p:nvPicPr>
        <p:blipFill>
          <a:blip r:embed="rId3"/>
          <a:stretch>
            <a:fillRect/>
          </a:stretch>
        </p:blipFill>
        <p:spPr>
          <a:xfrm>
            <a:off x="2872447" y="1681089"/>
            <a:ext cx="4533900" cy="457200"/>
          </a:xfrm>
          <a:prstGeom prst="rect">
            <a:avLst/>
          </a:prstGeom>
        </p:spPr>
      </p:pic>
      <p:pic>
        <p:nvPicPr>
          <p:cNvPr id="4" name="Picture 3">
            <a:extLst>
              <a:ext uri="{FF2B5EF4-FFF2-40B4-BE49-F238E27FC236}">
                <a16:creationId xmlns:a16="http://schemas.microsoft.com/office/drawing/2014/main" id="{9BF90018-15E6-3DA4-1DD9-A0E37BF292BA}"/>
              </a:ext>
            </a:extLst>
          </p:cNvPr>
          <p:cNvPicPr>
            <a:picLocks noChangeAspect="1"/>
          </p:cNvPicPr>
          <p:nvPr/>
        </p:nvPicPr>
        <p:blipFill>
          <a:blip r:embed="rId4"/>
          <a:stretch>
            <a:fillRect/>
          </a:stretch>
        </p:blipFill>
        <p:spPr>
          <a:xfrm>
            <a:off x="1063674" y="2527977"/>
            <a:ext cx="3911600" cy="647700"/>
          </a:xfrm>
          <a:prstGeom prst="rect">
            <a:avLst/>
          </a:prstGeom>
        </p:spPr>
      </p:pic>
      <p:pic>
        <p:nvPicPr>
          <p:cNvPr id="5" name="Picture 4">
            <a:extLst>
              <a:ext uri="{FF2B5EF4-FFF2-40B4-BE49-F238E27FC236}">
                <a16:creationId xmlns:a16="http://schemas.microsoft.com/office/drawing/2014/main" id="{CBA4884E-DA96-307A-258D-94FD7389F40A}"/>
              </a:ext>
            </a:extLst>
          </p:cNvPr>
          <p:cNvPicPr>
            <a:picLocks noChangeAspect="1"/>
          </p:cNvPicPr>
          <p:nvPr/>
        </p:nvPicPr>
        <p:blipFill>
          <a:blip r:embed="rId5"/>
          <a:stretch>
            <a:fillRect/>
          </a:stretch>
        </p:blipFill>
        <p:spPr>
          <a:xfrm>
            <a:off x="2848024" y="3349465"/>
            <a:ext cx="4254500" cy="431800"/>
          </a:xfrm>
          <a:prstGeom prst="rect">
            <a:avLst/>
          </a:prstGeom>
        </p:spPr>
      </p:pic>
    </p:spTree>
    <p:extLst>
      <p:ext uri="{BB962C8B-B14F-4D97-AF65-F5344CB8AC3E}">
        <p14:creationId xmlns:p14="http://schemas.microsoft.com/office/powerpoint/2010/main" val="336904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6CFFCE-27DE-515D-1864-82A0521C3B62}"/>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B859AD94-6775-1CDE-8398-117B1CED7814}"/>
              </a:ext>
            </a:extLst>
          </p:cNvPr>
          <p:cNvPicPr>
            <a:picLocks noChangeAspect="1"/>
          </p:cNvPicPr>
          <p:nvPr/>
        </p:nvPicPr>
        <p:blipFill>
          <a:blip r:embed="rId2"/>
          <a:stretch>
            <a:fillRect/>
          </a:stretch>
        </p:blipFill>
        <p:spPr>
          <a:xfrm>
            <a:off x="909222" y="618783"/>
            <a:ext cx="4127500" cy="584200"/>
          </a:xfrm>
          <a:prstGeom prst="rect">
            <a:avLst/>
          </a:prstGeom>
        </p:spPr>
      </p:pic>
      <p:pic>
        <p:nvPicPr>
          <p:cNvPr id="3" name="Picture 2">
            <a:extLst>
              <a:ext uri="{FF2B5EF4-FFF2-40B4-BE49-F238E27FC236}">
                <a16:creationId xmlns:a16="http://schemas.microsoft.com/office/drawing/2014/main" id="{2B576E01-91A2-5396-F285-FE51E0EB4E8B}"/>
              </a:ext>
            </a:extLst>
          </p:cNvPr>
          <p:cNvPicPr>
            <a:picLocks noChangeAspect="1"/>
          </p:cNvPicPr>
          <p:nvPr/>
        </p:nvPicPr>
        <p:blipFill>
          <a:blip r:embed="rId3"/>
          <a:stretch>
            <a:fillRect/>
          </a:stretch>
        </p:blipFill>
        <p:spPr>
          <a:xfrm>
            <a:off x="2801034" y="1432267"/>
            <a:ext cx="2032000" cy="1714500"/>
          </a:xfrm>
          <a:prstGeom prst="rect">
            <a:avLst/>
          </a:prstGeom>
        </p:spPr>
      </p:pic>
      <p:pic>
        <p:nvPicPr>
          <p:cNvPr id="4" name="Picture 3">
            <a:extLst>
              <a:ext uri="{FF2B5EF4-FFF2-40B4-BE49-F238E27FC236}">
                <a16:creationId xmlns:a16="http://schemas.microsoft.com/office/drawing/2014/main" id="{DF36D338-ABF1-D661-E324-DFF6A1388850}"/>
              </a:ext>
            </a:extLst>
          </p:cNvPr>
          <p:cNvPicPr>
            <a:picLocks noChangeAspect="1"/>
          </p:cNvPicPr>
          <p:nvPr/>
        </p:nvPicPr>
        <p:blipFill>
          <a:blip r:embed="rId4"/>
          <a:stretch>
            <a:fillRect/>
          </a:stretch>
        </p:blipFill>
        <p:spPr>
          <a:xfrm>
            <a:off x="1150522" y="3146767"/>
            <a:ext cx="9492992" cy="946931"/>
          </a:xfrm>
          <a:prstGeom prst="rect">
            <a:avLst/>
          </a:prstGeom>
        </p:spPr>
      </p:pic>
      <p:pic>
        <p:nvPicPr>
          <p:cNvPr id="5" name="Picture 4">
            <a:extLst>
              <a:ext uri="{FF2B5EF4-FFF2-40B4-BE49-F238E27FC236}">
                <a16:creationId xmlns:a16="http://schemas.microsoft.com/office/drawing/2014/main" id="{B94660CA-2091-B550-303A-A7E776DB8559}"/>
              </a:ext>
            </a:extLst>
          </p:cNvPr>
          <p:cNvPicPr>
            <a:picLocks noChangeAspect="1"/>
          </p:cNvPicPr>
          <p:nvPr/>
        </p:nvPicPr>
        <p:blipFill>
          <a:blip r:embed="rId5"/>
          <a:stretch>
            <a:fillRect/>
          </a:stretch>
        </p:blipFill>
        <p:spPr>
          <a:xfrm>
            <a:off x="3270934" y="3997667"/>
            <a:ext cx="1562100" cy="863600"/>
          </a:xfrm>
          <a:prstGeom prst="rect">
            <a:avLst/>
          </a:prstGeom>
        </p:spPr>
      </p:pic>
      <p:pic>
        <p:nvPicPr>
          <p:cNvPr id="6" name="Picture 5">
            <a:extLst>
              <a:ext uri="{FF2B5EF4-FFF2-40B4-BE49-F238E27FC236}">
                <a16:creationId xmlns:a16="http://schemas.microsoft.com/office/drawing/2014/main" id="{A50FFFDB-F767-EA76-5D6E-27E8886BD38B}"/>
              </a:ext>
            </a:extLst>
          </p:cNvPr>
          <p:cNvPicPr>
            <a:picLocks noChangeAspect="1"/>
          </p:cNvPicPr>
          <p:nvPr/>
        </p:nvPicPr>
        <p:blipFill>
          <a:blip r:embed="rId6"/>
          <a:stretch>
            <a:fillRect/>
          </a:stretch>
        </p:blipFill>
        <p:spPr>
          <a:xfrm>
            <a:off x="1253196" y="4906882"/>
            <a:ext cx="9313395" cy="621721"/>
          </a:xfrm>
          <a:prstGeom prst="rect">
            <a:avLst/>
          </a:prstGeom>
        </p:spPr>
      </p:pic>
      <p:pic>
        <p:nvPicPr>
          <p:cNvPr id="7" name="Picture 6">
            <a:extLst>
              <a:ext uri="{FF2B5EF4-FFF2-40B4-BE49-F238E27FC236}">
                <a16:creationId xmlns:a16="http://schemas.microsoft.com/office/drawing/2014/main" id="{7A176141-8F41-F21D-A0B7-708603AE04F4}"/>
              </a:ext>
            </a:extLst>
          </p:cNvPr>
          <p:cNvPicPr>
            <a:picLocks noChangeAspect="1"/>
          </p:cNvPicPr>
          <p:nvPr/>
        </p:nvPicPr>
        <p:blipFill>
          <a:blip r:embed="rId7"/>
          <a:stretch>
            <a:fillRect/>
          </a:stretch>
        </p:blipFill>
        <p:spPr>
          <a:xfrm>
            <a:off x="3270934" y="5574218"/>
            <a:ext cx="2044700" cy="863600"/>
          </a:xfrm>
          <a:prstGeom prst="rect">
            <a:avLst/>
          </a:prstGeom>
        </p:spPr>
      </p:pic>
    </p:spTree>
    <p:extLst>
      <p:ext uri="{BB962C8B-B14F-4D97-AF65-F5344CB8AC3E}">
        <p14:creationId xmlns:p14="http://schemas.microsoft.com/office/powerpoint/2010/main" val="42778015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5A47C-75BA-E5F2-CB32-FDA352B9B283}"/>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A7603389-3F52-312D-397B-E80295F075F0}"/>
              </a:ext>
            </a:extLst>
          </p:cNvPr>
          <p:cNvPicPr>
            <a:picLocks noChangeAspect="1"/>
          </p:cNvPicPr>
          <p:nvPr/>
        </p:nvPicPr>
        <p:blipFill>
          <a:blip r:embed="rId2"/>
          <a:stretch>
            <a:fillRect/>
          </a:stretch>
        </p:blipFill>
        <p:spPr>
          <a:xfrm>
            <a:off x="1379806" y="823995"/>
            <a:ext cx="9020160" cy="1736325"/>
          </a:xfrm>
          <a:prstGeom prst="rect">
            <a:avLst/>
          </a:prstGeom>
        </p:spPr>
      </p:pic>
      <p:pic>
        <p:nvPicPr>
          <p:cNvPr id="3" name="Picture 2">
            <a:extLst>
              <a:ext uri="{FF2B5EF4-FFF2-40B4-BE49-F238E27FC236}">
                <a16:creationId xmlns:a16="http://schemas.microsoft.com/office/drawing/2014/main" id="{BDCFB2E8-F2ED-A5FA-87B0-3FC220D530BD}"/>
              </a:ext>
            </a:extLst>
          </p:cNvPr>
          <p:cNvPicPr>
            <a:picLocks noChangeAspect="1"/>
          </p:cNvPicPr>
          <p:nvPr/>
        </p:nvPicPr>
        <p:blipFill>
          <a:blip r:embed="rId3"/>
          <a:stretch>
            <a:fillRect/>
          </a:stretch>
        </p:blipFill>
        <p:spPr>
          <a:xfrm>
            <a:off x="2374900" y="2322831"/>
            <a:ext cx="7442200" cy="3949700"/>
          </a:xfrm>
          <a:prstGeom prst="rect">
            <a:avLst/>
          </a:prstGeom>
        </p:spPr>
      </p:pic>
    </p:spTree>
    <p:extLst>
      <p:ext uri="{BB962C8B-B14F-4D97-AF65-F5344CB8AC3E}">
        <p14:creationId xmlns:p14="http://schemas.microsoft.com/office/powerpoint/2010/main" val="39344682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34B7E-E640-BA55-7A1B-F5D9E5C81ED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2142E0E-E7AE-1EDC-C6C0-3C843F0CF740}"/>
              </a:ext>
            </a:extLst>
          </p:cNvPr>
          <p:cNvSpPr txBox="1"/>
          <p:nvPr/>
        </p:nvSpPr>
        <p:spPr>
          <a:xfrm>
            <a:off x="1318846" y="856343"/>
            <a:ext cx="6098344" cy="400110"/>
          </a:xfrm>
          <a:prstGeom prst="rect">
            <a:avLst/>
          </a:prstGeom>
          <a:noFill/>
        </p:spPr>
        <p:txBody>
          <a:bodyPr wrap="square">
            <a:spAutoFit/>
          </a:bodyPr>
          <a:lstStyle/>
          <a:p>
            <a:r>
              <a:rPr lang="en-US" sz="2000" b="1" dirty="0"/>
              <a:t>Time-Dependent Ordinary Differential Equation</a:t>
            </a:r>
          </a:p>
        </p:txBody>
      </p:sp>
      <p:pic>
        <p:nvPicPr>
          <p:cNvPr id="4" name="Picture 3">
            <a:extLst>
              <a:ext uri="{FF2B5EF4-FFF2-40B4-BE49-F238E27FC236}">
                <a16:creationId xmlns:a16="http://schemas.microsoft.com/office/drawing/2014/main" id="{E0B9B03D-A610-C14C-615A-9C150B1A942E}"/>
              </a:ext>
            </a:extLst>
          </p:cNvPr>
          <p:cNvPicPr>
            <a:picLocks noChangeAspect="1"/>
          </p:cNvPicPr>
          <p:nvPr/>
        </p:nvPicPr>
        <p:blipFill>
          <a:blip r:embed="rId2"/>
          <a:stretch>
            <a:fillRect/>
          </a:stretch>
        </p:blipFill>
        <p:spPr>
          <a:xfrm>
            <a:off x="2190652" y="1619054"/>
            <a:ext cx="1930400" cy="1003300"/>
          </a:xfrm>
          <a:prstGeom prst="rect">
            <a:avLst/>
          </a:prstGeom>
        </p:spPr>
      </p:pic>
      <p:pic>
        <p:nvPicPr>
          <p:cNvPr id="5" name="Picture 4">
            <a:extLst>
              <a:ext uri="{FF2B5EF4-FFF2-40B4-BE49-F238E27FC236}">
                <a16:creationId xmlns:a16="http://schemas.microsoft.com/office/drawing/2014/main" id="{A6598A6C-DD1E-6A3B-8FC3-37DD411B2A1C}"/>
              </a:ext>
            </a:extLst>
          </p:cNvPr>
          <p:cNvPicPr>
            <a:picLocks noChangeAspect="1"/>
          </p:cNvPicPr>
          <p:nvPr/>
        </p:nvPicPr>
        <p:blipFill>
          <a:blip r:embed="rId3"/>
          <a:stretch>
            <a:fillRect/>
          </a:stretch>
        </p:blipFill>
        <p:spPr>
          <a:xfrm>
            <a:off x="6096000" y="2753556"/>
            <a:ext cx="1892300" cy="749300"/>
          </a:xfrm>
          <a:prstGeom prst="rect">
            <a:avLst/>
          </a:prstGeom>
        </p:spPr>
      </p:pic>
      <p:pic>
        <p:nvPicPr>
          <p:cNvPr id="6" name="Picture 5">
            <a:extLst>
              <a:ext uri="{FF2B5EF4-FFF2-40B4-BE49-F238E27FC236}">
                <a16:creationId xmlns:a16="http://schemas.microsoft.com/office/drawing/2014/main" id="{EE3F2A62-9194-3F33-DAAE-72F141BCD987}"/>
              </a:ext>
            </a:extLst>
          </p:cNvPr>
          <p:cNvPicPr>
            <a:picLocks noChangeAspect="1"/>
          </p:cNvPicPr>
          <p:nvPr/>
        </p:nvPicPr>
        <p:blipFill>
          <a:blip r:embed="rId4"/>
          <a:stretch>
            <a:fillRect/>
          </a:stretch>
        </p:blipFill>
        <p:spPr>
          <a:xfrm>
            <a:off x="1480723" y="2859845"/>
            <a:ext cx="4813300" cy="495300"/>
          </a:xfrm>
          <a:prstGeom prst="rect">
            <a:avLst/>
          </a:prstGeom>
        </p:spPr>
      </p:pic>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273CE893-C492-7853-ADCB-AD1A166D7DB0}"/>
                  </a:ext>
                </a:extLst>
              </p14:cNvPr>
              <p14:cNvContentPartPr/>
              <p14:nvPr/>
            </p14:nvContentPartPr>
            <p14:xfrm>
              <a:off x="7159680" y="3148200"/>
              <a:ext cx="360" cy="360"/>
            </p14:xfrm>
          </p:contentPart>
        </mc:Choice>
        <mc:Fallback xmlns="">
          <p:pic>
            <p:nvPicPr>
              <p:cNvPr id="7" name="Ink 6">
                <a:extLst>
                  <a:ext uri="{FF2B5EF4-FFF2-40B4-BE49-F238E27FC236}">
                    <a16:creationId xmlns:a16="http://schemas.microsoft.com/office/drawing/2014/main" id="{273CE893-C492-7853-ADCB-AD1A166D7DB0}"/>
                  </a:ext>
                </a:extLst>
              </p:cNvPr>
              <p:cNvPicPr/>
              <p:nvPr/>
            </p:nvPicPr>
            <p:blipFill>
              <a:blip r:embed="rId6"/>
              <a:stretch>
                <a:fillRect/>
              </a:stretch>
            </p:blipFill>
            <p:spPr>
              <a:xfrm>
                <a:off x="7105680" y="3040560"/>
                <a:ext cx="108000" cy="216000"/>
              </a:xfrm>
              <a:prstGeom prst="rect">
                <a:avLst/>
              </a:prstGeom>
            </p:spPr>
          </p:pic>
        </mc:Fallback>
      </mc:AlternateContent>
    </p:spTree>
    <p:extLst>
      <p:ext uri="{BB962C8B-B14F-4D97-AF65-F5344CB8AC3E}">
        <p14:creationId xmlns:p14="http://schemas.microsoft.com/office/powerpoint/2010/main" val="3595205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BFEE2F-BCEF-9488-0094-C7702174A49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E70FA8F-1196-3765-1892-C3F65881CE20}"/>
              </a:ext>
            </a:extLst>
          </p:cNvPr>
          <p:cNvSpPr txBox="1"/>
          <p:nvPr/>
        </p:nvSpPr>
        <p:spPr>
          <a:xfrm>
            <a:off x="1107830" y="1011088"/>
            <a:ext cx="6098344" cy="400110"/>
          </a:xfrm>
          <a:prstGeom prst="rect">
            <a:avLst/>
          </a:prstGeom>
          <a:noFill/>
        </p:spPr>
        <p:txBody>
          <a:bodyPr wrap="square">
            <a:spAutoFit/>
          </a:bodyPr>
          <a:lstStyle/>
          <a:p>
            <a:r>
              <a:rPr lang="en-US" sz="2000" b="1" dirty="0"/>
              <a:t>Product Solutions</a:t>
            </a:r>
          </a:p>
        </p:txBody>
      </p:sp>
      <p:pic>
        <p:nvPicPr>
          <p:cNvPr id="5" name="Picture 4">
            <a:extLst>
              <a:ext uri="{FF2B5EF4-FFF2-40B4-BE49-F238E27FC236}">
                <a16:creationId xmlns:a16="http://schemas.microsoft.com/office/drawing/2014/main" id="{FB0C50C7-4C0A-BED7-389F-39D7D98523E8}"/>
              </a:ext>
            </a:extLst>
          </p:cNvPr>
          <p:cNvPicPr>
            <a:picLocks noChangeAspect="1"/>
          </p:cNvPicPr>
          <p:nvPr/>
        </p:nvPicPr>
        <p:blipFill>
          <a:blip r:embed="rId2"/>
          <a:stretch>
            <a:fillRect/>
          </a:stretch>
        </p:blipFill>
        <p:spPr>
          <a:xfrm>
            <a:off x="1566203" y="1590333"/>
            <a:ext cx="1828800" cy="469900"/>
          </a:xfrm>
          <a:prstGeom prst="rect">
            <a:avLst/>
          </a:prstGeom>
        </p:spPr>
      </p:pic>
      <p:grpSp>
        <p:nvGrpSpPr>
          <p:cNvPr id="14" name="Group 13">
            <a:extLst>
              <a:ext uri="{FF2B5EF4-FFF2-40B4-BE49-F238E27FC236}">
                <a16:creationId xmlns:a16="http://schemas.microsoft.com/office/drawing/2014/main" id="{FD6F2FF4-2F3F-0030-A85D-F8C5F76842C2}"/>
              </a:ext>
            </a:extLst>
          </p:cNvPr>
          <p:cNvGrpSpPr/>
          <p:nvPr/>
        </p:nvGrpSpPr>
        <p:grpSpPr>
          <a:xfrm>
            <a:off x="1436077" y="2175412"/>
            <a:ext cx="9144781" cy="1614903"/>
            <a:chOff x="1436077" y="2175412"/>
            <a:chExt cx="9144781" cy="1614903"/>
          </a:xfrm>
        </p:grpSpPr>
        <p:grpSp>
          <p:nvGrpSpPr>
            <p:cNvPr id="11" name="Group 10">
              <a:extLst>
                <a:ext uri="{FF2B5EF4-FFF2-40B4-BE49-F238E27FC236}">
                  <a16:creationId xmlns:a16="http://schemas.microsoft.com/office/drawing/2014/main" id="{312A5645-3461-EB4B-816A-0736F4F2D69E}"/>
                </a:ext>
              </a:extLst>
            </p:cNvPr>
            <p:cNvGrpSpPr/>
            <p:nvPr/>
          </p:nvGrpSpPr>
          <p:grpSpPr>
            <a:xfrm>
              <a:off x="1436077" y="2175412"/>
              <a:ext cx="9144781" cy="1614903"/>
              <a:chOff x="1436077" y="2175412"/>
              <a:chExt cx="9144781" cy="1614903"/>
            </a:xfrm>
          </p:grpSpPr>
          <p:pic>
            <p:nvPicPr>
              <p:cNvPr id="6" name="Picture 5">
                <a:extLst>
                  <a:ext uri="{FF2B5EF4-FFF2-40B4-BE49-F238E27FC236}">
                    <a16:creationId xmlns:a16="http://schemas.microsoft.com/office/drawing/2014/main" id="{C2E5FC99-BE10-3DF9-C36F-99100D6E5532}"/>
                  </a:ext>
                </a:extLst>
              </p:cNvPr>
              <p:cNvPicPr>
                <a:picLocks noChangeAspect="1"/>
              </p:cNvPicPr>
              <p:nvPr/>
            </p:nvPicPr>
            <p:blipFill>
              <a:blip r:embed="rId3"/>
              <a:stretch>
                <a:fillRect/>
              </a:stretch>
            </p:blipFill>
            <p:spPr>
              <a:xfrm>
                <a:off x="3493867" y="2175412"/>
                <a:ext cx="3403600" cy="1016000"/>
              </a:xfrm>
              <a:prstGeom prst="rect">
                <a:avLst/>
              </a:prstGeom>
            </p:spPr>
          </p:pic>
          <p:pic>
            <p:nvPicPr>
              <p:cNvPr id="7" name="Picture 6">
                <a:extLst>
                  <a:ext uri="{FF2B5EF4-FFF2-40B4-BE49-F238E27FC236}">
                    <a16:creationId xmlns:a16="http://schemas.microsoft.com/office/drawing/2014/main" id="{F60B2582-F157-DB7D-0DB5-1EF4354D562A}"/>
                  </a:ext>
                </a:extLst>
              </p:cNvPr>
              <p:cNvPicPr>
                <a:picLocks noChangeAspect="1"/>
              </p:cNvPicPr>
              <p:nvPr/>
            </p:nvPicPr>
            <p:blipFill>
              <a:blip r:embed="rId4"/>
              <a:stretch>
                <a:fillRect/>
              </a:stretch>
            </p:blipFill>
            <p:spPr>
              <a:xfrm>
                <a:off x="6897467" y="2442112"/>
                <a:ext cx="1282700" cy="482600"/>
              </a:xfrm>
              <a:prstGeom prst="rect">
                <a:avLst/>
              </a:prstGeom>
            </p:spPr>
          </p:pic>
          <p:pic>
            <p:nvPicPr>
              <p:cNvPr id="8" name="Picture 7">
                <a:extLst>
                  <a:ext uri="{FF2B5EF4-FFF2-40B4-BE49-F238E27FC236}">
                    <a16:creationId xmlns:a16="http://schemas.microsoft.com/office/drawing/2014/main" id="{29334228-9303-F9AB-198B-EAB8592A457A}"/>
                  </a:ext>
                </a:extLst>
              </p:cNvPr>
              <p:cNvPicPr>
                <a:picLocks noChangeAspect="1"/>
              </p:cNvPicPr>
              <p:nvPr/>
            </p:nvPicPr>
            <p:blipFill>
              <a:blip r:embed="rId5"/>
              <a:stretch>
                <a:fillRect/>
              </a:stretch>
            </p:blipFill>
            <p:spPr>
              <a:xfrm>
                <a:off x="8701258" y="2391312"/>
                <a:ext cx="1879600" cy="584200"/>
              </a:xfrm>
              <a:prstGeom prst="rect">
                <a:avLst/>
              </a:prstGeom>
            </p:spPr>
          </p:pic>
          <p:pic>
            <p:nvPicPr>
              <p:cNvPr id="9" name="Picture 8">
                <a:extLst>
                  <a:ext uri="{FF2B5EF4-FFF2-40B4-BE49-F238E27FC236}">
                    <a16:creationId xmlns:a16="http://schemas.microsoft.com/office/drawing/2014/main" id="{748A0800-AC40-1A2E-5F5E-361375F195B9}"/>
                  </a:ext>
                </a:extLst>
              </p:cNvPr>
              <p:cNvPicPr>
                <a:picLocks noChangeAspect="1"/>
              </p:cNvPicPr>
              <p:nvPr/>
            </p:nvPicPr>
            <p:blipFill>
              <a:blip r:embed="rId6"/>
              <a:stretch>
                <a:fillRect/>
              </a:stretch>
            </p:blipFill>
            <p:spPr>
              <a:xfrm>
                <a:off x="8386787" y="2506979"/>
                <a:ext cx="88900" cy="381000"/>
              </a:xfrm>
              <a:prstGeom prst="rect">
                <a:avLst/>
              </a:prstGeom>
            </p:spPr>
          </p:pic>
          <p:pic>
            <p:nvPicPr>
              <p:cNvPr id="10" name="Picture 9">
                <a:extLst>
                  <a:ext uri="{FF2B5EF4-FFF2-40B4-BE49-F238E27FC236}">
                    <a16:creationId xmlns:a16="http://schemas.microsoft.com/office/drawing/2014/main" id="{44EBC0D3-018B-09AB-CE3F-898A8596AB33}"/>
                  </a:ext>
                </a:extLst>
              </p:cNvPr>
              <p:cNvPicPr>
                <a:picLocks noChangeAspect="1"/>
              </p:cNvPicPr>
              <p:nvPr/>
            </p:nvPicPr>
            <p:blipFill>
              <a:blip r:embed="rId7"/>
              <a:stretch>
                <a:fillRect/>
              </a:stretch>
            </p:blipFill>
            <p:spPr>
              <a:xfrm>
                <a:off x="1436077" y="3344545"/>
                <a:ext cx="7772400" cy="445770"/>
              </a:xfrm>
              <a:prstGeom prst="rect">
                <a:avLst/>
              </a:prstGeom>
            </p:spPr>
          </p:pic>
        </p:grpSp>
        <mc:AlternateContent xmlns:mc="http://schemas.openxmlformats.org/markup-compatibility/2006" xmlns:p14="http://schemas.microsoft.com/office/powerpoint/2010/main">
          <mc:Choice Requires="p14">
            <p:contentPart p14:bwMode="auto" r:id="rId8">
              <p14:nvContentPartPr>
                <p14:cNvPr id="12" name="Ink 11">
                  <a:extLst>
                    <a:ext uri="{FF2B5EF4-FFF2-40B4-BE49-F238E27FC236}">
                      <a16:creationId xmlns:a16="http://schemas.microsoft.com/office/drawing/2014/main" id="{E9A6AB0A-E8A8-30C6-42A1-689114108D1A}"/>
                    </a:ext>
                  </a:extLst>
                </p14:cNvPr>
                <p14:cNvContentPartPr/>
                <p14:nvPr/>
              </p14:nvContentPartPr>
              <p14:xfrm>
                <a:off x="2940840" y="3565800"/>
                <a:ext cx="776520" cy="52200"/>
              </p14:xfrm>
            </p:contentPart>
          </mc:Choice>
          <mc:Fallback xmlns="">
            <p:pic>
              <p:nvPicPr>
                <p:cNvPr id="12" name="Ink 11">
                  <a:extLst>
                    <a:ext uri="{FF2B5EF4-FFF2-40B4-BE49-F238E27FC236}">
                      <a16:creationId xmlns:a16="http://schemas.microsoft.com/office/drawing/2014/main" id="{E9A6AB0A-E8A8-30C6-42A1-689114108D1A}"/>
                    </a:ext>
                  </a:extLst>
                </p:cNvPr>
                <p:cNvPicPr/>
                <p:nvPr/>
              </p:nvPicPr>
              <p:blipFill>
                <a:blip r:embed="rId9"/>
                <a:stretch>
                  <a:fillRect/>
                </a:stretch>
              </p:blipFill>
              <p:spPr>
                <a:xfrm>
                  <a:off x="2887200" y="3458160"/>
                  <a:ext cx="884160" cy="2678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3" name="Ink 12">
                  <a:extLst>
                    <a:ext uri="{FF2B5EF4-FFF2-40B4-BE49-F238E27FC236}">
                      <a16:creationId xmlns:a16="http://schemas.microsoft.com/office/drawing/2014/main" id="{C1BD0A92-71EE-F139-B0CB-A8BBFD4A82FE}"/>
                    </a:ext>
                  </a:extLst>
                </p14:cNvPr>
                <p14:cNvContentPartPr/>
                <p14:nvPr/>
              </p14:nvContentPartPr>
              <p14:xfrm>
                <a:off x="8223480" y="3630960"/>
                <a:ext cx="883080" cy="360"/>
              </p14:xfrm>
            </p:contentPart>
          </mc:Choice>
          <mc:Fallback xmlns="">
            <p:pic>
              <p:nvPicPr>
                <p:cNvPr id="13" name="Ink 12">
                  <a:extLst>
                    <a:ext uri="{FF2B5EF4-FFF2-40B4-BE49-F238E27FC236}">
                      <a16:creationId xmlns:a16="http://schemas.microsoft.com/office/drawing/2014/main" id="{C1BD0A92-71EE-F139-B0CB-A8BBFD4A82FE}"/>
                    </a:ext>
                  </a:extLst>
                </p:cNvPr>
                <p:cNvPicPr/>
                <p:nvPr/>
              </p:nvPicPr>
              <p:blipFill>
                <a:blip r:embed="rId11"/>
                <a:stretch>
                  <a:fillRect/>
                </a:stretch>
              </p:blipFill>
              <p:spPr>
                <a:xfrm>
                  <a:off x="8169480" y="3523320"/>
                  <a:ext cx="990720" cy="216000"/>
                </a:xfrm>
                <a:prstGeom prst="rect">
                  <a:avLst/>
                </a:prstGeom>
              </p:spPr>
            </p:pic>
          </mc:Fallback>
        </mc:AlternateContent>
      </p:grpSp>
      <p:sp>
        <p:nvSpPr>
          <p:cNvPr id="15" name="Right Arrow 14">
            <a:extLst>
              <a:ext uri="{FF2B5EF4-FFF2-40B4-BE49-F238E27FC236}">
                <a16:creationId xmlns:a16="http://schemas.microsoft.com/office/drawing/2014/main" id="{1BE0A6BF-75A9-6F46-D502-BF33B95A9C09}"/>
              </a:ext>
            </a:extLst>
          </p:cNvPr>
          <p:cNvSpPr/>
          <p:nvPr/>
        </p:nvSpPr>
        <p:spPr>
          <a:xfrm>
            <a:off x="1566203" y="2683412"/>
            <a:ext cx="914400" cy="2921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0EB9A4CD-DAEF-5971-0B51-1901374E1727}"/>
              </a:ext>
            </a:extLst>
          </p:cNvPr>
          <p:cNvSpPr txBox="1"/>
          <p:nvPr/>
        </p:nvSpPr>
        <p:spPr>
          <a:xfrm>
            <a:off x="1603717" y="4797083"/>
            <a:ext cx="3092834" cy="400110"/>
          </a:xfrm>
          <a:prstGeom prst="rect">
            <a:avLst/>
          </a:prstGeom>
          <a:noFill/>
        </p:spPr>
        <p:txBody>
          <a:bodyPr wrap="none" rtlCol="0">
            <a:spAutoFit/>
          </a:bodyPr>
          <a:lstStyle/>
          <a:p>
            <a:r>
              <a:rPr lang="en-US" sz="2000" b="1" dirty="0"/>
              <a:t>Also need to consider IC!</a:t>
            </a:r>
          </a:p>
        </p:txBody>
      </p:sp>
    </p:spTree>
    <p:extLst>
      <p:ext uri="{BB962C8B-B14F-4D97-AF65-F5344CB8AC3E}">
        <p14:creationId xmlns:p14="http://schemas.microsoft.com/office/powerpoint/2010/main" val="1073559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DFC33-954A-F67A-7E9C-E627DB5A9935}"/>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5D3E1101-C874-E7F1-7891-42BB200AE14F}"/>
              </a:ext>
            </a:extLst>
          </p:cNvPr>
          <p:cNvPicPr>
            <a:picLocks noChangeAspect="1"/>
          </p:cNvPicPr>
          <p:nvPr/>
        </p:nvPicPr>
        <p:blipFill>
          <a:blip r:embed="rId2"/>
          <a:stretch>
            <a:fillRect/>
          </a:stretch>
        </p:blipFill>
        <p:spPr>
          <a:xfrm>
            <a:off x="1689296" y="741401"/>
            <a:ext cx="7772400" cy="1211159"/>
          </a:xfrm>
          <a:prstGeom prst="rect">
            <a:avLst/>
          </a:prstGeom>
        </p:spPr>
      </p:pic>
      <p:pic>
        <p:nvPicPr>
          <p:cNvPr id="3" name="Picture 2">
            <a:extLst>
              <a:ext uri="{FF2B5EF4-FFF2-40B4-BE49-F238E27FC236}">
                <a16:creationId xmlns:a16="http://schemas.microsoft.com/office/drawing/2014/main" id="{18343697-5B59-6387-04A5-82C4BEA3D9C1}"/>
              </a:ext>
            </a:extLst>
          </p:cNvPr>
          <p:cNvPicPr>
            <a:picLocks noChangeAspect="1"/>
          </p:cNvPicPr>
          <p:nvPr/>
        </p:nvPicPr>
        <p:blipFill>
          <a:blip r:embed="rId3"/>
          <a:stretch>
            <a:fillRect/>
          </a:stretch>
        </p:blipFill>
        <p:spPr>
          <a:xfrm>
            <a:off x="3840675" y="1746934"/>
            <a:ext cx="3835400" cy="2463800"/>
          </a:xfrm>
          <a:prstGeom prst="rect">
            <a:avLst/>
          </a:prstGeom>
        </p:spPr>
      </p:pic>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0FBB6875-A73B-2587-FC21-B0255579D981}"/>
                  </a:ext>
                </a:extLst>
              </p14:cNvPr>
              <p14:cNvContentPartPr/>
              <p14:nvPr/>
            </p14:nvContentPartPr>
            <p14:xfrm>
              <a:off x="6391440" y="3186000"/>
              <a:ext cx="1298520" cy="873000"/>
            </p14:xfrm>
          </p:contentPart>
        </mc:Choice>
        <mc:Fallback xmlns="">
          <p:pic>
            <p:nvPicPr>
              <p:cNvPr id="4" name="Ink 3">
                <a:extLst>
                  <a:ext uri="{FF2B5EF4-FFF2-40B4-BE49-F238E27FC236}">
                    <a16:creationId xmlns:a16="http://schemas.microsoft.com/office/drawing/2014/main" id="{0FBB6875-A73B-2587-FC21-B0255579D981}"/>
                  </a:ext>
                </a:extLst>
              </p:cNvPr>
              <p:cNvPicPr/>
              <p:nvPr/>
            </p:nvPicPr>
            <p:blipFill>
              <a:blip r:embed="rId5"/>
              <a:stretch>
                <a:fillRect/>
              </a:stretch>
            </p:blipFill>
            <p:spPr>
              <a:xfrm>
                <a:off x="6337800" y="3078000"/>
                <a:ext cx="1406160" cy="10886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42307B0C-1960-3457-4A34-DFEE428BFAB7}"/>
                  </a:ext>
                </a:extLst>
              </p14:cNvPr>
              <p14:cNvContentPartPr/>
              <p14:nvPr/>
            </p14:nvContentPartPr>
            <p14:xfrm>
              <a:off x="2693880" y="1306800"/>
              <a:ext cx="824040" cy="15840"/>
            </p14:xfrm>
          </p:contentPart>
        </mc:Choice>
        <mc:Fallback xmlns="">
          <p:pic>
            <p:nvPicPr>
              <p:cNvPr id="5" name="Ink 4">
                <a:extLst>
                  <a:ext uri="{FF2B5EF4-FFF2-40B4-BE49-F238E27FC236}">
                    <a16:creationId xmlns:a16="http://schemas.microsoft.com/office/drawing/2014/main" id="{42307B0C-1960-3457-4A34-DFEE428BFAB7}"/>
                  </a:ext>
                </a:extLst>
              </p:cNvPr>
              <p:cNvPicPr/>
              <p:nvPr/>
            </p:nvPicPr>
            <p:blipFill>
              <a:blip r:embed="rId7"/>
              <a:stretch>
                <a:fillRect/>
              </a:stretch>
            </p:blipFill>
            <p:spPr>
              <a:xfrm>
                <a:off x="2640240" y="1198800"/>
                <a:ext cx="931680" cy="231480"/>
              </a:xfrm>
              <a:prstGeom prst="rect">
                <a:avLst/>
              </a:prstGeom>
            </p:spPr>
          </p:pic>
        </mc:Fallback>
      </mc:AlternateContent>
      <p:pic>
        <p:nvPicPr>
          <p:cNvPr id="6" name="Picture 5">
            <a:extLst>
              <a:ext uri="{FF2B5EF4-FFF2-40B4-BE49-F238E27FC236}">
                <a16:creationId xmlns:a16="http://schemas.microsoft.com/office/drawing/2014/main" id="{4BB495F2-6EDA-4A0F-FF13-31911790383F}"/>
              </a:ext>
            </a:extLst>
          </p:cNvPr>
          <p:cNvPicPr>
            <a:picLocks noChangeAspect="1"/>
          </p:cNvPicPr>
          <p:nvPr/>
        </p:nvPicPr>
        <p:blipFill>
          <a:blip r:embed="rId8"/>
          <a:stretch>
            <a:fillRect/>
          </a:stretch>
        </p:blipFill>
        <p:spPr>
          <a:xfrm>
            <a:off x="4311650" y="5062499"/>
            <a:ext cx="3568700" cy="1054100"/>
          </a:xfrm>
          <a:prstGeom prst="rect">
            <a:avLst/>
          </a:prstGeom>
        </p:spPr>
      </p:pic>
    </p:spTree>
    <p:extLst>
      <p:ext uri="{BB962C8B-B14F-4D97-AF65-F5344CB8AC3E}">
        <p14:creationId xmlns:p14="http://schemas.microsoft.com/office/powerpoint/2010/main" val="1219657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02EB1-7A2D-950D-4D00-523EB9696A15}"/>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0063C3AC-15B9-71DB-06CB-FEDEB6566DD1}"/>
              </a:ext>
            </a:extLst>
          </p:cNvPr>
          <p:cNvPicPr>
            <a:picLocks noChangeAspect="1"/>
          </p:cNvPicPr>
          <p:nvPr/>
        </p:nvPicPr>
        <p:blipFill>
          <a:blip r:embed="rId2"/>
          <a:stretch>
            <a:fillRect/>
          </a:stretch>
        </p:blipFill>
        <p:spPr>
          <a:xfrm>
            <a:off x="822569" y="580683"/>
            <a:ext cx="4216400" cy="660400"/>
          </a:xfrm>
          <a:prstGeom prst="rect">
            <a:avLst/>
          </a:prstGeom>
        </p:spPr>
      </p:pic>
      <p:sp>
        <p:nvSpPr>
          <p:cNvPr id="4" name="TextBox 3">
            <a:extLst>
              <a:ext uri="{FF2B5EF4-FFF2-40B4-BE49-F238E27FC236}">
                <a16:creationId xmlns:a16="http://schemas.microsoft.com/office/drawing/2014/main" id="{E63820BC-73DD-2C58-1132-33327F44EEAC}"/>
              </a:ext>
            </a:extLst>
          </p:cNvPr>
          <p:cNvSpPr txBox="1"/>
          <p:nvPr/>
        </p:nvSpPr>
        <p:spPr>
          <a:xfrm>
            <a:off x="1248507" y="1437473"/>
            <a:ext cx="9231924" cy="1015663"/>
          </a:xfrm>
          <a:prstGeom prst="rect">
            <a:avLst/>
          </a:prstGeom>
          <a:noFill/>
        </p:spPr>
        <p:txBody>
          <a:bodyPr wrap="square">
            <a:spAutoFit/>
          </a:bodyPr>
          <a:lstStyle/>
          <a:p>
            <a:pPr algn="just"/>
            <a:r>
              <a:rPr lang="en-US" sz="2000" dirty="0"/>
              <a:t>We will show that these solutions are useful in many other situations; in fact, in all situations. Consider the same PDE and BCs, but instead subject to the initial condition</a:t>
            </a:r>
          </a:p>
        </p:txBody>
      </p:sp>
      <p:pic>
        <p:nvPicPr>
          <p:cNvPr id="5" name="Picture 4">
            <a:extLst>
              <a:ext uri="{FF2B5EF4-FFF2-40B4-BE49-F238E27FC236}">
                <a16:creationId xmlns:a16="http://schemas.microsoft.com/office/drawing/2014/main" id="{EDA59475-2A79-32D7-D23D-80757E677591}"/>
              </a:ext>
            </a:extLst>
          </p:cNvPr>
          <p:cNvPicPr>
            <a:picLocks noChangeAspect="1"/>
          </p:cNvPicPr>
          <p:nvPr/>
        </p:nvPicPr>
        <p:blipFill>
          <a:blip r:embed="rId3"/>
          <a:stretch>
            <a:fillRect/>
          </a:stretch>
        </p:blipFill>
        <p:spPr>
          <a:xfrm>
            <a:off x="3489862" y="2365213"/>
            <a:ext cx="3721100" cy="800100"/>
          </a:xfrm>
          <a:prstGeom prst="rect">
            <a:avLst/>
          </a:prstGeom>
        </p:spPr>
      </p:pic>
      <p:pic>
        <p:nvPicPr>
          <p:cNvPr id="6" name="Picture 5">
            <a:extLst>
              <a:ext uri="{FF2B5EF4-FFF2-40B4-BE49-F238E27FC236}">
                <a16:creationId xmlns:a16="http://schemas.microsoft.com/office/drawing/2014/main" id="{29116941-4ECD-45E8-63F0-3CBDF7FA211B}"/>
              </a:ext>
            </a:extLst>
          </p:cNvPr>
          <p:cNvPicPr>
            <a:picLocks noChangeAspect="1"/>
          </p:cNvPicPr>
          <p:nvPr/>
        </p:nvPicPr>
        <p:blipFill>
          <a:blip r:embed="rId4"/>
          <a:stretch>
            <a:fillRect/>
          </a:stretch>
        </p:blipFill>
        <p:spPr>
          <a:xfrm>
            <a:off x="1501726" y="3571131"/>
            <a:ext cx="8598878" cy="825408"/>
          </a:xfrm>
          <a:prstGeom prst="rect">
            <a:avLst/>
          </a:prstGeom>
        </p:spPr>
      </p:pic>
      <p:pic>
        <p:nvPicPr>
          <p:cNvPr id="7" name="Picture 6">
            <a:extLst>
              <a:ext uri="{FF2B5EF4-FFF2-40B4-BE49-F238E27FC236}">
                <a16:creationId xmlns:a16="http://schemas.microsoft.com/office/drawing/2014/main" id="{6F06CF3F-275D-A093-1BA4-5F136C0E091C}"/>
              </a:ext>
            </a:extLst>
          </p:cNvPr>
          <p:cNvPicPr>
            <a:picLocks noChangeAspect="1"/>
          </p:cNvPicPr>
          <p:nvPr/>
        </p:nvPicPr>
        <p:blipFill>
          <a:blip r:embed="rId5"/>
          <a:stretch>
            <a:fillRect/>
          </a:stretch>
        </p:blipFill>
        <p:spPr>
          <a:xfrm>
            <a:off x="2981765" y="4590756"/>
            <a:ext cx="5638800" cy="990600"/>
          </a:xfrm>
          <a:prstGeom prst="rect">
            <a:avLst/>
          </a:prstGeom>
        </p:spPr>
      </p:pic>
      <p:sp>
        <p:nvSpPr>
          <p:cNvPr id="8" name="TextBox 7">
            <a:extLst>
              <a:ext uri="{FF2B5EF4-FFF2-40B4-BE49-F238E27FC236}">
                <a16:creationId xmlns:a16="http://schemas.microsoft.com/office/drawing/2014/main" id="{EFF1F070-71B5-789B-F373-4F8F38943597}"/>
              </a:ext>
            </a:extLst>
          </p:cNvPr>
          <p:cNvSpPr txBox="1"/>
          <p:nvPr/>
        </p:nvSpPr>
        <p:spPr>
          <a:xfrm>
            <a:off x="1631853" y="5590907"/>
            <a:ext cx="2102242" cy="369332"/>
          </a:xfrm>
          <a:prstGeom prst="rect">
            <a:avLst/>
          </a:prstGeom>
          <a:noFill/>
        </p:spPr>
        <p:txBody>
          <a:bodyPr wrap="none" rtlCol="0">
            <a:spAutoFit/>
          </a:bodyPr>
          <a:lstStyle/>
          <a:p>
            <a:r>
              <a:rPr lang="en-US" dirty="0"/>
              <a:t>More general case?</a:t>
            </a:r>
          </a:p>
        </p:txBody>
      </p:sp>
    </p:spTree>
    <p:extLst>
      <p:ext uri="{BB962C8B-B14F-4D97-AF65-F5344CB8AC3E}">
        <p14:creationId xmlns:p14="http://schemas.microsoft.com/office/powerpoint/2010/main" val="1004969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A7FD8-835A-0B01-DFE3-A2A7B8A68595}"/>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134878FC-66CD-E828-610C-C2312DBED987}"/>
              </a:ext>
            </a:extLst>
          </p:cNvPr>
          <p:cNvPicPr>
            <a:picLocks noChangeAspect="1"/>
          </p:cNvPicPr>
          <p:nvPr/>
        </p:nvPicPr>
        <p:blipFill>
          <a:blip r:embed="rId2"/>
          <a:stretch>
            <a:fillRect/>
          </a:stretch>
        </p:blipFill>
        <p:spPr>
          <a:xfrm>
            <a:off x="1225061" y="665814"/>
            <a:ext cx="9776384" cy="2527552"/>
          </a:xfrm>
          <a:prstGeom prst="rect">
            <a:avLst/>
          </a:prstGeom>
        </p:spPr>
      </p:pic>
      <p:pic>
        <p:nvPicPr>
          <p:cNvPr id="3" name="Picture 2">
            <a:extLst>
              <a:ext uri="{FF2B5EF4-FFF2-40B4-BE49-F238E27FC236}">
                <a16:creationId xmlns:a16="http://schemas.microsoft.com/office/drawing/2014/main" id="{DCF161C9-3259-2712-637A-F7B2E347E533}"/>
              </a:ext>
            </a:extLst>
          </p:cNvPr>
          <p:cNvPicPr>
            <a:picLocks noChangeAspect="1"/>
          </p:cNvPicPr>
          <p:nvPr/>
        </p:nvPicPr>
        <p:blipFill>
          <a:blip r:embed="rId3"/>
          <a:stretch>
            <a:fillRect/>
          </a:stretch>
        </p:blipFill>
        <p:spPr>
          <a:xfrm>
            <a:off x="3768969" y="3074085"/>
            <a:ext cx="3886200" cy="1181100"/>
          </a:xfrm>
          <a:prstGeom prst="rect">
            <a:avLst/>
          </a:prstGeom>
        </p:spPr>
      </p:pic>
      <p:pic>
        <p:nvPicPr>
          <p:cNvPr id="4" name="Picture 3">
            <a:extLst>
              <a:ext uri="{FF2B5EF4-FFF2-40B4-BE49-F238E27FC236}">
                <a16:creationId xmlns:a16="http://schemas.microsoft.com/office/drawing/2014/main" id="{28794A15-B241-9083-21AA-9FD50A4F4466}"/>
              </a:ext>
            </a:extLst>
          </p:cNvPr>
          <p:cNvPicPr>
            <a:picLocks noChangeAspect="1"/>
          </p:cNvPicPr>
          <p:nvPr/>
        </p:nvPicPr>
        <p:blipFill>
          <a:blip r:embed="rId4"/>
          <a:stretch>
            <a:fillRect/>
          </a:stretch>
        </p:blipFill>
        <p:spPr>
          <a:xfrm>
            <a:off x="1225061" y="4255185"/>
            <a:ext cx="8974016" cy="1640897"/>
          </a:xfrm>
          <a:prstGeom prst="rect">
            <a:avLst/>
          </a:prstGeom>
        </p:spPr>
      </p:pic>
      <p:pic>
        <p:nvPicPr>
          <p:cNvPr id="5" name="Picture 4">
            <a:extLst>
              <a:ext uri="{FF2B5EF4-FFF2-40B4-BE49-F238E27FC236}">
                <a16:creationId xmlns:a16="http://schemas.microsoft.com/office/drawing/2014/main" id="{1906FF09-9A03-E39F-5650-0B31B90AF4DB}"/>
              </a:ext>
            </a:extLst>
          </p:cNvPr>
          <p:cNvPicPr>
            <a:picLocks noChangeAspect="1"/>
          </p:cNvPicPr>
          <p:nvPr/>
        </p:nvPicPr>
        <p:blipFill>
          <a:blip r:embed="rId5"/>
          <a:stretch>
            <a:fillRect/>
          </a:stretch>
        </p:blipFill>
        <p:spPr>
          <a:xfrm>
            <a:off x="3978519" y="5601637"/>
            <a:ext cx="3467100" cy="1066800"/>
          </a:xfrm>
          <a:prstGeom prst="rect">
            <a:avLst/>
          </a:prstGeom>
        </p:spPr>
      </p:pic>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FD369918-9675-6B5C-810A-5CD6F3048A0D}"/>
                  </a:ext>
                </a:extLst>
              </p14:cNvPr>
              <p14:cNvContentPartPr/>
              <p14:nvPr/>
            </p14:nvContentPartPr>
            <p14:xfrm>
              <a:off x="5318280" y="3708720"/>
              <a:ext cx="126000" cy="26640"/>
            </p14:xfrm>
          </p:contentPart>
        </mc:Choice>
        <mc:Fallback xmlns="">
          <p:pic>
            <p:nvPicPr>
              <p:cNvPr id="6" name="Ink 5">
                <a:extLst>
                  <a:ext uri="{FF2B5EF4-FFF2-40B4-BE49-F238E27FC236}">
                    <a16:creationId xmlns:a16="http://schemas.microsoft.com/office/drawing/2014/main" id="{FD369918-9675-6B5C-810A-5CD6F3048A0D}"/>
                  </a:ext>
                </a:extLst>
              </p:cNvPr>
              <p:cNvPicPr/>
              <p:nvPr/>
            </p:nvPicPr>
            <p:blipFill>
              <a:blip r:embed="rId7"/>
              <a:stretch>
                <a:fillRect/>
              </a:stretch>
            </p:blipFill>
            <p:spPr>
              <a:xfrm>
                <a:off x="5264280" y="3600720"/>
                <a:ext cx="233640" cy="2422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B248DF11-6A01-2F26-E436-F6AD9D7A6307}"/>
                  </a:ext>
                </a:extLst>
              </p14:cNvPr>
              <p14:cNvContentPartPr/>
              <p14:nvPr/>
            </p14:nvContentPartPr>
            <p14:xfrm>
              <a:off x="6325200" y="6149880"/>
              <a:ext cx="159120" cy="27360"/>
            </p14:xfrm>
          </p:contentPart>
        </mc:Choice>
        <mc:Fallback xmlns="">
          <p:pic>
            <p:nvPicPr>
              <p:cNvPr id="7" name="Ink 6">
                <a:extLst>
                  <a:ext uri="{FF2B5EF4-FFF2-40B4-BE49-F238E27FC236}">
                    <a16:creationId xmlns:a16="http://schemas.microsoft.com/office/drawing/2014/main" id="{B248DF11-6A01-2F26-E436-F6AD9D7A6307}"/>
                  </a:ext>
                </a:extLst>
              </p:cNvPr>
              <p:cNvPicPr/>
              <p:nvPr/>
            </p:nvPicPr>
            <p:blipFill>
              <a:blip r:embed="rId9"/>
              <a:stretch>
                <a:fillRect/>
              </a:stretch>
            </p:blipFill>
            <p:spPr>
              <a:xfrm>
                <a:off x="6271560" y="6041880"/>
                <a:ext cx="266760" cy="243000"/>
              </a:xfrm>
              <a:prstGeom prst="rect">
                <a:avLst/>
              </a:prstGeom>
            </p:spPr>
          </p:pic>
        </mc:Fallback>
      </mc:AlternateContent>
    </p:spTree>
    <p:extLst>
      <p:ext uri="{BB962C8B-B14F-4D97-AF65-F5344CB8AC3E}">
        <p14:creationId xmlns:p14="http://schemas.microsoft.com/office/powerpoint/2010/main" val="37904831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FC766-92B0-FB56-6154-6FA513B0B05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DE55CF4-3ADA-40A3-908C-8B12D0D4B8DA}"/>
              </a:ext>
            </a:extLst>
          </p:cNvPr>
          <p:cNvSpPr txBox="1"/>
          <p:nvPr/>
        </p:nvSpPr>
        <p:spPr>
          <a:xfrm>
            <a:off x="1009357" y="760047"/>
            <a:ext cx="6098344" cy="369332"/>
          </a:xfrm>
          <a:prstGeom prst="rect">
            <a:avLst/>
          </a:prstGeom>
          <a:noFill/>
        </p:spPr>
        <p:txBody>
          <a:bodyPr wrap="square">
            <a:spAutoFit/>
          </a:bodyPr>
          <a:lstStyle/>
          <a:p>
            <a:r>
              <a:rPr lang="en-US" dirty="0"/>
              <a:t>The theory of Fourier series states that</a:t>
            </a:r>
          </a:p>
        </p:txBody>
      </p:sp>
      <p:pic>
        <p:nvPicPr>
          <p:cNvPr id="4" name="Picture 3">
            <a:extLst>
              <a:ext uri="{FF2B5EF4-FFF2-40B4-BE49-F238E27FC236}">
                <a16:creationId xmlns:a16="http://schemas.microsoft.com/office/drawing/2014/main" id="{18785468-F541-67F1-17FD-FFFB027A53A3}"/>
              </a:ext>
            </a:extLst>
          </p:cNvPr>
          <p:cNvPicPr>
            <a:picLocks noChangeAspect="1"/>
          </p:cNvPicPr>
          <p:nvPr/>
        </p:nvPicPr>
        <p:blipFill>
          <a:blip r:embed="rId2"/>
          <a:stretch>
            <a:fillRect/>
          </a:stretch>
        </p:blipFill>
        <p:spPr>
          <a:xfrm>
            <a:off x="1590822" y="1584208"/>
            <a:ext cx="8391554" cy="3072198"/>
          </a:xfrm>
          <a:prstGeom prst="rect">
            <a:avLst/>
          </a:prstGeom>
        </p:spPr>
      </p:pic>
    </p:spTree>
    <p:extLst>
      <p:ext uri="{BB962C8B-B14F-4D97-AF65-F5344CB8AC3E}">
        <p14:creationId xmlns:p14="http://schemas.microsoft.com/office/powerpoint/2010/main" val="23548445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47CB51-7712-2246-F524-2600C8941F9A}"/>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DB0697C4-632C-71A4-9F1D-81DCEB29EB70}"/>
              </a:ext>
            </a:extLst>
          </p:cNvPr>
          <p:cNvPicPr>
            <a:picLocks noChangeAspect="1"/>
          </p:cNvPicPr>
          <p:nvPr/>
        </p:nvPicPr>
        <p:blipFill>
          <a:blip r:embed="rId2"/>
          <a:stretch>
            <a:fillRect/>
          </a:stretch>
        </p:blipFill>
        <p:spPr>
          <a:xfrm>
            <a:off x="1775460" y="987281"/>
            <a:ext cx="7772400" cy="877224"/>
          </a:xfrm>
          <a:prstGeom prst="rect">
            <a:avLst/>
          </a:prstGeom>
        </p:spPr>
      </p:pic>
      <p:pic>
        <p:nvPicPr>
          <p:cNvPr id="3" name="Picture 2">
            <a:extLst>
              <a:ext uri="{FF2B5EF4-FFF2-40B4-BE49-F238E27FC236}">
                <a16:creationId xmlns:a16="http://schemas.microsoft.com/office/drawing/2014/main" id="{504E4693-BF72-EEC2-79FC-11D019A4D451}"/>
              </a:ext>
            </a:extLst>
          </p:cNvPr>
          <p:cNvPicPr>
            <a:picLocks noChangeAspect="1"/>
          </p:cNvPicPr>
          <p:nvPr/>
        </p:nvPicPr>
        <p:blipFill>
          <a:blip r:embed="rId3"/>
          <a:stretch>
            <a:fillRect/>
          </a:stretch>
        </p:blipFill>
        <p:spPr>
          <a:xfrm>
            <a:off x="4416792" y="1907367"/>
            <a:ext cx="2921000" cy="1219200"/>
          </a:xfrm>
          <a:prstGeom prst="rect">
            <a:avLst/>
          </a:prstGeom>
        </p:spPr>
      </p:pic>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CAC5BD8B-10EA-FC12-4149-B69109E686D3}"/>
                  </a:ext>
                </a:extLst>
              </p14:cNvPr>
              <p14:cNvContentPartPr/>
              <p14:nvPr/>
            </p14:nvContentPartPr>
            <p14:xfrm>
              <a:off x="6913372" y="1205865"/>
              <a:ext cx="394560" cy="55440"/>
            </p14:xfrm>
          </p:contentPart>
        </mc:Choice>
        <mc:Fallback xmlns="">
          <p:pic>
            <p:nvPicPr>
              <p:cNvPr id="4" name="Ink 3">
                <a:extLst>
                  <a:ext uri="{FF2B5EF4-FFF2-40B4-BE49-F238E27FC236}">
                    <a16:creationId xmlns:a16="http://schemas.microsoft.com/office/drawing/2014/main" id="{CAC5BD8B-10EA-FC12-4149-B69109E686D3}"/>
                  </a:ext>
                </a:extLst>
              </p:cNvPr>
              <p:cNvPicPr/>
              <p:nvPr/>
            </p:nvPicPr>
            <p:blipFill>
              <a:blip r:embed="rId5"/>
              <a:stretch>
                <a:fillRect/>
              </a:stretch>
            </p:blipFill>
            <p:spPr>
              <a:xfrm>
                <a:off x="6859732" y="1097865"/>
                <a:ext cx="502200" cy="2710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FBC259CB-FD03-552E-B903-2E704E1D37CF}"/>
                  </a:ext>
                </a:extLst>
              </p14:cNvPr>
              <p14:cNvContentPartPr/>
              <p14:nvPr/>
            </p14:nvContentPartPr>
            <p14:xfrm>
              <a:off x="5877292" y="3068505"/>
              <a:ext cx="360" cy="360"/>
            </p14:xfrm>
          </p:contentPart>
        </mc:Choice>
        <mc:Fallback xmlns="">
          <p:pic>
            <p:nvPicPr>
              <p:cNvPr id="5" name="Ink 4">
                <a:extLst>
                  <a:ext uri="{FF2B5EF4-FFF2-40B4-BE49-F238E27FC236}">
                    <a16:creationId xmlns:a16="http://schemas.microsoft.com/office/drawing/2014/main" id="{FBC259CB-FD03-552E-B903-2E704E1D37CF}"/>
                  </a:ext>
                </a:extLst>
              </p:cNvPr>
              <p:cNvPicPr/>
              <p:nvPr/>
            </p:nvPicPr>
            <p:blipFill>
              <a:blip r:embed="rId7"/>
              <a:stretch>
                <a:fillRect/>
              </a:stretch>
            </p:blipFill>
            <p:spPr>
              <a:xfrm>
                <a:off x="5823652" y="2960505"/>
                <a:ext cx="108000" cy="216000"/>
              </a:xfrm>
              <a:prstGeom prst="rect">
                <a:avLst/>
              </a:prstGeom>
            </p:spPr>
          </p:pic>
        </mc:Fallback>
      </mc:AlternateContent>
      <p:pic>
        <p:nvPicPr>
          <p:cNvPr id="6" name="Picture 5">
            <a:extLst>
              <a:ext uri="{FF2B5EF4-FFF2-40B4-BE49-F238E27FC236}">
                <a16:creationId xmlns:a16="http://schemas.microsoft.com/office/drawing/2014/main" id="{9CE47F77-7CE0-DDC6-8660-B3C125F73E21}"/>
              </a:ext>
            </a:extLst>
          </p:cNvPr>
          <p:cNvPicPr>
            <a:picLocks noChangeAspect="1"/>
          </p:cNvPicPr>
          <p:nvPr/>
        </p:nvPicPr>
        <p:blipFill>
          <a:blip r:embed="rId8"/>
          <a:stretch>
            <a:fillRect/>
          </a:stretch>
        </p:blipFill>
        <p:spPr>
          <a:xfrm>
            <a:off x="1775460" y="3472025"/>
            <a:ext cx="7772400" cy="815680"/>
          </a:xfrm>
          <a:prstGeom prst="rect">
            <a:avLst/>
          </a:prstGeom>
        </p:spPr>
      </p:pic>
      <p:pic>
        <p:nvPicPr>
          <p:cNvPr id="7" name="Picture 6">
            <a:extLst>
              <a:ext uri="{FF2B5EF4-FFF2-40B4-BE49-F238E27FC236}">
                <a16:creationId xmlns:a16="http://schemas.microsoft.com/office/drawing/2014/main" id="{7218401E-BCF4-3436-2065-F9FB12F8C1B2}"/>
              </a:ext>
            </a:extLst>
          </p:cNvPr>
          <p:cNvPicPr>
            <a:picLocks noChangeAspect="1"/>
          </p:cNvPicPr>
          <p:nvPr/>
        </p:nvPicPr>
        <p:blipFill>
          <a:blip r:embed="rId9"/>
          <a:stretch>
            <a:fillRect/>
          </a:stretch>
        </p:blipFill>
        <p:spPr>
          <a:xfrm>
            <a:off x="4191000" y="4369435"/>
            <a:ext cx="3810000" cy="1282700"/>
          </a:xfrm>
          <a:prstGeom prst="rect">
            <a:avLst/>
          </a:prstGeom>
        </p:spPr>
      </p:pic>
    </p:spTree>
    <p:extLst>
      <p:ext uri="{BB962C8B-B14F-4D97-AF65-F5344CB8AC3E}">
        <p14:creationId xmlns:p14="http://schemas.microsoft.com/office/powerpoint/2010/main" val="2515535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74892F-272E-E0D5-F4CA-C90AB0C78A18}"/>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9101CFC5-FC99-DBE6-E3FD-8D6A443C9EC4}"/>
              </a:ext>
            </a:extLst>
          </p:cNvPr>
          <p:cNvPicPr>
            <a:picLocks noChangeAspect="1"/>
          </p:cNvPicPr>
          <p:nvPr/>
        </p:nvPicPr>
        <p:blipFill>
          <a:blip r:embed="rId2"/>
          <a:stretch>
            <a:fillRect/>
          </a:stretch>
        </p:blipFill>
        <p:spPr>
          <a:xfrm>
            <a:off x="1010603" y="662306"/>
            <a:ext cx="5410200" cy="927100"/>
          </a:xfrm>
          <a:prstGeom prst="rect">
            <a:avLst/>
          </a:prstGeom>
        </p:spPr>
      </p:pic>
      <p:sp>
        <p:nvSpPr>
          <p:cNvPr id="4" name="TextBox 3">
            <a:extLst>
              <a:ext uri="{FF2B5EF4-FFF2-40B4-BE49-F238E27FC236}">
                <a16:creationId xmlns:a16="http://schemas.microsoft.com/office/drawing/2014/main" id="{46D149C2-CFA4-FD11-255E-AF5FD8DBC5F4}"/>
              </a:ext>
            </a:extLst>
          </p:cNvPr>
          <p:cNvSpPr txBox="1"/>
          <p:nvPr/>
        </p:nvSpPr>
        <p:spPr>
          <a:xfrm>
            <a:off x="1221581" y="1589406"/>
            <a:ext cx="6100762" cy="369332"/>
          </a:xfrm>
          <a:prstGeom prst="rect">
            <a:avLst/>
          </a:prstGeom>
          <a:noFill/>
        </p:spPr>
        <p:txBody>
          <a:bodyPr wrap="square">
            <a:spAutoFit/>
          </a:bodyPr>
          <a:lstStyle/>
          <a:p>
            <a:r>
              <a:rPr lang="en-US" dirty="0"/>
              <a:t>How do we determine the coefficients?</a:t>
            </a:r>
          </a:p>
        </p:txBody>
      </p:sp>
      <p:sp>
        <p:nvSpPr>
          <p:cNvPr id="6" name="TextBox 5">
            <a:extLst>
              <a:ext uri="{FF2B5EF4-FFF2-40B4-BE49-F238E27FC236}">
                <a16:creationId xmlns:a16="http://schemas.microsoft.com/office/drawing/2014/main" id="{827D1659-32C3-4EFE-34E3-90FBB990A481}"/>
              </a:ext>
            </a:extLst>
          </p:cNvPr>
          <p:cNvSpPr txBox="1"/>
          <p:nvPr/>
        </p:nvSpPr>
        <p:spPr>
          <a:xfrm>
            <a:off x="1224438" y="2516506"/>
            <a:ext cx="8171021" cy="369332"/>
          </a:xfrm>
          <a:prstGeom prst="rect">
            <a:avLst/>
          </a:prstGeom>
          <a:noFill/>
        </p:spPr>
        <p:txBody>
          <a:bodyPr wrap="square">
            <a:spAutoFit/>
          </a:bodyPr>
          <a:lstStyle/>
          <a:p>
            <a:r>
              <a:rPr lang="en-US" dirty="0"/>
              <a:t>Note that the eigenfunctions satisfy the following integral property:</a:t>
            </a:r>
          </a:p>
        </p:txBody>
      </p:sp>
      <p:pic>
        <p:nvPicPr>
          <p:cNvPr id="7" name="Picture 6">
            <a:extLst>
              <a:ext uri="{FF2B5EF4-FFF2-40B4-BE49-F238E27FC236}">
                <a16:creationId xmlns:a16="http://schemas.microsoft.com/office/drawing/2014/main" id="{B2CE5FF8-BA13-026F-8BE3-7ABDE84123DD}"/>
              </a:ext>
            </a:extLst>
          </p:cNvPr>
          <p:cNvPicPr>
            <a:picLocks noChangeAspect="1"/>
          </p:cNvPicPr>
          <p:nvPr/>
        </p:nvPicPr>
        <p:blipFill>
          <a:blip r:embed="rId3"/>
          <a:stretch>
            <a:fillRect/>
          </a:stretch>
        </p:blipFill>
        <p:spPr>
          <a:xfrm>
            <a:off x="2744548" y="3265170"/>
            <a:ext cx="5130800" cy="1104900"/>
          </a:xfrm>
          <a:prstGeom prst="rect">
            <a:avLst/>
          </a:prstGeom>
        </p:spPr>
      </p:pic>
      <p:sp>
        <p:nvSpPr>
          <p:cNvPr id="8" name="TextBox 7">
            <a:extLst>
              <a:ext uri="{FF2B5EF4-FFF2-40B4-BE49-F238E27FC236}">
                <a16:creationId xmlns:a16="http://schemas.microsoft.com/office/drawing/2014/main" id="{006D92D9-666A-247F-1BF8-615DC49D485F}"/>
              </a:ext>
            </a:extLst>
          </p:cNvPr>
          <p:cNvSpPr txBox="1"/>
          <p:nvPr/>
        </p:nvSpPr>
        <p:spPr>
          <a:xfrm>
            <a:off x="5474970" y="3429000"/>
            <a:ext cx="300082" cy="369332"/>
          </a:xfrm>
          <a:prstGeom prst="rect">
            <a:avLst/>
          </a:prstGeom>
          <a:noFill/>
        </p:spPr>
        <p:txBody>
          <a:bodyPr wrap="none" rtlCol="0">
            <a:spAutoFit/>
          </a:bodyPr>
          <a:lstStyle/>
          <a:p>
            <a:r>
              <a:rPr lang="en-US" dirty="0"/>
              <a:t>?</a:t>
            </a:r>
          </a:p>
        </p:txBody>
      </p:sp>
      <mc:AlternateContent xmlns:mc="http://schemas.openxmlformats.org/markup-compatibility/2006" xmlns:p14="http://schemas.microsoft.com/office/powerpoint/2010/main">
        <mc:Choice Requires="p14">
          <p:contentPart p14:bwMode="auto" r:id="rId4">
            <p14:nvContentPartPr>
              <p14:cNvPr id="9" name="Ink 8">
                <a:extLst>
                  <a:ext uri="{FF2B5EF4-FFF2-40B4-BE49-F238E27FC236}">
                    <a16:creationId xmlns:a16="http://schemas.microsoft.com/office/drawing/2014/main" id="{28FD6061-4938-8EF5-3571-63DB60BB3617}"/>
                  </a:ext>
                </a:extLst>
              </p14:cNvPr>
              <p14:cNvContentPartPr/>
              <p14:nvPr/>
            </p14:nvContentPartPr>
            <p14:xfrm>
              <a:off x="5621130" y="3780900"/>
              <a:ext cx="360" cy="360"/>
            </p14:xfrm>
          </p:contentPart>
        </mc:Choice>
        <mc:Fallback xmlns="">
          <p:pic>
            <p:nvPicPr>
              <p:cNvPr id="9" name="Ink 8">
                <a:extLst>
                  <a:ext uri="{FF2B5EF4-FFF2-40B4-BE49-F238E27FC236}">
                    <a16:creationId xmlns:a16="http://schemas.microsoft.com/office/drawing/2014/main" id="{28FD6061-4938-8EF5-3571-63DB60BB3617}"/>
                  </a:ext>
                </a:extLst>
              </p:cNvPr>
              <p:cNvPicPr/>
              <p:nvPr/>
            </p:nvPicPr>
            <p:blipFill>
              <a:blip r:embed="rId5"/>
              <a:stretch>
                <a:fillRect/>
              </a:stretch>
            </p:blipFill>
            <p:spPr>
              <a:xfrm>
                <a:off x="5567130" y="3672900"/>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0" name="Ink 9">
                <a:extLst>
                  <a:ext uri="{FF2B5EF4-FFF2-40B4-BE49-F238E27FC236}">
                    <a16:creationId xmlns:a16="http://schemas.microsoft.com/office/drawing/2014/main" id="{50586F32-71C9-5A7C-74D7-8ABE155A1DCB}"/>
                  </a:ext>
                </a:extLst>
              </p14:cNvPr>
              <p14:cNvContentPartPr/>
              <p14:nvPr/>
            </p14:nvContentPartPr>
            <p14:xfrm>
              <a:off x="5621130" y="3780900"/>
              <a:ext cx="360" cy="360"/>
            </p14:xfrm>
          </p:contentPart>
        </mc:Choice>
        <mc:Fallback xmlns="">
          <p:pic>
            <p:nvPicPr>
              <p:cNvPr id="10" name="Ink 9">
                <a:extLst>
                  <a:ext uri="{FF2B5EF4-FFF2-40B4-BE49-F238E27FC236}">
                    <a16:creationId xmlns:a16="http://schemas.microsoft.com/office/drawing/2014/main" id="{50586F32-71C9-5A7C-74D7-8ABE155A1DCB}"/>
                  </a:ext>
                </a:extLst>
              </p:cNvPr>
              <p:cNvPicPr/>
              <p:nvPr/>
            </p:nvPicPr>
            <p:blipFill>
              <a:blip r:embed="rId5"/>
              <a:stretch>
                <a:fillRect/>
              </a:stretch>
            </p:blipFill>
            <p:spPr>
              <a:xfrm>
                <a:off x="5567130" y="3672900"/>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1" name="Ink 10">
                <a:extLst>
                  <a:ext uri="{FF2B5EF4-FFF2-40B4-BE49-F238E27FC236}">
                    <a16:creationId xmlns:a16="http://schemas.microsoft.com/office/drawing/2014/main" id="{023BA775-EB40-CD85-2849-AD1D55C525B6}"/>
                  </a:ext>
                </a:extLst>
              </p14:cNvPr>
              <p14:cNvContentPartPr/>
              <p14:nvPr/>
            </p14:nvContentPartPr>
            <p14:xfrm>
              <a:off x="5645970" y="3610620"/>
              <a:ext cx="360" cy="360"/>
            </p14:xfrm>
          </p:contentPart>
        </mc:Choice>
        <mc:Fallback xmlns="">
          <p:pic>
            <p:nvPicPr>
              <p:cNvPr id="11" name="Ink 10">
                <a:extLst>
                  <a:ext uri="{FF2B5EF4-FFF2-40B4-BE49-F238E27FC236}">
                    <a16:creationId xmlns:a16="http://schemas.microsoft.com/office/drawing/2014/main" id="{023BA775-EB40-CD85-2849-AD1D55C525B6}"/>
                  </a:ext>
                </a:extLst>
              </p:cNvPr>
              <p:cNvPicPr/>
              <p:nvPr/>
            </p:nvPicPr>
            <p:blipFill>
              <a:blip r:embed="rId5"/>
              <a:stretch>
                <a:fillRect/>
              </a:stretch>
            </p:blipFill>
            <p:spPr>
              <a:xfrm>
                <a:off x="5591970" y="3502620"/>
                <a:ext cx="108000" cy="216000"/>
              </a:xfrm>
              <a:prstGeom prst="rect">
                <a:avLst/>
              </a:prstGeom>
            </p:spPr>
          </p:pic>
        </mc:Fallback>
      </mc:AlternateContent>
      <p:pic>
        <p:nvPicPr>
          <p:cNvPr id="12" name="Picture 11">
            <a:extLst>
              <a:ext uri="{FF2B5EF4-FFF2-40B4-BE49-F238E27FC236}">
                <a16:creationId xmlns:a16="http://schemas.microsoft.com/office/drawing/2014/main" id="{CDF7BBA2-7957-F7D9-502E-11AC21A4A134}"/>
              </a:ext>
            </a:extLst>
          </p:cNvPr>
          <p:cNvPicPr>
            <a:picLocks noChangeAspect="1"/>
          </p:cNvPicPr>
          <p:nvPr/>
        </p:nvPicPr>
        <p:blipFill>
          <a:blip r:embed="rId8"/>
          <a:stretch>
            <a:fillRect/>
          </a:stretch>
        </p:blipFill>
        <p:spPr>
          <a:xfrm>
            <a:off x="2325370" y="4593600"/>
            <a:ext cx="6299200" cy="1879600"/>
          </a:xfrm>
          <a:prstGeom prst="rect">
            <a:avLst/>
          </a:prstGeom>
        </p:spPr>
      </p:pic>
    </p:spTree>
    <p:extLst>
      <p:ext uri="{BB962C8B-B14F-4D97-AF65-F5344CB8AC3E}">
        <p14:creationId xmlns:p14="http://schemas.microsoft.com/office/powerpoint/2010/main" val="546914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141205-6D1E-4EE3-AB34-0738FB48D8A5}"/>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DA0F54EF-228F-08B8-C1DA-5D363B54847D}"/>
              </a:ext>
            </a:extLst>
          </p:cNvPr>
          <p:cNvPicPr>
            <a:picLocks noChangeAspect="1"/>
          </p:cNvPicPr>
          <p:nvPr/>
        </p:nvPicPr>
        <p:blipFill>
          <a:blip r:embed="rId2"/>
          <a:stretch>
            <a:fillRect/>
          </a:stretch>
        </p:blipFill>
        <p:spPr>
          <a:xfrm>
            <a:off x="1081087" y="670214"/>
            <a:ext cx="7772400" cy="1059872"/>
          </a:xfrm>
          <a:prstGeom prst="rect">
            <a:avLst/>
          </a:prstGeom>
        </p:spPr>
      </p:pic>
      <p:pic>
        <p:nvPicPr>
          <p:cNvPr id="3" name="Picture 2">
            <a:extLst>
              <a:ext uri="{FF2B5EF4-FFF2-40B4-BE49-F238E27FC236}">
                <a16:creationId xmlns:a16="http://schemas.microsoft.com/office/drawing/2014/main" id="{55A3E059-37FC-C6B8-F6DF-83495354077E}"/>
              </a:ext>
            </a:extLst>
          </p:cNvPr>
          <p:cNvPicPr>
            <a:picLocks noChangeAspect="1"/>
          </p:cNvPicPr>
          <p:nvPr/>
        </p:nvPicPr>
        <p:blipFill>
          <a:blip r:embed="rId3"/>
          <a:stretch>
            <a:fillRect/>
          </a:stretch>
        </p:blipFill>
        <p:spPr>
          <a:xfrm>
            <a:off x="1566862" y="1860821"/>
            <a:ext cx="7772400" cy="4079332"/>
          </a:xfrm>
          <a:prstGeom prst="rect">
            <a:avLst/>
          </a:prstGeom>
        </p:spPr>
      </p:pic>
    </p:spTree>
    <p:extLst>
      <p:ext uri="{BB962C8B-B14F-4D97-AF65-F5344CB8AC3E}">
        <p14:creationId xmlns:p14="http://schemas.microsoft.com/office/powerpoint/2010/main" val="16706243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F077D-38B7-98FD-C9D5-6DC61BDCF010}"/>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5F699314-C340-C98D-1A63-5E4EC833C135}"/>
              </a:ext>
            </a:extLst>
          </p:cNvPr>
          <p:cNvPicPr>
            <a:picLocks noChangeAspect="1"/>
          </p:cNvPicPr>
          <p:nvPr/>
        </p:nvPicPr>
        <p:blipFill>
          <a:blip r:embed="rId2"/>
          <a:stretch>
            <a:fillRect/>
          </a:stretch>
        </p:blipFill>
        <p:spPr>
          <a:xfrm>
            <a:off x="1466849" y="760968"/>
            <a:ext cx="9558021" cy="5296932"/>
          </a:xfrm>
          <a:prstGeom prst="rect">
            <a:avLst/>
          </a:prstGeom>
        </p:spPr>
      </p:pic>
    </p:spTree>
    <p:extLst>
      <p:ext uri="{BB962C8B-B14F-4D97-AF65-F5344CB8AC3E}">
        <p14:creationId xmlns:p14="http://schemas.microsoft.com/office/powerpoint/2010/main" val="9888261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1E33C-EB5F-28AF-575D-CC750AACA952}"/>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EB088514-95EA-4CE5-1A4B-D8A0C434A0EC}"/>
              </a:ext>
            </a:extLst>
          </p:cNvPr>
          <p:cNvPicPr>
            <a:picLocks noChangeAspect="1"/>
          </p:cNvPicPr>
          <p:nvPr/>
        </p:nvPicPr>
        <p:blipFill>
          <a:blip r:embed="rId2"/>
          <a:stretch>
            <a:fillRect/>
          </a:stretch>
        </p:blipFill>
        <p:spPr>
          <a:xfrm>
            <a:off x="1119188" y="1239838"/>
            <a:ext cx="3517900" cy="838200"/>
          </a:xfrm>
          <a:prstGeom prst="rect">
            <a:avLst/>
          </a:prstGeom>
        </p:spPr>
      </p:pic>
      <p:pic>
        <p:nvPicPr>
          <p:cNvPr id="3" name="Picture 2">
            <a:extLst>
              <a:ext uri="{FF2B5EF4-FFF2-40B4-BE49-F238E27FC236}">
                <a16:creationId xmlns:a16="http://schemas.microsoft.com/office/drawing/2014/main" id="{C582ACA9-BC76-1193-71B4-09FDBD2C339D}"/>
              </a:ext>
            </a:extLst>
          </p:cNvPr>
          <p:cNvPicPr>
            <a:picLocks noChangeAspect="1"/>
          </p:cNvPicPr>
          <p:nvPr/>
        </p:nvPicPr>
        <p:blipFill>
          <a:blip r:embed="rId3"/>
          <a:stretch>
            <a:fillRect/>
          </a:stretch>
        </p:blipFill>
        <p:spPr>
          <a:xfrm>
            <a:off x="1036638" y="2155826"/>
            <a:ext cx="2628900" cy="939800"/>
          </a:xfrm>
          <a:prstGeom prst="rect">
            <a:avLst/>
          </a:prstGeom>
        </p:spPr>
      </p:pic>
      <p:pic>
        <p:nvPicPr>
          <p:cNvPr id="4" name="Picture 3">
            <a:extLst>
              <a:ext uri="{FF2B5EF4-FFF2-40B4-BE49-F238E27FC236}">
                <a16:creationId xmlns:a16="http://schemas.microsoft.com/office/drawing/2014/main" id="{54ABFEC7-3DC9-0BCA-557C-E5ED408609D4}"/>
              </a:ext>
            </a:extLst>
          </p:cNvPr>
          <p:cNvPicPr>
            <a:picLocks noChangeAspect="1"/>
          </p:cNvPicPr>
          <p:nvPr/>
        </p:nvPicPr>
        <p:blipFill>
          <a:blip r:embed="rId4"/>
          <a:stretch>
            <a:fillRect/>
          </a:stretch>
        </p:blipFill>
        <p:spPr>
          <a:xfrm>
            <a:off x="1119188" y="3173414"/>
            <a:ext cx="3149600" cy="609600"/>
          </a:xfrm>
          <a:prstGeom prst="rect">
            <a:avLst/>
          </a:prstGeom>
        </p:spPr>
      </p:pic>
      <p:pic>
        <p:nvPicPr>
          <p:cNvPr id="5" name="Picture 4">
            <a:extLst>
              <a:ext uri="{FF2B5EF4-FFF2-40B4-BE49-F238E27FC236}">
                <a16:creationId xmlns:a16="http://schemas.microsoft.com/office/drawing/2014/main" id="{6E9468EA-D7E7-1FFC-B478-CBF23116758E}"/>
              </a:ext>
            </a:extLst>
          </p:cNvPr>
          <p:cNvPicPr>
            <a:picLocks noChangeAspect="1"/>
          </p:cNvPicPr>
          <p:nvPr/>
        </p:nvPicPr>
        <p:blipFill>
          <a:blip r:embed="rId5"/>
          <a:stretch>
            <a:fillRect/>
          </a:stretch>
        </p:blipFill>
        <p:spPr>
          <a:xfrm>
            <a:off x="1213168" y="4090353"/>
            <a:ext cx="7391400" cy="2298700"/>
          </a:xfrm>
          <a:prstGeom prst="rect">
            <a:avLst/>
          </a:prstGeom>
        </p:spPr>
      </p:pic>
      <p:sp>
        <p:nvSpPr>
          <p:cNvPr id="6" name="TextBox 5">
            <a:extLst>
              <a:ext uri="{FF2B5EF4-FFF2-40B4-BE49-F238E27FC236}">
                <a16:creationId xmlns:a16="http://schemas.microsoft.com/office/drawing/2014/main" id="{4842F351-EB93-4274-1359-E29D5895B380}"/>
              </a:ext>
            </a:extLst>
          </p:cNvPr>
          <p:cNvSpPr txBox="1"/>
          <p:nvPr/>
        </p:nvSpPr>
        <p:spPr>
          <a:xfrm>
            <a:off x="814143" y="635733"/>
            <a:ext cx="1194045" cy="400110"/>
          </a:xfrm>
          <a:prstGeom prst="rect">
            <a:avLst/>
          </a:prstGeom>
          <a:noFill/>
        </p:spPr>
        <p:txBody>
          <a:bodyPr wrap="none" rtlCol="0">
            <a:spAutoFit/>
          </a:bodyPr>
          <a:lstStyle/>
          <a:p>
            <a:r>
              <a:rPr lang="en-US" sz="2000" b="1" dirty="0"/>
              <a:t>Example</a:t>
            </a:r>
          </a:p>
        </p:txBody>
      </p:sp>
    </p:spTree>
    <p:extLst>
      <p:ext uri="{BB962C8B-B14F-4D97-AF65-F5344CB8AC3E}">
        <p14:creationId xmlns:p14="http://schemas.microsoft.com/office/powerpoint/2010/main" val="3661159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41A70D-8DEF-C67D-5319-5736946E2009}"/>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80BE59ED-AFEB-6BA2-6D2A-9EC0C07A9C24}"/>
              </a:ext>
            </a:extLst>
          </p:cNvPr>
          <p:cNvPicPr>
            <a:picLocks noChangeAspect="1"/>
          </p:cNvPicPr>
          <p:nvPr/>
        </p:nvPicPr>
        <p:blipFill>
          <a:blip r:embed="rId2"/>
          <a:stretch>
            <a:fillRect/>
          </a:stretch>
        </p:blipFill>
        <p:spPr>
          <a:xfrm>
            <a:off x="1101090" y="900470"/>
            <a:ext cx="9898312" cy="5057418"/>
          </a:xfrm>
          <a:prstGeom prst="rect">
            <a:avLst/>
          </a:prstGeom>
        </p:spPr>
      </p:pic>
    </p:spTree>
    <p:extLst>
      <p:ext uri="{BB962C8B-B14F-4D97-AF65-F5344CB8AC3E}">
        <p14:creationId xmlns:p14="http://schemas.microsoft.com/office/powerpoint/2010/main" val="15341479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6B49D-E9E6-8418-14BD-E92D87941BC4}"/>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996CE0C0-2BFE-5ACF-4EFD-4885CC968AE6}"/>
              </a:ext>
            </a:extLst>
          </p:cNvPr>
          <p:cNvPicPr>
            <a:picLocks noChangeAspect="1"/>
          </p:cNvPicPr>
          <p:nvPr/>
        </p:nvPicPr>
        <p:blipFill>
          <a:blip r:embed="rId2"/>
          <a:stretch>
            <a:fillRect/>
          </a:stretch>
        </p:blipFill>
        <p:spPr>
          <a:xfrm>
            <a:off x="1195387" y="592767"/>
            <a:ext cx="9460008" cy="2521907"/>
          </a:xfrm>
          <a:prstGeom prst="rect">
            <a:avLst/>
          </a:prstGeom>
        </p:spPr>
      </p:pic>
      <p:pic>
        <p:nvPicPr>
          <p:cNvPr id="3" name="Picture 2">
            <a:extLst>
              <a:ext uri="{FF2B5EF4-FFF2-40B4-BE49-F238E27FC236}">
                <a16:creationId xmlns:a16="http://schemas.microsoft.com/office/drawing/2014/main" id="{8BEFD6F8-C568-F368-D729-2FB1D31E9402}"/>
              </a:ext>
            </a:extLst>
          </p:cNvPr>
          <p:cNvPicPr>
            <a:picLocks noChangeAspect="1"/>
          </p:cNvPicPr>
          <p:nvPr/>
        </p:nvPicPr>
        <p:blipFill>
          <a:blip r:embed="rId3"/>
          <a:stretch>
            <a:fillRect/>
          </a:stretch>
        </p:blipFill>
        <p:spPr>
          <a:xfrm>
            <a:off x="3606799" y="2952750"/>
            <a:ext cx="4894263" cy="1252798"/>
          </a:xfrm>
          <a:prstGeom prst="rect">
            <a:avLst/>
          </a:prstGeom>
        </p:spPr>
      </p:pic>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0BB97E03-938A-404C-9A28-F1021779A62B}"/>
                  </a:ext>
                </a:extLst>
              </p14:cNvPr>
              <p14:cNvContentPartPr/>
              <p14:nvPr/>
            </p14:nvContentPartPr>
            <p14:xfrm>
              <a:off x="2672572" y="1290105"/>
              <a:ext cx="959760" cy="18360"/>
            </p14:xfrm>
          </p:contentPart>
        </mc:Choice>
        <mc:Fallback xmlns="">
          <p:pic>
            <p:nvPicPr>
              <p:cNvPr id="4" name="Ink 3">
                <a:extLst>
                  <a:ext uri="{FF2B5EF4-FFF2-40B4-BE49-F238E27FC236}">
                    <a16:creationId xmlns:a16="http://schemas.microsoft.com/office/drawing/2014/main" id="{0BB97E03-938A-404C-9A28-F1021779A62B}"/>
                  </a:ext>
                </a:extLst>
              </p:cNvPr>
              <p:cNvPicPr/>
              <p:nvPr/>
            </p:nvPicPr>
            <p:blipFill>
              <a:blip r:embed="rId5"/>
              <a:stretch>
                <a:fillRect/>
              </a:stretch>
            </p:blipFill>
            <p:spPr>
              <a:xfrm>
                <a:off x="2618572" y="1182465"/>
                <a:ext cx="1067400" cy="234000"/>
              </a:xfrm>
              <a:prstGeom prst="rect">
                <a:avLst/>
              </a:prstGeom>
            </p:spPr>
          </p:pic>
        </mc:Fallback>
      </mc:AlternateContent>
    </p:spTree>
    <p:extLst>
      <p:ext uri="{BB962C8B-B14F-4D97-AF65-F5344CB8AC3E}">
        <p14:creationId xmlns:p14="http://schemas.microsoft.com/office/powerpoint/2010/main" val="27563252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054EA-8E41-4F49-34D7-C897020D9A04}"/>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CD805F50-052A-8A9F-50B6-FE3369C52FE5}"/>
              </a:ext>
            </a:extLst>
          </p:cNvPr>
          <p:cNvPicPr>
            <a:picLocks noChangeAspect="1"/>
          </p:cNvPicPr>
          <p:nvPr/>
        </p:nvPicPr>
        <p:blipFill>
          <a:blip r:embed="rId2"/>
          <a:stretch>
            <a:fillRect/>
          </a:stretch>
        </p:blipFill>
        <p:spPr>
          <a:xfrm>
            <a:off x="1209676" y="1445610"/>
            <a:ext cx="10326634" cy="4169378"/>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2DFA978A-F873-F2AC-83C3-918EC28CD387}"/>
                  </a:ext>
                </a:extLst>
              </p14:cNvPr>
              <p14:cNvContentPartPr/>
              <p14:nvPr/>
            </p14:nvContentPartPr>
            <p14:xfrm>
              <a:off x="3853732" y="2375505"/>
              <a:ext cx="2246400" cy="108720"/>
            </p14:xfrm>
          </p:contentPart>
        </mc:Choice>
        <mc:Fallback xmlns="">
          <p:pic>
            <p:nvPicPr>
              <p:cNvPr id="3" name="Ink 2">
                <a:extLst>
                  <a:ext uri="{FF2B5EF4-FFF2-40B4-BE49-F238E27FC236}">
                    <a16:creationId xmlns:a16="http://schemas.microsoft.com/office/drawing/2014/main" id="{2DFA978A-F873-F2AC-83C3-918EC28CD387}"/>
                  </a:ext>
                </a:extLst>
              </p:cNvPr>
              <p:cNvPicPr/>
              <p:nvPr/>
            </p:nvPicPr>
            <p:blipFill>
              <a:blip r:embed="rId4"/>
              <a:stretch>
                <a:fillRect/>
              </a:stretch>
            </p:blipFill>
            <p:spPr>
              <a:xfrm>
                <a:off x="3799732" y="2267865"/>
                <a:ext cx="2354040" cy="324360"/>
              </a:xfrm>
              <a:prstGeom prst="rect">
                <a:avLst/>
              </a:prstGeom>
            </p:spPr>
          </p:pic>
        </mc:Fallback>
      </mc:AlternateContent>
    </p:spTree>
    <p:extLst>
      <p:ext uri="{BB962C8B-B14F-4D97-AF65-F5344CB8AC3E}">
        <p14:creationId xmlns:p14="http://schemas.microsoft.com/office/powerpoint/2010/main" val="20708857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5DD79-CF8E-16D4-C861-F302F0E495D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65B9543-CFE1-16D9-60F3-E042EA530B21}"/>
              </a:ext>
            </a:extLst>
          </p:cNvPr>
          <p:cNvSpPr txBox="1"/>
          <p:nvPr/>
        </p:nvSpPr>
        <p:spPr>
          <a:xfrm>
            <a:off x="814143" y="635733"/>
            <a:ext cx="1194045" cy="400110"/>
          </a:xfrm>
          <a:prstGeom prst="rect">
            <a:avLst/>
          </a:prstGeom>
          <a:noFill/>
        </p:spPr>
        <p:txBody>
          <a:bodyPr wrap="none" rtlCol="0">
            <a:spAutoFit/>
          </a:bodyPr>
          <a:lstStyle/>
          <a:p>
            <a:r>
              <a:rPr lang="en-US" sz="2000" b="1" dirty="0"/>
              <a:t>Example</a:t>
            </a:r>
          </a:p>
        </p:txBody>
      </p:sp>
      <p:pic>
        <p:nvPicPr>
          <p:cNvPr id="4" name="Picture 3">
            <a:extLst>
              <a:ext uri="{FF2B5EF4-FFF2-40B4-BE49-F238E27FC236}">
                <a16:creationId xmlns:a16="http://schemas.microsoft.com/office/drawing/2014/main" id="{3DFA4FC7-DE58-AF3D-DE01-607EFF2285C4}"/>
              </a:ext>
            </a:extLst>
          </p:cNvPr>
          <p:cNvPicPr>
            <a:picLocks noChangeAspect="1"/>
          </p:cNvPicPr>
          <p:nvPr/>
        </p:nvPicPr>
        <p:blipFill>
          <a:blip r:embed="rId2"/>
          <a:stretch>
            <a:fillRect/>
          </a:stretch>
        </p:blipFill>
        <p:spPr>
          <a:xfrm>
            <a:off x="1449265" y="1225550"/>
            <a:ext cx="1270000" cy="635000"/>
          </a:xfrm>
          <a:prstGeom prst="rect">
            <a:avLst/>
          </a:prstGeom>
        </p:spPr>
      </p:pic>
      <p:pic>
        <p:nvPicPr>
          <p:cNvPr id="5" name="Picture 4">
            <a:extLst>
              <a:ext uri="{FF2B5EF4-FFF2-40B4-BE49-F238E27FC236}">
                <a16:creationId xmlns:a16="http://schemas.microsoft.com/office/drawing/2014/main" id="{9C175023-EC2D-6DC2-F5F0-56F798FB918D}"/>
              </a:ext>
            </a:extLst>
          </p:cNvPr>
          <p:cNvPicPr>
            <a:picLocks noChangeAspect="1"/>
          </p:cNvPicPr>
          <p:nvPr/>
        </p:nvPicPr>
        <p:blipFill>
          <a:blip r:embed="rId3"/>
          <a:stretch>
            <a:fillRect/>
          </a:stretch>
        </p:blipFill>
        <p:spPr>
          <a:xfrm>
            <a:off x="3376612" y="1225550"/>
            <a:ext cx="1295400" cy="584200"/>
          </a:xfrm>
          <a:prstGeom prst="rect">
            <a:avLst/>
          </a:prstGeom>
        </p:spPr>
      </p:pic>
      <p:pic>
        <p:nvPicPr>
          <p:cNvPr id="6" name="Picture 5">
            <a:extLst>
              <a:ext uri="{FF2B5EF4-FFF2-40B4-BE49-F238E27FC236}">
                <a16:creationId xmlns:a16="http://schemas.microsoft.com/office/drawing/2014/main" id="{D61D4FC6-DB26-1954-8EA8-E37E1F14F2C1}"/>
              </a:ext>
            </a:extLst>
          </p:cNvPr>
          <p:cNvPicPr>
            <a:picLocks noChangeAspect="1"/>
          </p:cNvPicPr>
          <p:nvPr/>
        </p:nvPicPr>
        <p:blipFill>
          <a:blip r:embed="rId4"/>
          <a:stretch>
            <a:fillRect/>
          </a:stretch>
        </p:blipFill>
        <p:spPr>
          <a:xfrm>
            <a:off x="5222875" y="1225550"/>
            <a:ext cx="1346200" cy="584200"/>
          </a:xfrm>
          <a:prstGeom prst="rect">
            <a:avLst/>
          </a:prstGeom>
        </p:spPr>
      </p:pic>
      <p:pic>
        <p:nvPicPr>
          <p:cNvPr id="7" name="Picture 6">
            <a:extLst>
              <a:ext uri="{FF2B5EF4-FFF2-40B4-BE49-F238E27FC236}">
                <a16:creationId xmlns:a16="http://schemas.microsoft.com/office/drawing/2014/main" id="{EC932DA9-1895-BF0A-7926-BE32CB0BF725}"/>
              </a:ext>
            </a:extLst>
          </p:cNvPr>
          <p:cNvPicPr>
            <a:picLocks noChangeAspect="1"/>
          </p:cNvPicPr>
          <p:nvPr/>
        </p:nvPicPr>
        <p:blipFill>
          <a:blip r:embed="rId5"/>
          <a:stretch>
            <a:fillRect/>
          </a:stretch>
        </p:blipFill>
        <p:spPr>
          <a:xfrm>
            <a:off x="7119938" y="1390650"/>
            <a:ext cx="1524000" cy="304800"/>
          </a:xfrm>
          <a:prstGeom prst="rect">
            <a:avLst/>
          </a:prstGeom>
        </p:spPr>
      </p:pic>
      <p:pic>
        <p:nvPicPr>
          <p:cNvPr id="8" name="Picture 7">
            <a:extLst>
              <a:ext uri="{FF2B5EF4-FFF2-40B4-BE49-F238E27FC236}">
                <a16:creationId xmlns:a16="http://schemas.microsoft.com/office/drawing/2014/main" id="{14308C61-98F3-F93B-3374-EC28B1333A8E}"/>
              </a:ext>
            </a:extLst>
          </p:cNvPr>
          <p:cNvPicPr>
            <a:picLocks noChangeAspect="1"/>
          </p:cNvPicPr>
          <p:nvPr/>
        </p:nvPicPr>
        <p:blipFill>
          <a:blip r:embed="rId6"/>
          <a:stretch>
            <a:fillRect/>
          </a:stretch>
        </p:blipFill>
        <p:spPr>
          <a:xfrm>
            <a:off x="1023815" y="5513388"/>
            <a:ext cx="3390900" cy="889000"/>
          </a:xfrm>
          <a:prstGeom prst="rect">
            <a:avLst/>
          </a:prstGeom>
        </p:spPr>
      </p:pic>
      <p:pic>
        <p:nvPicPr>
          <p:cNvPr id="9" name="Picture 8">
            <a:extLst>
              <a:ext uri="{FF2B5EF4-FFF2-40B4-BE49-F238E27FC236}">
                <a16:creationId xmlns:a16="http://schemas.microsoft.com/office/drawing/2014/main" id="{3DBD23C1-D99D-B8D9-6E0C-9470A601107E}"/>
              </a:ext>
            </a:extLst>
          </p:cNvPr>
          <p:cNvPicPr>
            <a:picLocks noChangeAspect="1"/>
          </p:cNvPicPr>
          <p:nvPr/>
        </p:nvPicPr>
        <p:blipFill>
          <a:blip r:embed="rId7"/>
          <a:stretch>
            <a:fillRect/>
          </a:stretch>
        </p:blipFill>
        <p:spPr>
          <a:xfrm>
            <a:off x="5929313" y="5541963"/>
            <a:ext cx="4140200" cy="812800"/>
          </a:xfrm>
          <a:prstGeom prst="rect">
            <a:avLst/>
          </a:prstGeom>
        </p:spPr>
      </p:pic>
      <p:sp>
        <p:nvSpPr>
          <p:cNvPr id="11" name="TextBox 10">
            <a:extLst>
              <a:ext uri="{FF2B5EF4-FFF2-40B4-BE49-F238E27FC236}">
                <a16:creationId xmlns:a16="http://schemas.microsoft.com/office/drawing/2014/main" id="{D6FEEBA0-0304-5EB1-30CE-AE0C3EB2AF40}"/>
              </a:ext>
            </a:extLst>
          </p:cNvPr>
          <p:cNvSpPr txBox="1"/>
          <p:nvPr/>
        </p:nvSpPr>
        <p:spPr>
          <a:xfrm>
            <a:off x="973931" y="5194856"/>
            <a:ext cx="6100762" cy="369332"/>
          </a:xfrm>
          <a:prstGeom prst="rect">
            <a:avLst/>
          </a:prstGeom>
          <a:noFill/>
        </p:spPr>
        <p:txBody>
          <a:bodyPr wrap="square">
            <a:spAutoFit/>
          </a:bodyPr>
          <a:lstStyle/>
          <a:p>
            <a:r>
              <a:rPr lang="en-US" dirty="0"/>
              <a:t>Eigenvalues and eigenfunctions:</a:t>
            </a:r>
          </a:p>
        </p:txBody>
      </p:sp>
    </p:spTree>
    <p:extLst>
      <p:ext uri="{BB962C8B-B14F-4D97-AF65-F5344CB8AC3E}">
        <p14:creationId xmlns:p14="http://schemas.microsoft.com/office/powerpoint/2010/main" val="4191250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3FBD4C-6DE4-DADC-EAF2-265F8B94B45D}"/>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AB80848B-40B8-3745-8153-FD0D9046F70F}"/>
              </a:ext>
            </a:extLst>
          </p:cNvPr>
          <p:cNvPicPr>
            <a:picLocks noChangeAspect="1"/>
          </p:cNvPicPr>
          <p:nvPr/>
        </p:nvPicPr>
        <p:blipFill>
          <a:blip r:embed="rId2"/>
          <a:stretch>
            <a:fillRect/>
          </a:stretch>
        </p:blipFill>
        <p:spPr>
          <a:xfrm>
            <a:off x="1630680" y="1083310"/>
            <a:ext cx="4038600" cy="850900"/>
          </a:xfrm>
          <a:prstGeom prst="rect">
            <a:avLst/>
          </a:prstGeom>
        </p:spPr>
      </p:pic>
      <p:sp>
        <p:nvSpPr>
          <p:cNvPr id="3" name="TextBox 2">
            <a:extLst>
              <a:ext uri="{FF2B5EF4-FFF2-40B4-BE49-F238E27FC236}">
                <a16:creationId xmlns:a16="http://schemas.microsoft.com/office/drawing/2014/main" id="{93AC4D5E-9B27-BA36-92E9-45CB43F7EC15}"/>
              </a:ext>
            </a:extLst>
          </p:cNvPr>
          <p:cNvSpPr txBox="1"/>
          <p:nvPr/>
        </p:nvSpPr>
        <p:spPr>
          <a:xfrm>
            <a:off x="1630680" y="2100263"/>
            <a:ext cx="388248" cy="369332"/>
          </a:xfrm>
          <a:prstGeom prst="rect">
            <a:avLst/>
          </a:prstGeom>
          <a:noFill/>
        </p:spPr>
        <p:txBody>
          <a:bodyPr wrap="none" rtlCol="0">
            <a:spAutoFit/>
          </a:bodyPr>
          <a:lstStyle/>
          <a:p>
            <a:r>
              <a:rPr lang="en-US" dirty="0"/>
              <a:t>or</a:t>
            </a:r>
          </a:p>
        </p:txBody>
      </p:sp>
      <p:pic>
        <p:nvPicPr>
          <p:cNvPr id="4" name="Picture 3">
            <a:extLst>
              <a:ext uri="{FF2B5EF4-FFF2-40B4-BE49-F238E27FC236}">
                <a16:creationId xmlns:a16="http://schemas.microsoft.com/office/drawing/2014/main" id="{B0B86D37-FFBF-7401-117F-52E6A2EE0B56}"/>
              </a:ext>
            </a:extLst>
          </p:cNvPr>
          <p:cNvPicPr>
            <a:picLocks noChangeAspect="1"/>
          </p:cNvPicPr>
          <p:nvPr/>
        </p:nvPicPr>
        <p:blipFill>
          <a:blip r:embed="rId3"/>
          <a:stretch>
            <a:fillRect/>
          </a:stretch>
        </p:blipFill>
        <p:spPr>
          <a:xfrm>
            <a:off x="1508125" y="2635648"/>
            <a:ext cx="3746500" cy="1066800"/>
          </a:xfrm>
          <a:prstGeom prst="rect">
            <a:avLst/>
          </a:prstGeom>
        </p:spPr>
      </p:pic>
    </p:spTree>
    <p:extLst>
      <p:ext uri="{BB962C8B-B14F-4D97-AF65-F5344CB8AC3E}">
        <p14:creationId xmlns:p14="http://schemas.microsoft.com/office/powerpoint/2010/main" val="4086750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83DE5-E9B0-EEF6-5968-37C3B8425F2C}"/>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3C73AF39-E25A-DC45-CE7D-C7AF97243DEF}"/>
              </a:ext>
            </a:extLst>
          </p:cNvPr>
          <p:cNvPicPr>
            <a:picLocks noChangeAspect="1"/>
          </p:cNvPicPr>
          <p:nvPr/>
        </p:nvPicPr>
        <p:blipFill>
          <a:blip r:embed="rId2"/>
          <a:stretch>
            <a:fillRect/>
          </a:stretch>
        </p:blipFill>
        <p:spPr>
          <a:xfrm>
            <a:off x="960437" y="835025"/>
            <a:ext cx="2870200" cy="1130300"/>
          </a:xfrm>
          <a:prstGeom prst="rect">
            <a:avLst/>
          </a:prstGeom>
        </p:spPr>
      </p:pic>
      <p:pic>
        <p:nvPicPr>
          <p:cNvPr id="3" name="Picture 2">
            <a:extLst>
              <a:ext uri="{FF2B5EF4-FFF2-40B4-BE49-F238E27FC236}">
                <a16:creationId xmlns:a16="http://schemas.microsoft.com/office/drawing/2014/main" id="{C10C3304-67AC-E6B6-7519-6E2BBFDBA2C5}"/>
              </a:ext>
            </a:extLst>
          </p:cNvPr>
          <p:cNvPicPr>
            <a:picLocks noChangeAspect="1"/>
          </p:cNvPicPr>
          <p:nvPr/>
        </p:nvPicPr>
        <p:blipFill>
          <a:blip r:embed="rId3"/>
          <a:stretch>
            <a:fillRect/>
          </a:stretch>
        </p:blipFill>
        <p:spPr>
          <a:xfrm>
            <a:off x="6205537" y="733425"/>
            <a:ext cx="4724400" cy="1231900"/>
          </a:xfrm>
          <a:prstGeom prst="rect">
            <a:avLst/>
          </a:prstGeom>
        </p:spPr>
      </p:pic>
    </p:spTree>
    <p:extLst>
      <p:ext uri="{BB962C8B-B14F-4D97-AF65-F5344CB8AC3E}">
        <p14:creationId xmlns:p14="http://schemas.microsoft.com/office/powerpoint/2010/main" val="8161097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F0A4D-6B32-BB5D-1580-39EAC6B1DA9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E4D0E40-7EF1-3AEA-5D34-A4865356F2EA}"/>
              </a:ext>
            </a:extLst>
          </p:cNvPr>
          <p:cNvSpPr txBox="1"/>
          <p:nvPr/>
        </p:nvSpPr>
        <p:spPr>
          <a:xfrm>
            <a:off x="814143" y="635733"/>
            <a:ext cx="1194045" cy="400110"/>
          </a:xfrm>
          <a:prstGeom prst="rect">
            <a:avLst/>
          </a:prstGeom>
          <a:noFill/>
        </p:spPr>
        <p:txBody>
          <a:bodyPr wrap="none" rtlCol="0">
            <a:spAutoFit/>
          </a:bodyPr>
          <a:lstStyle/>
          <a:p>
            <a:r>
              <a:rPr lang="en-US" sz="2000" b="1" dirty="0"/>
              <a:t>Example</a:t>
            </a:r>
          </a:p>
        </p:txBody>
      </p:sp>
      <p:pic>
        <p:nvPicPr>
          <p:cNvPr id="3" name="Picture 2">
            <a:extLst>
              <a:ext uri="{FF2B5EF4-FFF2-40B4-BE49-F238E27FC236}">
                <a16:creationId xmlns:a16="http://schemas.microsoft.com/office/drawing/2014/main" id="{89B92A92-5068-EB5A-8A1E-FDDCF4D85314}"/>
              </a:ext>
            </a:extLst>
          </p:cNvPr>
          <p:cNvPicPr>
            <a:picLocks noChangeAspect="1"/>
          </p:cNvPicPr>
          <p:nvPr/>
        </p:nvPicPr>
        <p:blipFill>
          <a:blip r:embed="rId2"/>
          <a:stretch>
            <a:fillRect/>
          </a:stretch>
        </p:blipFill>
        <p:spPr>
          <a:xfrm>
            <a:off x="1106714" y="1343788"/>
            <a:ext cx="3683000" cy="812800"/>
          </a:xfrm>
          <a:prstGeom prst="rect">
            <a:avLst/>
          </a:prstGeom>
        </p:spPr>
      </p:pic>
      <p:pic>
        <p:nvPicPr>
          <p:cNvPr id="4" name="Picture 3">
            <a:extLst>
              <a:ext uri="{FF2B5EF4-FFF2-40B4-BE49-F238E27FC236}">
                <a16:creationId xmlns:a16="http://schemas.microsoft.com/office/drawing/2014/main" id="{B50865A2-CCED-AF5B-3A5A-74A6C4A54380}"/>
              </a:ext>
            </a:extLst>
          </p:cNvPr>
          <p:cNvPicPr>
            <a:picLocks noChangeAspect="1"/>
          </p:cNvPicPr>
          <p:nvPr/>
        </p:nvPicPr>
        <p:blipFill>
          <a:blip r:embed="rId3"/>
          <a:stretch>
            <a:fillRect/>
          </a:stretch>
        </p:blipFill>
        <p:spPr>
          <a:xfrm>
            <a:off x="5000171" y="1343788"/>
            <a:ext cx="4165600" cy="939800"/>
          </a:xfrm>
          <a:prstGeom prst="rect">
            <a:avLst/>
          </a:prstGeom>
        </p:spPr>
      </p:pic>
      <p:pic>
        <p:nvPicPr>
          <p:cNvPr id="5" name="Picture 4">
            <a:extLst>
              <a:ext uri="{FF2B5EF4-FFF2-40B4-BE49-F238E27FC236}">
                <a16:creationId xmlns:a16="http://schemas.microsoft.com/office/drawing/2014/main" id="{1122CB59-5CBB-666A-E606-4E81F53DC2C1}"/>
              </a:ext>
            </a:extLst>
          </p:cNvPr>
          <p:cNvPicPr>
            <a:picLocks noChangeAspect="1"/>
          </p:cNvPicPr>
          <p:nvPr/>
        </p:nvPicPr>
        <p:blipFill>
          <a:blip r:embed="rId4"/>
          <a:stretch>
            <a:fillRect/>
          </a:stretch>
        </p:blipFill>
        <p:spPr>
          <a:xfrm>
            <a:off x="9010650" y="1413638"/>
            <a:ext cx="2908300" cy="800100"/>
          </a:xfrm>
          <a:prstGeom prst="rect">
            <a:avLst/>
          </a:prstGeom>
        </p:spPr>
      </p:pic>
      <p:pic>
        <p:nvPicPr>
          <p:cNvPr id="6" name="Picture 5">
            <a:extLst>
              <a:ext uri="{FF2B5EF4-FFF2-40B4-BE49-F238E27FC236}">
                <a16:creationId xmlns:a16="http://schemas.microsoft.com/office/drawing/2014/main" id="{F68E0152-13E1-0341-DB7E-879EA24C15FA}"/>
              </a:ext>
            </a:extLst>
          </p:cNvPr>
          <p:cNvPicPr>
            <a:picLocks noChangeAspect="1"/>
          </p:cNvPicPr>
          <p:nvPr/>
        </p:nvPicPr>
        <p:blipFill>
          <a:blip r:embed="rId5"/>
          <a:stretch>
            <a:fillRect/>
          </a:stretch>
        </p:blipFill>
        <p:spPr>
          <a:xfrm>
            <a:off x="814143" y="5644840"/>
            <a:ext cx="5981700" cy="965200"/>
          </a:xfrm>
          <a:prstGeom prst="rect">
            <a:avLst/>
          </a:prstGeom>
        </p:spPr>
      </p:pic>
      <p:pic>
        <p:nvPicPr>
          <p:cNvPr id="7" name="Picture 6">
            <a:extLst>
              <a:ext uri="{FF2B5EF4-FFF2-40B4-BE49-F238E27FC236}">
                <a16:creationId xmlns:a16="http://schemas.microsoft.com/office/drawing/2014/main" id="{B42C71E0-21E2-6A2E-4E46-D3DB42F34FE1}"/>
              </a:ext>
            </a:extLst>
          </p:cNvPr>
          <p:cNvPicPr>
            <a:picLocks noChangeAspect="1"/>
          </p:cNvPicPr>
          <p:nvPr/>
        </p:nvPicPr>
        <p:blipFill>
          <a:blip r:embed="rId6"/>
          <a:stretch>
            <a:fillRect/>
          </a:stretch>
        </p:blipFill>
        <p:spPr>
          <a:xfrm>
            <a:off x="7446555" y="5514212"/>
            <a:ext cx="1917700" cy="825500"/>
          </a:xfrm>
          <a:prstGeom prst="rect">
            <a:avLst/>
          </a:prstGeom>
        </p:spPr>
      </p:pic>
    </p:spTree>
    <p:extLst>
      <p:ext uri="{BB962C8B-B14F-4D97-AF65-F5344CB8AC3E}">
        <p14:creationId xmlns:p14="http://schemas.microsoft.com/office/powerpoint/2010/main" val="3441448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12748-EDB3-1505-79BD-3E5DA8549A36}"/>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63A65475-8997-7B06-873A-DD7A95E1A887}"/>
              </a:ext>
            </a:extLst>
          </p:cNvPr>
          <p:cNvPicPr>
            <a:picLocks noChangeAspect="1"/>
          </p:cNvPicPr>
          <p:nvPr/>
        </p:nvPicPr>
        <p:blipFill>
          <a:blip r:embed="rId2"/>
          <a:stretch>
            <a:fillRect/>
          </a:stretch>
        </p:blipFill>
        <p:spPr>
          <a:xfrm>
            <a:off x="2436736" y="934103"/>
            <a:ext cx="5981549" cy="5561039"/>
          </a:xfrm>
          <a:prstGeom prst="rect">
            <a:avLst/>
          </a:prstGeom>
        </p:spPr>
      </p:pic>
    </p:spTree>
    <p:extLst>
      <p:ext uri="{BB962C8B-B14F-4D97-AF65-F5344CB8AC3E}">
        <p14:creationId xmlns:p14="http://schemas.microsoft.com/office/powerpoint/2010/main" val="8459688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D7FD59-5860-68B9-1368-D51FA854544B}"/>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11F498C2-23C4-20BC-C5B7-076A68456BF7}"/>
              </a:ext>
            </a:extLst>
          </p:cNvPr>
          <p:cNvPicPr>
            <a:picLocks noChangeAspect="1"/>
          </p:cNvPicPr>
          <p:nvPr/>
        </p:nvPicPr>
        <p:blipFill>
          <a:blip r:embed="rId2"/>
          <a:stretch>
            <a:fillRect/>
          </a:stretch>
        </p:blipFill>
        <p:spPr>
          <a:xfrm>
            <a:off x="5094696" y="3697338"/>
            <a:ext cx="2841383" cy="1948963"/>
          </a:xfrm>
          <a:prstGeom prst="rect">
            <a:avLst/>
          </a:prstGeom>
        </p:spPr>
      </p:pic>
      <p:sp>
        <p:nvSpPr>
          <p:cNvPr id="3" name="TextBox 2">
            <a:extLst>
              <a:ext uri="{FF2B5EF4-FFF2-40B4-BE49-F238E27FC236}">
                <a16:creationId xmlns:a16="http://schemas.microsoft.com/office/drawing/2014/main" id="{521C3E74-1DAE-B7ED-7A3A-D0118EE18EA0}"/>
              </a:ext>
            </a:extLst>
          </p:cNvPr>
          <p:cNvSpPr txBox="1"/>
          <p:nvPr/>
        </p:nvSpPr>
        <p:spPr>
          <a:xfrm>
            <a:off x="842010" y="824802"/>
            <a:ext cx="6096000" cy="400110"/>
          </a:xfrm>
          <a:prstGeom prst="rect">
            <a:avLst/>
          </a:prstGeom>
          <a:noFill/>
        </p:spPr>
        <p:txBody>
          <a:bodyPr wrap="square">
            <a:spAutoFit/>
          </a:bodyPr>
          <a:lstStyle/>
          <a:p>
            <a:r>
              <a:rPr lang="en-US" sz="2000" b="1" dirty="0"/>
              <a:t>Heat Conduction in a Thin Insulated Circular Ring</a:t>
            </a:r>
          </a:p>
        </p:txBody>
      </p:sp>
      <p:pic>
        <p:nvPicPr>
          <p:cNvPr id="4" name="Picture 3">
            <a:extLst>
              <a:ext uri="{FF2B5EF4-FFF2-40B4-BE49-F238E27FC236}">
                <a16:creationId xmlns:a16="http://schemas.microsoft.com/office/drawing/2014/main" id="{FBAF6CB7-6A12-1C8A-3377-F10F4B2F800B}"/>
              </a:ext>
            </a:extLst>
          </p:cNvPr>
          <p:cNvPicPr>
            <a:picLocks noChangeAspect="1"/>
          </p:cNvPicPr>
          <p:nvPr/>
        </p:nvPicPr>
        <p:blipFill>
          <a:blip r:embed="rId3"/>
          <a:stretch>
            <a:fillRect/>
          </a:stretch>
        </p:blipFill>
        <p:spPr>
          <a:xfrm>
            <a:off x="1150438" y="1514735"/>
            <a:ext cx="7772400" cy="2273688"/>
          </a:xfrm>
          <a:prstGeom prst="rect">
            <a:avLst/>
          </a:prstGeom>
        </p:spPr>
      </p:pic>
      <p:pic>
        <p:nvPicPr>
          <p:cNvPr id="5" name="Picture 4">
            <a:extLst>
              <a:ext uri="{FF2B5EF4-FFF2-40B4-BE49-F238E27FC236}">
                <a16:creationId xmlns:a16="http://schemas.microsoft.com/office/drawing/2014/main" id="{C0CA86A3-B790-6DF0-5867-3145A0F84E4D}"/>
              </a:ext>
            </a:extLst>
          </p:cNvPr>
          <p:cNvPicPr>
            <a:picLocks noChangeAspect="1"/>
          </p:cNvPicPr>
          <p:nvPr/>
        </p:nvPicPr>
        <p:blipFill>
          <a:blip r:embed="rId4"/>
          <a:stretch>
            <a:fillRect/>
          </a:stretch>
        </p:blipFill>
        <p:spPr>
          <a:xfrm>
            <a:off x="1570265" y="4293507"/>
            <a:ext cx="1358900" cy="622300"/>
          </a:xfrm>
          <a:prstGeom prst="rect">
            <a:avLst/>
          </a:prstGeom>
        </p:spPr>
      </p:pic>
      <p:pic>
        <p:nvPicPr>
          <p:cNvPr id="7" name="Picture 6">
            <a:extLst>
              <a:ext uri="{FF2B5EF4-FFF2-40B4-BE49-F238E27FC236}">
                <a16:creationId xmlns:a16="http://schemas.microsoft.com/office/drawing/2014/main" id="{25D4A2C4-5DF4-DE33-69B4-F67096DCC5E9}"/>
              </a:ext>
            </a:extLst>
          </p:cNvPr>
          <p:cNvPicPr>
            <a:picLocks noChangeAspect="1"/>
          </p:cNvPicPr>
          <p:nvPr/>
        </p:nvPicPr>
        <p:blipFill>
          <a:blip r:embed="rId5"/>
          <a:stretch>
            <a:fillRect/>
          </a:stretch>
        </p:blipFill>
        <p:spPr>
          <a:xfrm>
            <a:off x="1150438" y="5555215"/>
            <a:ext cx="7772400" cy="1013791"/>
          </a:xfrm>
          <a:prstGeom prst="rect">
            <a:avLst/>
          </a:prstGeom>
        </p:spPr>
      </p:pic>
    </p:spTree>
    <p:extLst>
      <p:ext uri="{BB962C8B-B14F-4D97-AF65-F5344CB8AC3E}">
        <p14:creationId xmlns:p14="http://schemas.microsoft.com/office/powerpoint/2010/main" val="34335079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C9EB4B-015E-3A64-EB9C-522E942F6E45}"/>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494E6946-9852-96AD-5354-F81E4BA64814}"/>
              </a:ext>
            </a:extLst>
          </p:cNvPr>
          <p:cNvPicPr>
            <a:picLocks noChangeAspect="1"/>
          </p:cNvPicPr>
          <p:nvPr/>
        </p:nvPicPr>
        <p:blipFill>
          <a:blip r:embed="rId2"/>
          <a:stretch>
            <a:fillRect/>
          </a:stretch>
        </p:blipFill>
        <p:spPr>
          <a:xfrm>
            <a:off x="859971" y="1281093"/>
            <a:ext cx="7772400" cy="1114646"/>
          </a:xfrm>
          <a:prstGeom prst="rect">
            <a:avLst/>
          </a:prstGeom>
        </p:spPr>
      </p:pic>
      <p:pic>
        <p:nvPicPr>
          <p:cNvPr id="3" name="Picture 2">
            <a:extLst>
              <a:ext uri="{FF2B5EF4-FFF2-40B4-BE49-F238E27FC236}">
                <a16:creationId xmlns:a16="http://schemas.microsoft.com/office/drawing/2014/main" id="{25D85D6E-3D7E-BF51-51AF-BA31B8786D2E}"/>
              </a:ext>
            </a:extLst>
          </p:cNvPr>
          <p:cNvPicPr>
            <a:picLocks noChangeAspect="1"/>
          </p:cNvPicPr>
          <p:nvPr/>
        </p:nvPicPr>
        <p:blipFill>
          <a:blip r:embed="rId3"/>
          <a:stretch>
            <a:fillRect/>
          </a:stretch>
        </p:blipFill>
        <p:spPr>
          <a:xfrm>
            <a:off x="4611913" y="2090939"/>
            <a:ext cx="2184400" cy="609600"/>
          </a:xfrm>
          <a:prstGeom prst="rect">
            <a:avLst/>
          </a:prstGeom>
        </p:spPr>
      </p:pic>
      <p:pic>
        <p:nvPicPr>
          <p:cNvPr id="4" name="Picture 3">
            <a:extLst>
              <a:ext uri="{FF2B5EF4-FFF2-40B4-BE49-F238E27FC236}">
                <a16:creationId xmlns:a16="http://schemas.microsoft.com/office/drawing/2014/main" id="{51D72BA9-3A57-7BAA-F07C-01DE5F96901A}"/>
              </a:ext>
            </a:extLst>
          </p:cNvPr>
          <p:cNvPicPr>
            <a:picLocks noChangeAspect="1"/>
          </p:cNvPicPr>
          <p:nvPr/>
        </p:nvPicPr>
        <p:blipFill>
          <a:blip r:embed="rId4"/>
          <a:stretch>
            <a:fillRect/>
          </a:stretch>
        </p:blipFill>
        <p:spPr>
          <a:xfrm>
            <a:off x="859971" y="3205585"/>
            <a:ext cx="7772400" cy="707500"/>
          </a:xfrm>
          <a:prstGeom prst="rect">
            <a:avLst/>
          </a:prstGeom>
        </p:spPr>
      </p:pic>
      <p:pic>
        <p:nvPicPr>
          <p:cNvPr id="5" name="Picture 4">
            <a:extLst>
              <a:ext uri="{FF2B5EF4-FFF2-40B4-BE49-F238E27FC236}">
                <a16:creationId xmlns:a16="http://schemas.microsoft.com/office/drawing/2014/main" id="{A5BB0485-3C6E-8D79-C5CC-E37BD5FE2879}"/>
              </a:ext>
            </a:extLst>
          </p:cNvPr>
          <p:cNvPicPr>
            <a:picLocks noChangeAspect="1"/>
          </p:cNvPicPr>
          <p:nvPr/>
        </p:nvPicPr>
        <p:blipFill>
          <a:blip r:embed="rId5"/>
          <a:stretch>
            <a:fillRect/>
          </a:stretch>
        </p:blipFill>
        <p:spPr>
          <a:xfrm>
            <a:off x="4611913" y="3959383"/>
            <a:ext cx="2628900" cy="914400"/>
          </a:xfrm>
          <a:prstGeom prst="rect">
            <a:avLst/>
          </a:prstGeom>
        </p:spPr>
      </p:pic>
      <p:sp>
        <p:nvSpPr>
          <p:cNvPr id="7" name="TextBox 6">
            <a:extLst>
              <a:ext uri="{FF2B5EF4-FFF2-40B4-BE49-F238E27FC236}">
                <a16:creationId xmlns:a16="http://schemas.microsoft.com/office/drawing/2014/main" id="{FEE4A4DD-69A0-7072-99C2-635703C41DF4}"/>
              </a:ext>
            </a:extLst>
          </p:cNvPr>
          <p:cNvSpPr txBox="1"/>
          <p:nvPr/>
        </p:nvSpPr>
        <p:spPr>
          <a:xfrm>
            <a:off x="859971" y="526653"/>
            <a:ext cx="6096000" cy="400110"/>
          </a:xfrm>
          <a:prstGeom prst="rect">
            <a:avLst/>
          </a:prstGeom>
          <a:noFill/>
        </p:spPr>
        <p:txBody>
          <a:bodyPr wrap="square">
            <a:spAutoFit/>
          </a:bodyPr>
          <a:lstStyle/>
          <a:p>
            <a:r>
              <a:rPr lang="en-US" sz="2000" b="1" dirty="0"/>
              <a:t>Periodic boundary conditions</a:t>
            </a:r>
          </a:p>
        </p:txBody>
      </p:sp>
    </p:spTree>
    <p:extLst>
      <p:ext uri="{BB962C8B-B14F-4D97-AF65-F5344CB8AC3E}">
        <p14:creationId xmlns:p14="http://schemas.microsoft.com/office/powerpoint/2010/main" val="41889909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33284-75AA-C520-3BB2-01256A017AE1}"/>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9A9D8330-40CC-F270-82B6-C3743C01F1E8}"/>
              </a:ext>
            </a:extLst>
          </p:cNvPr>
          <p:cNvPicPr>
            <a:picLocks noChangeAspect="1"/>
          </p:cNvPicPr>
          <p:nvPr/>
        </p:nvPicPr>
        <p:blipFill>
          <a:blip r:embed="rId2"/>
          <a:stretch>
            <a:fillRect/>
          </a:stretch>
        </p:blipFill>
        <p:spPr>
          <a:xfrm>
            <a:off x="1090205" y="784497"/>
            <a:ext cx="1358900" cy="622300"/>
          </a:xfrm>
          <a:prstGeom prst="rect">
            <a:avLst/>
          </a:prstGeom>
        </p:spPr>
      </p:pic>
      <p:pic>
        <p:nvPicPr>
          <p:cNvPr id="3" name="Picture 2">
            <a:extLst>
              <a:ext uri="{FF2B5EF4-FFF2-40B4-BE49-F238E27FC236}">
                <a16:creationId xmlns:a16="http://schemas.microsoft.com/office/drawing/2014/main" id="{79C6538E-33F5-CA46-28A6-24382754EF25}"/>
              </a:ext>
            </a:extLst>
          </p:cNvPr>
          <p:cNvPicPr>
            <a:picLocks noChangeAspect="1"/>
          </p:cNvPicPr>
          <p:nvPr/>
        </p:nvPicPr>
        <p:blipFill>
          <a:blip r:embed="rId3"/>
          <a:stretch>
            <a:fillRect/>
          </a:stretch>
        </p:blipFill>
        <p:spPr>
          <a:xfrm>
            <a:off x="3126013" y="902219"/>
            <a:ext cx="2184400" cy="609600"/>
          </a:xfrm>
          <a:prstGeom prst="rect">
            <a:avLst/>
          </a:prstGeom>
        </p:spPr>
      </p:pic>
      <p:pic>
        <p:nvPicPr>
          <p:cNvPr id="4" name="Picture 3">
            <a:extLst>
              <a:ext uri="{FF2B5EF4-FFF2-40B4-BE49-F238E27FC236}">
                <a16:creationId xmlns:a16="http://schemas.microsoft.com/office/drawing/2014/main" id="{0192CDA1-8370-00F0-5A4D-827243FABA30}"/>
              </a:ext>
            </a:extLst>
          </p:cNvPr>
          <p:cNvPicPr>
            <a:picLocks noChangeAspect="1"/>
          </p:cNvPicPr>
          <p:nvPr/>
        </p:nvPicPr>
        <p:blipFill>
          <a:blip r:embed="rId4"/>
          <a:stretch>
            <a:fillRect/>
          </a:stretch>
        </p:blipFill>
        <p:spPr>
          <a:xfrm>
            <a:off x="5800633" y="784497"/>
            <a:ext cx="2628900" cy="914400"/>
          </a:xfrm>
          <a:prstGeom prst="rect">
            <a:avLst/>
          </a:prstGeom>
        </p:spPr>
      </p:pic>
      <p:pic>
        <p:nvPicPr>
          <p:cNvPr id="5" name="Picture 4">
            <a:extLst>
              <a:ext uri="{FF2B5EF4-FFF2-40B4-BE49-F238E27FC236}">
                <a16:creationId xmlns:a16="http://schemas.microsoft.com/office/drawing/2014/main" id="{F65006CE-252F-9AD5-0C2F-2DE8D6B93773}"/>
              </a:ext>
            </a:extLst>
          </p:cNvPr>
          <p:cNvPicPr>
            <a:picLocks noChangeAspect="1"/>
          </p:cNvPicPr>
          <p:nvPr/>
        </p:nvPicPr>
        <p:blipFill>
          <a:blip r:embed="rId5"/>
          <a:stretch>
            <a:fillRect/>
          </a:stretch>
        </p:blipFill>
        <p:spPr>
          <a:xfrm>
            <a:off x="9088846" y="902219"/>
            <a:ext cx="1816100" cy="749300"/>
          </a:xfrm>
          <a:prstGeom prst="rect">
            <a:avLst/>
          </a:prstGeom>
        </p:spPr>
      </p:pic>
      <p:sp>
        <p:nvSpPr>
          <p:cNvPr id="7" name="TextBox 6">
            <a:extLst>
              <a:ext uri="{FF2B5EF4-FFF2-40B4-BE49-F238E27FC236}">
                <a16:creationId xmlns:a16="http://schemas.microsoft.com/office/drawing/2014/main" id="{D78961FF-846A-D827-9348-93842997096D}"/>
              </a:ext>
            </a:extLst>
          </p:cNvPr>
          <p:cNvSpPr txBox="1"/>
          <p:nvPr/>
        </p:nvSpPr>
        <p:spPr>
          <a:xfrm>
            <a:off x="1516380" y="1909313"/>
            <a:ext cx="6096000" cy="369332"/>
          </a:xfrm>
          <a:prstGeom prst="rect">
            <a:avLst/>
          </a:prstGeom>
          <a:noFill/>
        </p:spPr>
        <p:txBody>
          <a:bodyPr wrap="square">
            <a:spAutoFit/>
          </a:bodyPr>
          <a:lstStyle/>
          <a:p>
            <a:r>
              <a:rPr lang="en-US" dirty="0"/>
              <a:t>(a linear homogeneous subject to linear homogeneous BCs)</a:t>
            </a:r>
          </a:p>
        </p:txBody>
      </p:sp>
      <p:grpSp>
        <p:nvGrpSpPr>
          <p:cNvPr id="14" name="Group 13">
            <a:extLst>
              <a:ext uri="{FF2B5EF4-FFF2-40B4-BE49-F238E27FC236}">
                <a16:creationId xmlns:a16="http://schemas.microsoft.com/office/drawing/2014/main" id="{0D9F22DD-6D27-D771-EE18-D316796164BF}"/>
              </a:ext>
            </a:extLst>
          </p:cNvPr>
          <p:cNvGrpSpPr/>
          <p:nvPr/>
        </p:nvGrpSpPr>
        <p:grpSpPr>
          <a:xfrm>
            <a:off x="574767" y="2676139"/>
            <a:ext cx="9258116" cy="1284598"/>
            <a:chOff x="574767" y="2676139"/>
            <a:chExt cx="9258116" cy="1284598"/>
          </a:xfrm>
        </p:grpSpPr>
        <p:sp>
          <p:nvSpPr>
            <p:cNvPr id="8" name="TextBox 7">
              <a:extLst>
                <a:ext uri="{FF2B5EF4-FFF2-40B4-BE49-F238E27FC236}">
                  <a16:creationId xmlns:a16="http://schemas.microsoft.com/office/drawing/2014/main" id="{6EFFD47E-CB88-9CD2-F941-240C8ECA7E51}"/>
                </a:ext>
              </a:extLst>
            </p:cNvPr>
            <p:cNvSpPr txBox="1"/>
            <p:nvPr/>
          </p:nvSpPr>
          <p:spPr>
            <a:xfrm>
              <a:off x="688181" y="2676139"/>
              <a:ext cx="6100762" cy="369332"/>
            </a:xfrm>
            <a:prstGeom prst="rect">
              <a:avLst/>
            </a:prstGeom>
            <a:noFill/>
          </p:spPr>
          <p:txBody>
            <a:bodyPr wrap="square">
              <a:spAutoFit/>
            </a:bodyPr>
            <a:lstStyle/>
            <a:p>
              <a:r>
                <a:rPr lang="en-US" dirty="0"/>
                <a:t>Eigenvalues and eigenfunctions:</a:t>
              </a:r>
            </a:p>
          </p:txBody>
        </p:sp>
        <p:pic>
          <p:nvPicPr>
            <p:cNvPr id="10" name="Picture 9">
              <a:extLst>
                <a:ext uri="{FF2B5EF4-FFF2-40B4-BE49-F238E27FC236}">
                  <a16:creationId xmlns:a16="http://schemas.microsoft.com/office/drawing/2014/main" id="{1D7EB52D-DE7F-B5EF-990B-C1E25020F9D0}"/>
                </a:ext>
              </a:extLst>
            </p:cNvPr>
            <p:cNvPicPr>
              <a:picLocks noChangeAspect="1"/>
            </p:cNvPicPr>
            <p:nvPr/>
          </p:nvPicPr>
          <p:blipFill>
            <a:blip r:embed="rId6"/>
            <a:stretch>
              <a:fillRect/>
            </a:stretch>
          </p:blipFill>
          <p:spPr>
            <a:xfrm>
              <a:off x="3932463" y="3160637"/>
              <a:ext cx="3644900" cy="774700"/>
            </a:xfrm>
            <a:prstGeom prst="rect">
              <a:avLst/>
            </a:prstGeom>
          </p:spPr>
        </p:pic>
        <p:pic>
          <p:nvPicPr>
            <p:cNvPr id="11" name="Picture 10">
              <a:extLst>
                <a:ext uri="{FF2B5EF4-FFF2-40B4-BE49-F238E27FC236}">
                  <a16:creationId xmlns:a16="http://schemas.microsoft.com/office/drawing/2014/main" id="{93865026-4492-C0B9-D692-9E27767E0061}"/>
                </a:ext>
              </a:extLst>
            </p:cNvPr>
            <p:cNvPicPr>
              <a:picLocks noChangeAspect="1"/>
            </p:cNvPicPr>
            <p:nvPr/>
          </p:nvPicPr>
          <p:blipFill>
            <a:blip r:embed="rId7"/>
            <a:stretch>
              <a:fillRect/>
            </a:stretch>
          </p:blipFill>
          <p:spPr>
            <a:xfrm>
              <a:off x="1748790" y="3160637"/>
              <a:ext cx="1562100" cy="800100"/>
            </a:xfrm>
            <a:prstGeom prst="rect">
              <a:avLst/>
            </a:prstGeom>
          </p:spPr>
        </p:pic>
        <p:pic>
          <p:nvPicPr>
            <p:cNvPr id="12" name="Picture 11">
              <a:extLst>
                <a:ext uri="{FF2B5EF4-FFF2-40B4-BE49-F238E27FC236}">
                  <a16:creationId xmlns:a16="http://schemas.microsoft.com/office/drawing/2014/main" id="{C50E924C-A1DB-6D65-7105-88231775E9A3}"/>
                </a:ext>
              </a:extLst>
            </p:cNvPr>
            <p:cNvPicPr>
              <a:picLocks noChangeAspect="1"/>
            </p:cNvPicPr>
            <p:nvPr/>
          </p:nvPicPr>
          <p:blipFill>
            <a:blip r:embed="rId8"/>
            <a:stretch>
              <a:fillRect/>
            </a:stretch>
          </p:blipFill>
          <p:spPr>
            <a:xfrm>
              <a:off x="8143783" y="3183064"/>
              <a:ext cx="1689100" cy="508000"/>
            </a:xfrm>
            <a:prstGeom prst="rect">
              <a:avLst/>
            </a:prstGeom>
          </p:spPr>
        </p:pic>
        <p:pic>
          <p:nvPicPr>
            <p:cNvPr id="13" name="Picture 12">
              <a:extLst>
                <a:ext uri="{FF2B5EF4-FFF2-40B4-BE49-F238E27FC236}">
                  <a16:creationId xmlns:a16="http://schemas.microsoft.com/office/drawing/2014/main" id="{FBC6B5BD-E753-A590-7C61-40DF57676F73}"/>
                </a:ext>
              </a:extLst>
            </p:cNvPr>
            <p:cNvPicPr>
              <a:picLocks noChangeAspect="1"/>
            </p:cNvPicPr>
            <p:nvPr/>
          </p:nvPicPr>
          <p:blipFill>
            <a:blip r:embed="rId9"/>
            <a:stretch>
              <a:fillRect/>
            </a:stretch>
          </p:blipFill>
          <p:spPr>
            <a:xfrm>
              <a:off x="574767" y="3183064"/>
              <a:ext cx="1104900" cy="647700"/>
            </a:xfrm>
            <a:prstGeom prst="rect">
              <a:avLst/>
            </a:prstGeom>
          </p:spPr>
        </p:pic>
      </p:grpSp>
    </p:spTree>
    <p:extLst>
      <p:ext uri="{BB962C8B-B14F-4D97-AF65-F5344CB8AC3E}">
        <p14:creationId xmlns:p14="http://schemas.microsoft.com/office/powerpoint/2010/main" val="102027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27D0F-D3BA-C12F-B0A9-A006DA30CAA4}"/>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765E50C2-0021-3A50-A214-22C5B79288B7}"/>
              </a:ext>
            </a:extLst>
          </p:cNvPr>
          <p:cNvPicPr>
            <a:picLocks noChangeAspect="1"/>
          </p:cNvPicPr>
          <p:nvPr/>
        </p:nvPicPr>
        <p:blipFill>
          <a:blip r:embed="rId2"/>
          <a:stretch>
            <a:fillRect/>
          </a:stretch>
        </p:blipFill>
        <p:spPr>
          <a:xfrm>
            <a:off x="2470150" y="5479296"/>
            <a:ext cx="5080000" cy="1333500"/>
          </a:xfrm>
          <a:prstGeom prst="rect">
            <a:avLst/>
          </a:prstGeom>
        </p:spPr>
      </p:pic>
      <p:pic>
        <p:nvPicPr>
          <p:cNvPr id="2" name="Picture 1">
            <a:extLst>
              <a:ext uri="{FF2B5EF4-FFF2-40B4-BE49-F238E27FC236}">
                <a16:creationId xmlns:a16="http://schemas.microsoft.com/office/drawing/2014/main" id="{1E659AEC-52B4-27E2-55AB-796824C5D857}"/>
              </a:ext>
            </a:extLst>
          </p:cNvPr>
          <p:cNvPicPr>
            <a:picLocks noChangeAspect="1"/>
          </p:cNvPicPr>
          <p:nvPr/>
        </p:nvPicPr>
        <p:blipFill>
          <a:blip r:embed="rId3"/>
          <a:stretch>
            <a:fillRect/>
          </a:stretch>
        </p:blipFill>
        <p:spPr>
          <a:xfrm>
            <a:off x="638810" y="720090"/>
            <a:ext cx="1130300" cy="571500"/>
          </a:xfrm>
          <a:prstGeom prst="rect">
            <a:avLst/>
          </a:prstGeom>
        </p:spPr>
      </p:pic>
      <p:pic>
        <p:nvPicPr>
          <p:cNvPr id="3" name="Picture 2">
            <a:extLst>
              <a:ext uri="{FF2B5EF4-FFF2-40B4-BE49-F238E27FC236}">
                <a16:creationId xmlns:a16="http://schemas.microsoft.com/office/drawing/2014/main" id="{EA05A2E8-4846-1E4A-1748-C1F8A6A66AEF}"/>
              </a:ext>
            </a:extLst>
          </p:cNvPr>
          <p:cNvPicPr>
            <a:picLocks noChangeAspect="1"/>
          </p:cNvPicPr>
          <p:nvPr/>
        </p:nvPicPr>
        <p:blipFill>
          <a:blip r:embed="rId4"/>
          <a:stretch>
            <a:fillRect/>
          </a:stretch>
        </p:blipFill>
        <p:spPr>
          <a:xfrm>
            <a:off x="1769110" y="1159510"/>
            <a:ext cx="7594600" cy="635000"/>
          </a:xfrm>
          <a:prstGeom prst="rect">
            <a:avLst/>
          </a:prstGeom>
        </p:spPr>
      </p:pic>
      <p:grpSp>
        <p:nvGrpSpPr>
          <p:cNvPr id="6" name="Group 5">
            <a:extLst>
              <a:ext uri="{FF2B5EF4-FFF2-40B4-BE49-F238E27FC236}">
                <a16:creationId xmlns:a16="http://schemas.microsoft.com/office/drawing/2014/main" id="{FA61E1F8-2892-FB9B-0D8A-5E7981BBCF94}"/>
              </a:ext>
            </a:extLst>
          </p:cNvPr>
          <p:cNvGrpSpPr/>
          <p:nvPr/>
        </p:nvGrpSpPr>
        <p:grpSpPr>
          <a:xfrm>
            <a:off x="880110" y="2415540"/>
            <a:ext cx="1004751" cy="609600"/>
            <a:chOff x="880110" y="2415540"/>
            <a:chExt cx="1004751" cy="609600"/>
          </a:xfrm>
        </p:grpSpPr>
        <p:pic>
          <p:nvPicPr>
            <p:cNvPr id="4" name="Picture 3">
              <a:extLst>
                <a:ext uri="{FF2B5EF4-FFF2-40B4-BE49-F238E27FC236}">
                  <a16:creationId xmlns:a16="http://schemas.microsoft.com/office/drawing/2014/main" id="{007044F2-BA6F-AC98-3E02-FB6A476F52C9}"/>
                </a:ext>
              </a:extLst>
            </p:cNvPr>
            <p:cNvPicPr>
              <a:picLocks noChangeAspect="1"/>
            </p:cNvPicPr>
            <p:nvPr/>
          </p:nvPicPr>
          <p:blipFill>
            <a:blip r:embed="rId5"/>
            <a:stretch>
              <a:fillRect/>
            </a:stretch>
          </p:blipFill>
          <p:spPr>
            <a:xfrm>
              <a:off x="880110" y="2415540"/>
              <a:ext cx="647700" cy="609600"/>
            </a:xfrm>
            <a:prstGeom prst="rect">
              <a:avLst/>
            </a:prstGeom>
          </p:spPr>
        </p:pic>
        <p:sp>
          <p:nvSpPr>
            <p:cNvPr id="5" name="TextBox 4">
              <a:extLst>
                <a:ext uri="{FF2B5EF4-FFF2-40B4-BE49-F238E27FC236}">
                  <a16:creationId xmlns:a16="http://schemas.microsoft.com/office/drawing/2014/main" id="{9AC196ED-5473-03BC-3276-AC062FA186D9}"/>
                </a:ext>
              </a:extLst>
            </p:cNvPr>
            <p:cNvSpPr txBox="1"/>
            <p:nvPr/>
          </p:nvSpPr>
          <p:spPr>
            <a:xfrm>
              <a:off x="1584779" y="2508766"/>
              <a:ext cx="300082" cy="369332"/>
            </a:xfrm>
            <a:prstGeom prst="rect">
              <a:avLst/>
            </a:prstGeom>
            <a:noFill/>
          </p:spPr>
          <p:txBody>
            <a:bodyPr wrap="none" rtlCol="0">
              <a:spAutoFit/>
            </a:bodyPr>
            <a:lstStyle/>
            <a:p>
              <a:r>
                <a:rPr lang="en-US" dirty="0"/>
                <a:t>?</a:t>
              </a:r>
            </a:p>
          </p:txBody>
        </p:sp>
      </p:grpSp>
      <p:grpSp>
        <p:nvGrpSpPr>
          <p:cNvPr id="10" name="Group 9">
            <a:extLst>
              <a:ext uri="{FF2B5EF4-FFF2-40B4-BE49-F238E27FC236}">
                <a16:creationId xmlns:a16="http://schemas.microsoft.com/office/drawing/2014/main" id="{CC06A146-53B3-B8A5-5D12-24962596C12D}"/>
              </a:ext>
            </a:extLst>
          </p:cNvPr>
          <p:cNvGrpSpPr/>
          <p:nvPr/>
        </p:nvGrpSpPr>
        <p:grpSpPr>
          <a:xfrm>
            <a:off x="880110" y="3872081"/>
            <a:ext cx="8091351" cy="1837839"/>
            <a:chOff x="880110" y="4042261"/>
            <a:chExt cx="8091351" cy="1837839"/>
          </a:xfrm>
        </p:grpSpPr>
        <p:sp>
          <p:nvSpPr>
            <p:cNvPr id="8" name="TextBox 7">
              <a:extLst>
                <a:ext uri="{FF2B5EF4-FFF2-40B4-BE49-F238E27FC236}">
                  <a16:creationId xmlns:a16="http://schemas.microsoft.com/office/drawing/2014/main" id="{13D17676-0491-995C-E12A-DA4C4B539707}"/>
                </a:ext>
              </a:extLst>
            </p:cNvPr>
            <p:cNvSpPr txBox="1"/>
            <p:nvPr/>
          </p:nvSpPr>
          <p:spPr>
            <a:xfrm>
              <a:off x="880110" y="4042261"/>
              <a:ext cx="6097904" cy="400110"/>
            </a:xfrm>
            <a:prstGeom prst="rect">
              <a:avLst/>
            </a:prstGeom>
            <a:noFill/>
          </p:spPr>
          <p:txBody>
            <a:bodyPr wrap="square">
              <a:spAutoFit/>
            </a:bodyPr>
            <a:lstStyle/>
            <a:p>
              <a:r>
                <a:rPr lang="en-US" sz="2000" dirty="0"/>
                <a:t>General solution</a:t>
              </a:r>
            </a:p>
          </p:txBody>
        </p:sp>
        <p:pic>
          <p:nvPicPr>
            <p:cNvPr id="9" name="Picture 8">
              <a:extLst>
                <a:ext uri="{FF2B5EF4-FFF2-40B4-BE49-F238E27FC236}">
                  <a16:creationId xmlns:a16="http://schemas.microsoft.com/office/drawing/2014/main" id="{23AF0F73-B024-AEBF-77E3-8766A8E6449F}"/>
                </a:ext>
              </a:extLst>
            </p:cNvPr>
            <p:cNvPicPr>
              <a:picLocks noChangeAspect="1"/>
            </p:cNvPicPr>
            <p:nvPr/>
          </p:nvPicPr>
          <p:blipFill>
            <a:blip r:embed="rId6"/>
            <a:stretch>
              <a:fillRect/>
            </a:stretch>
          </p:blipFill>
          <p:spPr>
            <a:xfrm>
              <a:off x="1884861" y="4635500"/>
              <a:ext cx="7086600" cy="1244600"/>
            </a:xfrm>
            <a:prstGeom prst="rect">
              <a:avLst/>
            </a:prstGeom>
          </p:spPr>
        </p:pic>
      </p:grpSp>
    </p:spTree>
    <p:extLst>
      <p:ext uri="{BB962C8B-B14F-4D97-AF65-F5344CB8AC3E}">
        <p14:creationId xmlns:p14="http://schemas.microsoft.com/office/powerpoint/2010/main" val="966194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0CE4F-857C-8348-0429-11A4BDC2F0C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78E5895-C363-2F55-34E3-4FAAEB638E4F}"/>
              </a:ext>
            </a:extLst>
          </p:cNvPr>
          <p:cNvPicPr>
            <a:picLocks noChangeAspect="1"/>
          </p:cNvPicPr>
          <p:nvPr/>
        </p:nvPicPr>
        <p:blipFill>
          <a:blip r:embed="rId2"/>
          <a:stretch>
            <a:fillRect/>
          </a:stretch>
        </p:blipFill>
        <p:spPr>
          <a:xfrm>
            <a:off x="2946400" y="3429000"/>
            <a:ext cx="4673600" cy="2527300"/>
          </a:xfrm>
          <a:prstGeom prst="rect">
            <a:avLst/>
          </a:prstGeom>
        </p:spPr>
      </p:pic>
      <p:pic>
        <p:nvPicPr>
          <p:cNvPr id="4" name="Picture 3">
            <a:extLst>
              <a:ext uri="{FF2B5EF4-FFF2-40B4-BE49-F238E27FC236}">
                <a16:creationId xmlns:a16="http://schemas.microsoft.com/office/drawing/2014/main" id="{813787BF-D3CD-903C-1BF0-D3907238F46D}"/>
              </a:ext>
            </a:extLst>
          </p:cNvPr>
          <p:cNvPicPr>
            <a:picLocks noChangeAspect="1"/>
          </p:cNvPicPr>
          <p:nvPr/>
        </p:nvPicPr>
        <p:blipFill>
          <a:blip r:embed="rId3"/>
          <a:stretch>
            <a:fillRect/>
          </a:stretch>
        </p:blipFill>
        <p:spPr>
          <a:xfrm>
            <a:off x="2648858" y="1573893"/>
            <a:ext cx="7213600" cy="1358900"/>
          </a:xfrm>
          <a:prstGeom prst="rect">
            <a:avLst/>
          </a:prstGeom>
        </p:spPr>
      </p:pic>
    </p:spTree>
    <p:extLst>
      <p:ext uri="{BB962C8B-B14F-4D97-AF65-F5344CB8AC3E}">
        <p14:creationId xmlns:p14="http://schemas.microsoft.com/office/powerpoint/2010/main" val="31609953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B34591-B6EE-3E61-4C1A-2B90C7B042A8}"/>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C796FFEC-C30C-FFCE-3610-33CE30CFEC41}"/>
              </a:ext>
            </a:extLst>
          </p:cNvPr>
          <p:cNvPicPr>
            <a:picLocks noChangeAspect="1"/>
          </p:cNvPicPr>
          <p:nvPr/>
        </p:nvPicPr>
        <p:blipFill>
          <a:blip r:embed="rId2"/>
          <a:stretch>
            <a:fillRect/>
          </a:stretch>
        </p:blipFill>
        <p:spPr>
          <a:xfrm>
            <a:off x="671286" y="420481"/>
            <a:ext cx="7772400" cy="762867"/>
          </a:xfrm>
          <a:prstGeom prst="rect">
            <a:avLst/>
          </a:prstGeom>
        </p:spPr>
      </p:pic>
      <p:pic>
        <p:nvPicPr>
          <p:cNvPr id="3" name="Picture 2">
            <a:extLst>
              <a:ext uri="{FF2B5EF4-FFF2-40B4-BE49-F238E27FC236}">
                <a16:creationId xmlns:a16="http://schemas.microsoft.com/office/drawing/2014/main" id="{307C8AD4-9B01-814A-F3E7-EC6F33E6D5E3}"/>
              </a:ext>
            </a:extLst>
          </p:cNvPr>
          <p:cNvPicPr>
            <a:picLocks noChangeAspect="1"/>
          </p:cNvPicPr>
          <p:nvPr/>
        </p:nvPicPr>
        <p:blipFill>
          <a:blip r:embed="rId3"/>
          <a:stretch>
            <a:fillRect/>
          </a:stretch>
        </p:blipFill>
        <p:spPr>
          <a:xfrm>
            <a:off x="2543629" y="1063171"/>
            <a:ext cx="7772400" cy="5609727"/>
          </a:xfrm>
          <a:prstGeom prst="rect">
            <a:avLst/>
          </a:prstGeom>
        </p:spPr>
      </p:pic>
    </p:spTree>
    <p:extLst>
      <p:ext uri="{BB962C8B-B14F-4D97-AF65-F5344CB8AC3E}">
        <p14:creationId xmlns:p14="http://schemas.microsoft.com/office/powerpoint/2010/main" val="26601135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59618-CA86-8AE7-8186-95B175D015C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366B938-7012-4113-85BE-7C0E408F96A9}"/>
              </a:ext>
            </a:extLst>
          </p:cNvPr>
          <p:cNvSpPr txBox="1"/>
          <p:nvPr/>
        </p:nvSpPr>
        <p:spPr>
          <a:xfrm>
            <a:off x="1108364" y="747156"/>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t>Laplace’s Equation Inside a Rectangle</a:t>
            </a:r>
          </a:p>
          <a:p>
            <a:pPr algn="ctr"/>
            <a:endParaRPr lang="en-US"/>
          </a:p>
        </p:txBody>
      </p:sp>
      <p:pic>
        <p:nvPicPr>
          <p:cNvPr id="3" name="Picture 2">
            <a:extLst>
              <a:ext uri="{FF2B5EF4-FFF2-40B4-BE49-F238E27FC236}">
                <a16:creationId xmlns:a16="http://schemas.microsoft.com/office/drawing/2014/main" id="{C453AE84-19C1-773E-E49E-10850CA68F7F}"/>
              </a:ext>
            </a:extLst>
          </p:cNvPr>
          <p:cNvPicPr>
            <a:picLocks noChangeAspect="1"/>
          </p:cNvPicPr>
          <p:nvPr/>
        </p:nvPicPr>
        <p:blipFill>
          <a:blip r:embed="rId2"/>
          <a:stretch>
            <a:fillRect/>
          </a:stretch>
        </p:blipFill>
        <p:spPr>
          <a:xfrm>
            <a:off x="1108364" y="1235612"/>
            <a:ext cx="3695700" cy="1016000"/>
          </a:xfrm>
          <a:prstGeom prst="rect">
            <a:avLst/>
          </a:prstGeom>
        </p:spPr>
      </p:pic>
      <p:pic>
        <p:nvPicPr>
          <p:cNvPr id="4" name="Picture 3">
            <a:extLst>
              <a:ext uri="{FF2B5EF4-FFF2-40B4-BE49-F238E27FC236}">
                <a16:creationId xmlns:a16="http://schemas.microsoft.com/office/drawing/2014/main" id="{04C28992-B53A-AF1E-E440-535723C23B9D}"/>
              </a:ext>
            </a:extLst>
          </p:cNvPr>
          <p:cNvPicPr>
            <a:picLocks noChangeAspect="1"/>
          </p:cNvPicPr>
          <p:nvPr/>
        </p:nvPicPr>
        <p:blipFill>
          <a:blip r:embed="rId3"/>
          <a:stretch>
            <a:fillRect/>
          </a:stretch>
        </p:blipFill>
        <p:spPr>
          <a:xfrm>
            <a:off x="1180372" y="2251612"/>
            <a:ext cx="2755900" cy="749300"/>
          </a:xfrm>
          <a:prstGeom prst="rect">
            <a:avLst/>
          </a:prstGeom>
        </p:spPr>
      </p:pic>
      <p:pic>
        <p:nvPicPr>
          <p:cNvPr id="5" name="Picture 4">
            <a:extLst>
              <a:ext uri="{FF2B5EF4-FFF2-40B4-BE49-F238E27FC236}">
                <a16:creationId xmlns:a16="http://schemas.microsoft.com/office/drawing/2014/main" id="{71321B4A-432A-2631-E438-AE035909FBB9}"/>
              </a:ext>
            </a:extLst>
          </p:cNvPr>
          <p:cNvPicPr>
            <a:picLocks noChangeAspect="1"/>
          </p:cNvPicPr>
          <p:nvPr/>
        </p:nvPicPr>
        <p:blipFill>
          <a:blip r:embed="rId4"/>
          <a:stretch>
            <a:fillRect/>
          </a:stretch>
        </p:blipFill>
        <p:spPr>
          <a:xfrm>
            <a:off x="1330482" y="2895808"/>
            <a:ext cx="2590800" cy="736600"/>
          </a:xfrm>
          <a:prstGeom prst="rect">
            <a:avLst/>
          </a:prstGeom>
        </p:spPr>
      </p:pic>
      <p:pic>
        <p:nvPicPr>
          <p:cNvPr id="6" name="Picture 5">
            <a:extLst>
              <a:ext uri="{FF2B5EF4-FFF2-40B4-BE49-F238E27FC236}">
                <a16:creationId xmlns:a16="http://schemas.microsoft.com/office/drawing/2014/main" id="{84FE303D-9512-5AAA-7C89-9E972BB1547E}"/>
              </a:ext>
            </a:extLst>
          </p:cNvPr>
          <p:cNvPicPr>
            <a:picLocks noChangeAspect="1"/>
          </p:cNvPicPr>
          <p:nvPr/>
        </p:nvPicPr>
        <p:blipFill>
          <a:blip r:embed="rId5"/>
          <a:stretch>
            <a:fillRect/>
          </a:stretch>
        </p:blipFill>
        <p:spPr>
          <a:xfrm>
            <a:off x="1266982" y="3476504"/>
            <a:ext cx="2654300" cy="800100"/>
          </a:xfrm>
          <a:prstGeom prst="rect">
            <a:avLst/>
          </a:prstGeom>
        </p:spPr>
      </p:pic>
      <p:pic>
        <p:nvPicPr>
          <p:cNvPr id="7" name="Picture 6">
            <a:extLst>
              <a:ext uri="{FF2B5EF4-FFF2-40B4-BE49-F238E27FC236}">
                <a16:creationId xmlns:a16="http://schemas.microsoft.com/office/drawing/2014/main" id="{81754C0D-6ECC-7A8B-ADE1-10371F577636}"/>
              </a:ext>
            </a:extLst>
          </p:cNvPr>
          <p:cNvPicPr>
            <a:picLocks noChangeAspect="1"/>
          </p:cNvPicPr>
          <p:nvPr/>
        </p:nvPicPr>
        <p:blipFill>
          <a:blip r:embed="rId6"/>
          <a:stretch>
            <a:fillRect/>
          </a:stretch>
        </p:blipFill>
        <p:spPr>
          <a:xfrm>
            <a:off x="1266982" y="4108000"/>
            <a:ext cx="2794000" cy="723900"/>
          </a:xfrm>
          <a:prstGeom prst="rect">
            <a:avLst/>
          </a:prstGeom>
        </p:spPr>
      </p:pic>
      <p:pic>
        <p:nvPicPr>
          <p:cNvPr id="8" name="Picture 7">
            <a:extLst>
              <a:ext uri="{FF2B5EF4-FFF2-40B4-BE49-F238E27FC236}">
                <a16:creationId xmlns:a16="http://schemas.microsoft.com/office/drawing/2014/main" id="{22FA1E9C-F450-3C5B-5F91-707592AD6A76}"/>
              </a:ext>
            </a:extLst>
          </p:cNvPr>
          <p:cNvPicPr>
            <a:picLocks noChangeAspect="1"/>
          </p:cNvPicPr>
          <p:nvPr/>
        </p:nvPicPr>
        <p:blipFill>
          <a:blip r:embed="rId7"/>
          <a:stretch>
            <a:fillRect/>
          </a:stretch>
        </p:blipFill>
        <p:spPr>
          <a:xfrm>
            <a:off x="1330482" y="4831900"/>
            <a:ext cx="7772400" cy="1678456"/>
          </a:xfrm>
          <a:prstGeom prst="rect">
            <a:avLst/>
          </a:prstGeom>
        </p:spPr>
      </p:pic>
      <p:pic>
        <p:nvPicPr>
          <p:cNvPr id="9" name="Picture 8">
            <a:extLst>
              <a:ext uri="{FF2B5EF4-FFF2-40B4-BE49-F238E27FC236}">
                <a16:creationId xmlns:a16="http://schemas.microsoft.com/office/drawing/2014/main" id="{63AB35EA-8F84-DFAB-13E1-51A70EFF8132}"/>
              </a:ext>
            </a:extLst>
          </p:cNvPr>
          <p:cNvPicPr>
            <a:picLocks noChangeAspect="1"/>
          </p:cNvPicPr>
          <p:nvPr/>
        </p:nvPicPr>
        <p:blipFill>
          <a:blip r:embed="rId8"/>
          <a:stretch>
            <a:fillRect/>
          </a:stretch>
        </p:blipFill>
        <p:spPr>
          <a:xfrm>
            <a:off x="8109679" y="6181196"/>
            <a:ext cx="1219200" cy="419100"/>
          </a:xfrm>
          <a:prstGeom prst="rect">
            <a:avLst/>
          </a:prstGeom>
        </p:spPr>
      </p:pic>
    </p:spTree>
    <p:extLst>
      <p:ext uri="{BB962C8B-B14F-4D97-AF65-F5344CB8AC3E}">
        <p14:creationId xmlns:p14="http://schemas.microsoft.com/office/powerpoint/2010/main" val="319182432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B0760C-DF35-75A0-2D0A-E7134781AFD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4C1A71E-7015-CC4C-FF60-02477D335EFE}"/>
              </a:ext>
            </a:extLst>
          </p:cNvPr>
          <p:cNvSpPr txBox="1"/>
          <p:nvPr/>
        </p:nvSpPr>
        <p:spPr>
          <a:xfrm>
            <a:off x="995920" y="761493"/>
            <a:ext cx="10033324" cy="369332"/>
          </a:xfrm>
          <a:prstGeom prst="rect">
            <a:avLst/>
          </a:prstGeom>
          <a:noFill/>
        </p:spPr>
        <p:txBody>
          <a:bodyPr wrap="square">
            <a:spAutoFit/>
          </a:bodyPr>
          <a:lstStyle/>
          <a:p>
            <a:r>
              <a:rPr lang="en-US" dirty="0"/>
              <a:t>We break our problem into four problems, each having one nonhomogeneous condition. We let</a:t>
            </a:r>
          </a:p>
        </p:txBody>
      </p:sp>
      <p:pic>
        <p:nvPicPr>
          <p:cNvPr id="4" name="Picture 3">
            <a:extLst>
              <a:ext uri="{FF2B5EF4-FFF2-40B4-BE49-F238E27FC236}">
                <a16:creationId xmlns:a16="http://schemas.microsoft.com/office/drawing/2014/main" id="{8406F142-EEAF-2C81-2E79-11FA43B96665}"/>
              </a:ext>
            </a:extLst>
          </p:cNvPr>
          <p:cNvPicPr>
            <a:picLocks noChangeAspect="1"/>
          </p:cNvPicPr>
          <p:nvPr/>
        </p:nvPicPr>
        <p:blipFill>
          <a:blip r:embed="rId2"/>
          <a:stretch>
            <a:fillRect/>
          </a:stretch>
        </p:blipFill>
        <p:spPr>
          <a:xfrm>
            <a:off x="3377332" y="1243559"/>
            <a:ext cx="5270500" cy="533400"/>
          </a:xfrm>
          <a:prstGeom prst="rect">
            <a:avLst/>
          </a:prstGeom>
        </p:spPr>
      </p:pic>
      <p:pic>
        <p:nvPicPr>
          <p:cNvPr id="5" name="Picture 4">
            <a:extLst>
              <a:ext uri="{FF2B5EF4-FFF2-40B4-BE49-F238E27FC236}">
                <a16:creationId xmlns:a16="http://schemas.microsoft.com/office/drawing/2014/main" id="{BE4A2C66-9182-6854-8377-C63C6248406B}"/>
              </a:ext>
            </a:extLst>
          </p:cNvPr>
          <p:cNvPicPr>
            <a:picLocks noChangeAspect="1"/>
          </p:cNvPicPr>
          <p:nvPr/>
        </p:nvPicPr>
        <p:blipFill>
          <a:blip r:embed="rId3"/>
          <a:stretch>
            <a:fillRect/>
          </a:stretch>
        </p:blipFill>
        <p:spPr>
          <a:xfrm>
            <a:off x="1220448" y="2154065"/>
            <a:ext cx="9323169" cy="828978"/>
          </a:xfrm>
          <a:prstGeom prst="rect">
            <a:avLst/>
          </a:prstGeom>
        </p:spPr>
      </p:pic>
      <p:pic>
        <p:nvPicPr>
          <p:cNvPr id="6" name="Picture 5">
            <a:extLst>
              <a:ext uri="{FF2B5EF4-FFF2-40B4-BE49-F238E27FC236}">
                <a16:creationId xmlns:a16="http://schemas.microsoft.com/office/drawing/2014/main" id="{3F05F2CB-327F-1ADB-70A4-6374D32FCF23}"/>
              </a:ext>
            </a:extLst>
          </p:cNvPr>
          <p:cNvPicPr>
            <a:picLocks noChangeAspect="1"/>
          </p:cNvPicPr>
          <p:nvPr/>
        </p:nvPicPr>
        <p:blipFill>
          <a:blip r:embed="rId4"/>
          <a:stretch>
            <a:fillRect/>
          </a:stretch>
        </p:blipFill>
        <p:spPr>
          <a:xfrm>
            <a:off x="9489517" y="2659193"/>
            <a:ext cx="2108200" cy="647700"/>
          </a:xfrm>
          <a:prstGeom prst="rect">
            <a:avLst/>
          </a:prstGeom>
        </p:spPr>
      </p:pic>
      <p:pic>
        <p:nvPicPr>
          <p:cNvPr id="7" name="Picture 6">
            <a:extLst>
              <a:ext uri="{FF2B5EF4-FFF2-40B4-BE49-F238E27FC236}">
                <a16:creationId xmlns:a16="http://schemas.microsoft.com/office/drawing/2014/main" id="{33467E06-8A5A-745D-FB74-710E21EE9A7C}"/>
              </a:ext>
            </a:extLst>
          </p:cNvPr>
          <p:cNvPicPr>
            <a:picLocks noChangeAspect="1"/>
          </p:cNvPicPr>
          <p:nvPr/>
        </p:nvPicPr>
        <p:blipFill>
          <a:blip r:embed="rId5"/>
          <a:stretch>
            <a:fillRect/>
          </a:stretch>
        </p:blipFill>
        <p:spPr>
          <a:xfrm>
            <a:off x="2479623" y="2983043"/>
            <a:ext cx="6168209" cy="3349177"/>
          </a:xfrm>
          <a:prstGeom prst="rect">
            <a:avLst/>
          </a:prstGeom>
        </p:spPr>
      </p:pic>
      <mc:AlternateContent xmlns:mc="http://schemas.openxmlformats.org/markup-compatibility/2006">
        <mc:Choice xmlns:p14="http://schemas.microsoft.com/office/powerpoint/2010/main" Requires="p14">
          <p:contentPart p14:bwMode="auto" r:id="rId6">
            <p14:nvContentPartPr>
              <p14:cNvPr id="8" name="Ink 7">
                <a:extLst>
                  <a:ext uri="{FF2B5EF4-FFF2-40B4-BE49-F238E27FC236}">
                    <a16:creationId xmlns:a16="http://schemas.microsoft.com/office/drawing/2014/main" id="{774C6351-EC46-02E0-62EF-3DC88A5ADE2A}"/>
                  </a:ext>
                </a:extLst>
              </p14:cNvPr>
              <p14:cNvContentPartPr/>
              <p14:nvPr/>
            </p14:nvContentPartPr>
            <p14:xfrm>
              <a:off x="6445115" y="853554"/>
              <a:ext cx="342720" cy="138600"/>
            </p14:xfrm>
          </p:contentPart>
        </mc:Choice>
        <mc:Fallback>
          <p:pic>
            <p:nvPicPr>
              <p:cNvPr id="8" name="Ink 7">
                <a:extLst>
                  <a:ext uri="{FF2B5EF4-FFF2-40B4-BE49-F238E27FC236}">
                    <a16:creationId xmlns:a16="http://schemas.microsoft.com/office/drawing/2014/main" id="{774C6351-EC46-02E0-62EF-3DC88A5ADE2A}"/>
                  </a:ext>
                </a:extLst>
              </p:cNvPr>
              <p:cNvPicPr/>
              <p:nvPr/>
            </p:nvPicPr>
            <p:blipFill>
              <a:blip r:embed="rId7"/>
              <a:stretch>
                <a:fillRect/>
              </a:stretch>
            </p:blipFill>
            <p:spPr>
              <a:xfrm>
                <a:off x="6391475" y="745914"/>
                <a:ext cx="450360" cy="354240"/>
              </a:xfrm>
              <a:prstGeom prst="rect">
                <a:avLst/>
              </a:prstGeom>
            </p:spPr>
          </p:pic>
        </mc:Fallback>
      </mc:AlternateContent>
    </p:spTree>
    <p:extLst>
      <p:ext uri="{BB962C8B-B14F-4D97-AF65-F5344CB8AC3E}">
        <p14:creationId xmlns:p14="http://schemas.microsoft.com/office/powerpoint/2010/main" val="329142515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3132B1-07B7-A7C0-D172-D4812AEB560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AA673CE-F39F-01B9-0635-9802CE6DEAA2}"/>
              </a:ext>
            </a:extLst>
          </p:cNvPr>
          <p:cNvPicPr>
            <a:picLocks noChangeAspect="1"/>
          </p:cNvPicPr>
          <p:nvPr/>
        </p:nvPicPr>
        <p:blipFill>
          <a:blip r:embed="rId2"/>
          <a:stretch>
            <a:fillRect/>
          </a:stretch>
        </p:blipFill>
        <p:spPr>
          <a:xfrm>
            <a:off x="1192655" y="1322456"/>
            <a:ext cx="2781300" cy="939800"/>
          </a:xfrm>
          <a:prstGeom prst="rect">
            <a:avLst/>
          </a:prstGeom>
        </p:spPr>
      </p:pic>
      <p:pic>
        <p:nvPicPr>
          <p:cNvPr id="4" name="Picture 3">
            <a:extLst>
              <a:ext uri="{FF2B5EF4-FFF2-40B4-BE49-F238E27FC236}">
                <a16:creationId xmlns:a16="http://schemas.microsoft.com/office/drawing/2014/main" id="{97BD4BE1-5C9E-91F6-70F6-E37765AB30E5}"/>
              </a:ext>
            </a:extLst>
          </p:cNvPr>
          <p:cNvPicPr>
            <a:picLocks noChangeAspect="1"/>
          </p:cNvPicPr>
          <p:nvPr/>
        </p:nvPicPr>
        <p:blipFill>
          <a:blip r:embed="rId3"/>
          <a:stretch>
            <a:fillRect/>
          </a:stretch>
        </p:blipFill>
        <p:spPr>
          <a:xfrm>
            <a:off x="1364105" y="2327431"/>
            <a:ext cx="2438400" cy="584200"/>
          </a:xfrm>
          <a:prstGeom prst="rect">
            <a:avLst/>
          </a:prstGeom>
        </p:spPr>
      </p:pic>
      <p:pic>
        <p:nvPicPr>
          <p:cNvPr id="6" name="Picture 5">
            <a:extLst>
              <a:ext uri="{FF2B5EF4-FFF2-40B4-BE49-F238E27FC236}">
                <a16:creationId xmlns:a16="http://schemas.microsoft.com/office/drawing/2014/main" id="{0A8B1C36-30B1-DAA3-20D5-C3545AA686FC}"/>
              </a:ext>
            </a:extLst>
          </p:cNvPr>
          <p:cNvPicPr>
            <a:picLocks noChangeAspect="1"/>
          </p:cNvPicPr>
          <p:nvPr/>
        </p:nvPicPr>
        <p:blipFill>
          <a:blip r:embed="rId4"/>
          <a:stretch>
            <a:fillRect/>
          </a:stretch>
        </p:blipFill>
        <p:spPr>
          <a:xfrm>
            <a:off x="1332355" y="2819400"/>
            <a:ext cx="2159000" cy="609600"/>
          </a:xfrm>
          <a:prstGeom prst="rect">
            <a:avLst/>
          </a:prstGeom>
        </p:spPr>
      </p:pic>
      <p:pic>
        <p:nvPicPr>
          <p:cNvPr id="7" name="Picture 6">
            <a:extLst>
              <a:ext uri="{FF2B5EF4-FFF2-40B4-BE49-F238E27FC236}">
                <a16:creationId xmlns:a16="http://schemas.microsoft.com/office/drawing/2014/main" id="{7E15F231-8528-1676-86BB-6D6B88A629DF}"/>
              </a:ext>
            </a:extLst>
          </p:cNvPr>
          <p:cNvPicPr>
            <a:picLocks noChangeAspect="1"/>
          </p:cNvPicPr>
          <p:nvPr/>
        </p:nvPicPr>
        <p:blipFill>
          <a:blip r:embed="rId5"/>
          <a:stretch>
            <a:fillRect/>
          </a:stretch>
        </p:blipFill>
        <p:spPr>
          <a:xfrm>
            <a:off x="1364105" y="3374869"/>
            <a:ext cx="2057400" cy="546100"/>
          </a:xfrm>
          <a:prstGeom prst="rect">
            <a:avLst/>
          </a:prstGeom>
        </p:spPr>
      </p:pic>
      <p:pic>
        <p:nvPicPr>
          <p:cNvPr id="8" name="Picture 7">
            <a:extLst>
              <a:ext uri="{FF2B5EF4-FFF2-40B4-BE49-F238E27FC236}">
                <a16:creationId xmlns:a16="http://schemas.microsoft.com/office/drawing/2014/main" id="{D48BB12B-3347-7BA3-26EC-B565600A0A46}"/>
              </a:ext>
            </a:extLst>
          </p:cNvPr>
          <p:cNvPicPr>
            <a:picLocks noChangeAspect="1"/>
          </p:cNvPicPr>
          <p:nvPr/>
        </p:nvPicPr>
        <p:blipFill>
          <a:blip r:embed="rId6"/>
          <a:stretch>
            <a:fillRect/>
          </a:stretch>
        </p:blipFill>
        <p:spPr>
          <a:xfrm>
            <a:off x="1364105" y="3946370"/>
            <a:ext cx="2286000" cy="546100"/>
          </a:xfrm>
          <a:prstGeom prst="rect">
            <a:avLst/>
          </a:prstGeom>
        </p:spPr>
      </p:pic>
      <p:sp>
        <p:nvSpPr>
          <p:cNvPr id="10" name="TextBox 9">
            <a:extLst>
              <a:ext uri="{FF2B5EF4-FFF2-40B4-BE49-F238E27FC236}">
                <a16:creationId xmlns:a16="http://schemas.microsoft.com/office/drawing/2014/main" id="{4351F0F5-81DC-5076-1F55-EC00604EF30D}"/>
              </a:ext>
            </a:extLst>
          </p:cNvPr>
          <p:cNvSpPr txBox="1"/>
          <p:nvPr/>
        </p:nvSpPr>
        <p:spPr>
          <a:xfrm>
            <a:off x="1364105" y="4825174"/>
            <a:ext cx="6100996" cy="369332"/>
          </a:xfrm>
          <a:prstGeom prst="rect">
            <a:avLst/>
          </a:prstGeom>
          <a:noFill/>
        </p:spPr>
        <p:txBody>
          <a:bodyPr wrap="square">
            <a:spAutoFit/>
          </a:bodyPr>
          <a:lstStyle/>
          <a:p>
            <a:r>
              <a:rPr lang="en-US" dirty="0"/>
              <a:t>Product solutions</a:t>
            </a:r>
          </a:p>
        </p:txBody>
      </p:sp>
      <p:pic>
        <p:nvPicPr>
          <p:cNvPr id="11" name="Picture 10">
            <a:extLst>
              <a:ext uri="{FF2B5EF4-FFF2-40B4-BE49-F238E27FC236}">
                <a16:creationId xmlns:a16="http://schemas.microsoft.com/office/drawing/2014/main" id="{EC19B593-4E3C-5CEB-AAEF-7CB44CAB7513}"/>
              </a:ext>
            </a:extLst>
          </p:cNvPr>
          <p:cNvPicPr>
            <a:picLocks noChangeAspect="1"/>
          </p:cNvPicPr>
          <p:nvPr/>
        </p:nvPicPr>
        <p:blipFill>
          <a:blip r:embed="rId7"/>
          <a:stretch>
            <a:fillRect/>
          </a:stretch>
        </p:blipFill>
        <p:spPr>
          <a:xfrm>
            <a:off x="1542198" y="5511591"/>
            <a:ext cx="2324100" cy="596900"/>
          </a:xfrm>
          <a:prstGeom prst="rect">
            <a:avLst/>
          </a:prstGeom>
        </p:spPr>
      </p:pic>
      <p:pic>
        <p:nvPicPr>
          <p:cNvPr id="12" name="Picture 11">
            <a:extLst>
              <a:ext uri="{FF2B5EF4-FFF2-40B4-BE49-F238E27FC236}">
                <a16:creationId xmlns:a16="http://schemas.microsoft.com/office/drawing/2014/main" id="{20A6F5C2-E2F7-173D-7F1C-134C28F23AE2}"/>
              </a:ext>
            </a:extLst>
          </p:cNvPr>
          <p:cNvPicPr>
            <a:picLocks noChangeAspect="1"/>
          </p:cNvPicPr>
          <p:nvPr/>
        </p:nvPicPr>
        <p:blipFill>
          <a:blip r:embed="rId8"/>
          <a:stretch>
            <a:fillRect/>
          </a:stretch>
        </p:blipFill>
        <p:spPr>
          <a:xfrm>
            <a:off x="4501005" y="5447059"/>
            <a:ext cx="1384300" cy="584200"/>
          </a:xfrm>
          <a:prstGeom prst="rect">
            <a:avLst/>
          </a:prstGeom>
        </p:spPr>
      </p:pic>
      <p:pic>
        <p:nvPicPr>
          <p:cNvPr id="13" name="Picture 12">
            <a:extLst>
              <a:ext uri="{FF2B5EF4-FFF2-40B4-BE49-F238E27FC236}">
                <a16:creationId xmlns:a16="http://schemas.microsoft.com/office/drawing/2014/main" id="{096A9038-4DBF-6C69-7BDB-8C44D66F62B1}"/>
              </a:ext>
            </a:extLst>
          </p:cNvPr>
          <p:cNvPicPr>
            <a:picLocks noChangeAspect="1"/>
          </p:cNvPicPr>
          <p:nvPr/>
        </p:nvPicPr>
        <p:blipFill>
          <a:blip r:embed="rId9"/>
          <a:stretch>
            <a:fillRect/>
          </a:stretch>
        </p:blipFill>
        <p:spPr>
          <a:xfrm>
            <a:off x="6306697" y="5434359"/>
            <a:ext cx="1435100" cy="596900"/>
          </a:xfrm>
          <a:prstGeom prst="rect">
            <a:avLst/>
          </a:prstGeom>
        </p:spPr>
      </p:pic>
      <p:pic>
        <p:nvPicPr>
          <p:cNvPr id="14" name="Picture 13">
            <a:extLst>
              <a:ext uri="{FF2B5EF4-FFF2-40B4-BE49-F238E27FC236}">
                <a16:creationId xmlns:a16="http://schemas.microsoft.com/office/drawing/2014/main" id="{F7B9F95D-FB75-1AAB-B166-FC5E909C6190}"/>
              </a:ext>
            </a:extLst>
          </p:cNvPr>
          <p:cNvPicPr>
            <a:picLocks noChangeAspect="1"/>
          </p:cNvPicPr>
          <p:nvPr/>
        </p:nvPicPr>
        <p:blipFill>
          <a:blip r:embed="rId10"/>
          <a:stretch>
            <a:fillRect/>
          </a:stretch>
        </p:blipFill>
        <p:spPr>
          <a:xfrm>
            <a:off x="8163189" y="5383559"/>
            <a:ext cx="1409700" cy="647700"/>
          </a:xfrm>
          <a:prstGeom prst="rect">
            <a:avLst/>
          </a:prstGeom>
        </p:spPr>
      </p:pic>
      <p:pic>
        <p:nvPicPr>
          <p:cNvPr id="15" name="Picture 14">
            <a:extLst>
              <a:ext uri="{FF2B5EF4-FFF2-40B4-BE49-F238E27FC236}">
                <a16:creationId xmlns:a16="http://schemas.microsoft.com/office/drawing/2014/main" id="{B462D657-5A6F-BEB1-E192-2BCF5F598362}"/>
              </a:ext>
            </a:extLst>
          </p:cNvPr>
          <p:cNvPicPr>
            <a:picLocks noChangeAspect="1"/>
          </p:cNvPicPr>
          <p:nvPr/>
        </p:nvPicPr>
        <p:blipFill>
          <a:blip r:embed="rId11"/>
          <a:stretch>
            <a:fillRect/>
          </a:stretch>
        </p:blipFill>
        <p:spPr>
          <a:xfrm>
            <a:off x="1055558" y="409542"/>
            <a:ext cx="9197714" cy="867278"/>
          </a:xfrm>
          <a:prstGeom prst="rect">
            <a:avLst/>
          </a:prstGeom>
        </p:spPr>
      </p:pic>
    </p:spTree>
    <p:extLst>
      <p:ext uri="{BB962C8B-B14F-4D97-AF65-F5344CB8AC3E}">
        <p14:creationId xmlns:p14="http://schemas.microsoft.com/office/powerpoint/2010/main" val="1777628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83C8C-E3DC-0669-04FE-539EC201140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2A04253-E17C-E0B0-FBB4-40BBEF9AB4D6}"/>
              </a:ext>
            </a:extLst>
          </p:cNvPr>
          <p:cNvSpPr txBox="1"/>
          <p:nvPr/>
        </p:nvSpPr>
        <p:spPr>
          <a:xfrm>
            <a:off x="688622" y="609601"/>
            <a:ext cx="651589" cy="369332"/>
          </a:xfrm>
          <a:prstGeom prst="rect">
            <a:avLst/>
          </a:prstGeom>
          <a:noFill/>
        </p:spPr>
        <p:txBody>
          <a:bodyPr wrap="none" rtlCol="0">
            <a:spAutoFit/>
          </a:bodyPr>
          <a:lstStyle/>
          <a:p>
            <a:r>
              <a:rPr lang="en-US" dirty="0"/>
              <a:t>BVP:</a:t>
            </a:r>
          </a:p>
        </p:txBody>
      </p:sp>
      <p:pic>
        <p:nvPicPr>
          <p:cNvPr id="3" name="Picture 2">
            <a:extLst>
              <a:ext uri="{FF2B5EF4-FFF2-40B4-BE49-F238E27FC236}">
                <a16:creationId xmlns:a16="http://schemas.microsoft.com/office/drawing/2014/main" id="{0173AE53-C9E6-0883-9A72-9B0993DAF129}"/>
              </a:ext>
            </a:extLst>
          </p:cNvPr>
          <p:cNvPicPr>
            <a:picLocks noChangeAspect="1"/>
          </p:cNvPicPr>
          <p:nvPr/>
        </p:nvPicPr>
        <p:blipFill>
          <a:blip r:embed="rId2"/>
          <a:stretch>
            <a:fillRect/>
          </a:stretch>
        </p:blipFill>
        <p:spPr>
          <a:xfrm>
            <a:off x="523303" y="1507136"/>
            <a:ext cx="4279900" cy="1295400"/>
          </a:xfrm>
          <a:prstGeom prst="rect">
            <a:avLst/>
          </a:prstGeom>
        </p:spPr>
      </p:pic>
      <p:pic>
        <p:nvPicPr>
          <p:cNvPr id="4" name="Picture 3">
            <a:extLst>
              <a:ext uri="{FF2B5EF4-FFF2-40B4-BE49-F238E27FC236}">
                <a16:creationId xmlns:a16="http://schemas.microsoft.com/office/drawing/2014/main" id="{B44B929C-871B-5010-0565-EC81E2A77896}"/>
              </a:ext>
            </a:extLst>
          </p:cNvPr>
          <p:cNvPicPr>
            <a:picLocks noChangeAspect="1"/>
          </p:cNvPicPr>
          <p:nvPr/>
        </p:nvPicPr>
        <p:blipFill>
          <a:blip r:embed="rId3"/>
          <a:stretch>
            <a:fillRect/>
          </a:stretch>
        </p:blipFill>
        <p:spPr>
          <a:xfrm>
            <a:off x="688622" y="5862819"/>
            <a:ext cx="901700" cy="558800"/>
          </a:xfrm>
          <a:prstGeom prst="rect">
            <a:avLst/>
          </a:prstGeom>
        </p:spPr>
      </p:pic>
      <p:sp>
        <p:nvSpPr>
          <p:cNvPr id="5" name="TextBox 4">
            <a:extLst>
              <a:ext uri="{FF2B5EF4-FFF2-40B4-BE49-F238E27FC236}">
                <a16:creationId xmlns:a16="http://schemas.microsoft.com/office/drawing/2014/main" id="{B7967A0C-C826-949D-7638-8416D217DD6C}"/>
              </a:ext>
            </a:extLst>
          </p:cNvPr>
          <p:cNvSpPr txBox="1"/>
          <p:nvPr/>
        </p:nvSpPr>
        <p:spPr>
          <a:xfrm>
            <a:off x="1590322" y="5957553"/>
            <a:ext cx="300082" cy="369332"/>
          </a:xfrm>
          <a:prstGeom prst="rect">
            <a:avLst/>
          </a:prstGeom>
          <a:noFill/>
        </p:spPr>
        <p:txBody>
          <a:bodyPr wrap="none" rtlCol="0">
            <a:spAutoFit/>
          </a:bodyPr>
          <a:lstStyle/>
          <a:p>
            <a:r>
              <a:rPr lang="en-US" dirty="0"/>
              <a:t>?</a:t>
            </a:r>
          </a:p>
        </p:txBody>
      </p:sp>
      <p:sp>
        <p:nvSpPr>
          <p:cNvPr id="6" name="TextBox 5">
            <a:extLst>
              <a:ext uri="{FF2B5EF4-FFF2-40B4-BE49-F238E27FC236}">
                <a16:creationId xmlns:a16="http://schemas.microsoft.com/office/drawing/2014/main" id="{FCB10077-53B7-79BE-CD80-6492823A4B44}"/>
              </a:ext>
            </a:extLst>
          </p:cNvPr>
          <p:cNvSpPr txBox="1"/>
          <p:nvPr/>
        </p:nvSpPr>
        <p:spPr>
          <a:xfrm>
            <a:off x="5100519" y="1970170"/>
            <a:ext cx="300082" cy="369332"/>
          </a:xfrm>
          <a:prstGeom prst="rect">
            <a:avLst/>
          </a:prstGeom>
          <a:noFill/>
        </p:spPr>
        <p:txBody>
          <a:bodyPr wrap="none" rtlCol="0">
            <a:spAutoFit/>
          </a:bodyPr>
          <a:lstStyle/>
          <a:p>
            <a:r>
              <a:rPr lang="en-US" dirty="0"/>
              <a:t>?</a:t>
            </a:r>
          </a:p>
        </p:txBody>
      </p:sp>
    </p:spTree>
    <p:extLst>
      <p:ext uri="{BB962C8B-B14F-4D97-AF65-F5344CB8AC3E}">
        <p14:creationId xmlns:p14="http://schemas.microsoft.com/office/powerpoint/2010/main" val="1591825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4E840-E6C3-930A-C0A7-10D3D286EC15}"/>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0CF30D62-F928-FDE4-98A2-9EBFE7920B2E}"/>
              </a:ext>
            </a:extLst>
          </p:cNvPr>
          <p:cNvPicPr>
            <a:picLocks noChangeAspect="1"/>
          </p:cNvPicPr>
          <p:nvPr/>
        </p:nvPicPr>
        <p:blipFill>
          <a:blip r:embed="rId2"/>
          <a:stretch>
            <a:fillRect/>
          </a:stretch>
        </p:blipFill>
        <p:spPr>
          <a:xfrm>
            <a:off x="1244704" y="783964"/>
            <a:ext cx="3136900" cy="673100"/>
          </a:xfrm>
          <a:prstGeom prst="rect">
            <a:avLst/>
          </a:prstGeom>
        </p:spPr>
      </p:pic>
      <p:pic>
        <p:nvPicPr>
          <p:cNvPr id="3" name="Picture 2">
            <a:extLst>
              <a:ext uri="{FF2B5EF4-FFF2-40B4-BE49-F238E27FC236}">
                <a16:creationId xmlns:a16="http://schemas.microsoft.com/office/drawing/2014/main" id="{72A293A5-F44A-CE5B-73C9-7039CA0AA390}"/>
              </a:ext>
            </a:extLst>
          </p:cNvPr>
          <p:cNvPicPr>
            <a:picLocks noChangeAspect="1"/>
          </p:cNvPicPr>
          <p:nvPr/>
        </p:nvPicPr>
        <p:blipFill>
          <a:blip r:embed="rId3"/>
          <a:stretch>
            <a:fillRect/>
          </a:stretch>
        </p:blipFill>
        <p:spPr>
          <a:xfrm>
            <a:off x="1121140" y="3429000"/>
            <a:ext cx="4343400" cy="850900"/>
          </a:xfrm>
          <a:prstGeom prst="rect">
            <a:avLst/>
          </a:prstGeom>
        </p:spPr>
      </p:pic>
      <p:sp>
        <p:nvSpPr>
          <p:cNvPr id="4" name="TextBox 3">
            <a:extLst>
              <a:ext uri="{FF2B5EF4-FFF2-40B4-BE49-F238E27FC236}">
                <a16:creationId xmlns:a16="http://schemas.microsoft.com/office/drawing/2014/main" id="{CF9F2917-0161-E5D3-DC8C-12BAF259A045}"/>
              </a:ext>
            </a:extLst>
          </p:cNvPr>
          <p:cNvSpPr txBox="1"/>
          <p:nvPr/>
        </p:nvSpPr>
        <p:spPr>
          <a:xfrm>
            <a:off x="5164458" y="935848"/>
            <a:ext cx="300082" cy="369332"/>
          </a:xfrm>
          <a:prstGeom prst="rect">
            <a:avLst/>
          </a:prstGeom>
          <a:noFill/>
        </p:spPr>
        <p:txBody>
          <a:bodyPr wrap="none" rtlCol="0">
            <a:spAutoFit/>
          </a:bodyPr>
          <a:lstStyle/>
          <a:p>
            <a:r>
              <a:rPr lang="en-US" dirty="0"/>
              <a:t>?</a:t>
            </a:r>
          </a:p>
        </p:txBody>
      </p:sp>
      <p:sp>
        <p:nvSpPr>
          <p:cNvPr id="5" name="TextBox 4">
            <a:extLst>
              <a:ext uri="{FF2B5EF4-FFF2-40B4-BE49-F238E27FC236}">
                <a16:creationId xmlns:a16="http://schemas.microsoft.com/office/drawing/2014/main" id="{7CA2B019-CAA1-F469-1B50-81A11DF96819}"/>
              </a:ext>
            </a:extLst>
          </p:cNvPr>
          <p:cNvSpPr txBox="1"/>
          <p:nvPr/>
        </p:nvSpPr>
        <p:spPr>
          <a:xfrm>
            <a:off x="5758789" y="3669784"/>
            <a:ext cx="300082" cy="369332"/>
          </a:xfrm>
          <a:prstGeom prst="rect">
            <a:avLst/>
          </a:prstGeom>
          <a:noFill/>
        </p:spPr>
        <p:txBody>
          <a:bodyPr wrap="none" rtlCol="0">
            <a:spAutoFit/>
          </a:bodyPr>
          <a:lstStyle/>
          <a:p>
            <a:r>
              <a:rPr lang="en-US" dirty="0"/>
              <a:t>?</a:t>
            </a:r>
          </a:p>
        </p:txBody>
      </p:sp>
      <p:pic>
        <p:nvPicPr>
          <p:cNvPr id="6" name="Picture 5">
            <a:extLst>
              <a:ext uri="{FF2B5EF4-FFF2-40B4-BE49-F238E27FC236}">
                <a16:creationId xmlns:a16="http://schemas.microsoft.com/office/drawing/2014/main" id="{0365B251-CC53-3EC7-0866-C75993558B75}"/>
              </a:ext>
            </a:extLst>
          </p:cNvPr>
          <p:cNvPicPr>
            <a:picLocks noChangeAspect="1"/>
          </p:cNvPicPr>
          <p:nvPr/>
        </p:nvPicPr>
        <p:blipFill>
          <a:blip r:embed="rId4"/>
          <a:stretch>
            <a:fillRect/>
          </a:stretch>
        </p:blipFill>
        <p:spPr>
          <a:xfrm>
            <a:off x="1121140" y="5470786"/>
            <a:ext cx="4699000" cy="1206500"/>
          </a:xfrm>
          <a:prstGeom prst="rect">
            <a:avLst/>
          </a:prstGeom>
        </p:spPr>
      </p:pic>
    </p:spTree>
    <p:extLst>
      <p:ext uri="{BB962C8B-B14F-4D97-AF65-F5344CB8AC3E}">
        <p14:creationId xmlns:p14="http://schemas.microsoft.com/office/powerpoint/2010/main" val="691416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3C9B0-3B12-096B-B473-6018F08BB57F}"/>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94689BDD-2DBF-F6BB-8337-99E7795CA4A6}"/>
              </a:ext>
            </a:extLst>
          </p:cNvPr>
          <p:cNvGrpSpPr/>
          <p:nvPr/>
        </p:nvGrpSpPr>
        <p:grpSpPr>
          <a:xfrm>
            <a:off x="1151121" y="778865"/>
            <a:ext cx="5283200" cy="2329617"/>
            <a:chOff x="1151121" y="778865"/>
            <a:chExt cx="5283200" cy="2329617"/>
          </a:xfrm>
        </p:grpSpPr>
        <p:pic>
          <p:nvPicPr>
            <p:cNvPr id="2" name="Picture 1">
              <a:extLst>
                <a:ext uri="{FF2B5EF4-FFF2-40B4-BE49-F238E27FC236}">
                  <a16:creationId xmlns:a16="http://schemas.microsoft.com/office/drawing/2014/main" id="{B7E30D99-BC57-E27C-4E9D-5763BEC8E813}"/>
                </a:ext>
              </a:extLst>
            </p:cNvPr>
            <p:cNvPicPr>
              <a:picLocks noChangeAspect="1"/>
            </p:cNvPicPr>
            <p:nvPr/>
          </p:nvPicPr>
          <p:blipFill>
            <a:blip r:embed="rId2"/>
            <a:stretch>
              <a:fillRect/>
            </a:stretch>
          </p:blipFill>
          <p:spPr>
            <a:xfrm>
              <a:off x="1151121" y="778865"/>
              <a:ext cx="4699000" cy="1206500"/>
            </a:xfrm>
            <a:prstGeom prst="rect">
              <a:avLst/>
            </a:prstGeom>
          </p:spPr>
        </p:pic>
        <p:pic>
          <p:nvPicPr>
            <p:cNvPr id="3" name="Picture 2">
              <a:extLst>
                <a:ext uri="{FF2B5EF4-FFF2-40B4-BE49-F238E27FC236}">
                  <a16:creationId xmlns:a16="http://schemas.microsoft.com/office/drawing/2014/main" id="{2382E610-C1F3-E35D-2EF0-2457015EE8CD}"/>
                </a:ext>
              </a:extLst>
            </p:cNvPr>
            <p:cNvPicPr>
              <a:picLocks noChangeAspect="1"/>
            </p:cNvPicPr>
            <p:nvPr/>
          </p:nvPicPr>
          <p:blipFill>
            <a:blip r:embed="rId3"/>
            <a:stretch>
              <a:fillRect/>
            </a:stretch>
          </p:blipFill>
          <p:spPr>
            <a:xfrm>
              <a:off x="1151121" y="2130582"/>
              <a:ext cx="5283200" cy="977900"/>
            </a:xfrm>
            <a:prstGeom prst="rect">
              <a:avLst/>
            </a:prstGeom>
          </p:spPr>
        </p:pic>
      </p:grpSp>
    </p:spTree>
    <p:extLst>
      <p:ext uri="{BB962C8B-B14F-4D97-AF65-F5344CB8AC3E}">
        <p14:creationId xmlns:p14="http://schemas.microsoft.com/office/powerpoint/2010/main" val="333296813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9B97F-E596-3285-92F9-36C83A6658B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EC161D2-0B3B-4834-EA15-991E4DB0DF2C}"/>
              </a:ext>
            </a:extLst>
          </p:cNvPr>
          <p:cNvSpPr txBox="1"/>
          <p:nvPr/>
        </p:nvSpPr>
        <p:spPr>
          <a:xfrm>
            <a:off x="1026826" y="819674"/>
            <a:ext cx="6100996" cy="400110"/>
          </a:xfrm>
          <a:prstGeom prst="rect">
            <a:avLst/>
          </a:prstGeom>
          <a:noFill/>
        </p:spPr>
        <p:txBody>
          <a:bodyPr wrap="square">
            <a:spAutoFit/>
          </a:bodyPr>
          <a:lstStyle/>
          <a:p>
            <a:r>
              <a:rPr lang="en-US" sz="2000" b="1" dirty="0"/>
              <a:t>Laplace’s Equation Inside a Circular Disk</a:t>
            </a: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8CF8C4A5-9D4D-9776-FA76-794A46044C3A}"/>
                  </a:ext>
                </a:extLst>
              </p:cNvPr>
              <p:cNvSpPr txBox="1"/>
              <p:nvPr/>
            </p:nvSpPr>
            <p:spPr>
              <a:xfrm>
                <a:off x="1026826" y="1621967"/>
                <a:ext cx="7022892" cy="1477328"/>
              </a:xfrm>
              <a:prstGeom prst="rect">
                <a:avLst/>
              </a:prstGeom>
              <a:noFill/>
            </p:spPr>
            <p:txBody>
              <a:bodyPr wrap="square">
                <a:spAutoFit/>
              </a:bodyPr>
              <a:lstStyle/>
              <a:p>
                <a:r>
                  <a:rPr lang="en-US" dirty="0"/>
                  <a:t>Suppose that we had a thin circular disk of radius </a:t>
                </a:r>
                <a14:m>
                  <m:oMath xmlns:m="http://schemas.openxmlformats.org/officeDocument/2006/math">
                    <m:r>
                      <a:rPr lang="en-US" i="1">
                        <a:latin typeface="+mn-lt"/>
                      </a:rPr>
                      <m:t>𝑎</m:t>
                    </m:r>
                  </m:oMath>
                </a14:m>
                <a:r>
                  <a:rPr lang="en-US" dirty="0"/>
                  <a:t>(with constant thermal properties and no sources) with the temperature prescribed on the boundary. If the temperature on the boundary is independent of time, then it is reasonable to determine the equilibrium temperature distribution. </a:t>
                </a:r>
              </a:p>
            </p:txBody>
          </p:sp>
        </mc:Choice>
        <mc:Fallback>
          <p:sp>
            <p:nvSpPr>
              <p:cNvPr id="6" name="TextBox 5">
                <a:extLst>
                  <a:ext uri="{FF2B5EF4-FFF2-40B4-BE49-F238E27FC236}">
                    <a16:creationId xmlns:a16="http://schemas.microsoft.com/office/drawing/2014/main" id="{8CF8C4A5-9D4D-9776-FA76-794A46044C3A}"/>
                  </a:ext>
                </a:extLst>
              </p:cNvPr>
              <p:cNvSpPr txBox="1">
                <a:spLocks noRot="1" noChangeAspect="1" noMove="1" noResize="1" noEditPoints="1" noAdjustHandles="1" noChangeArrowheads="1" noChangeShapeType="1" noTextEdit="1"/>
              </p:cNvSpPr>
              <p:nvPr/>
            </p:nvSpPr>
            <p:spPr>
              <a:xfrm>
                <a:off x="1026826" y="1621967"/>
                <a:ext cx="7022892" cy="1477328"/>
              </a:xfrm>
              <a:prstGeom prst="rect">
                <a:avLst/>
              </a:prstGeom>
              <a:blipFill>
                <a:blip r:embed="rId2"/>
                <a:stretch>
                  <a:fillRect l="-722" t="-1709" b="-5983"/>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CA95BCF4-1C25-1E3E-CC1D-7F7B04D359F2}"/>
              </a:ext>
            </a:extLst>
          </p:cNvPr>
          <p:cNvPicPr>
            <a:picLocks noChangeAspect="1"/>
          </p:cNvPicPr>
          <p:nvPr/>
        </p:nvPicPr>
        <p:blipFill>
          <a:blip r:embed="rId3"/>
          <a:stretch>
            <a:fillRect/>
          </a:stretch>
        </p:blipFill>
        <p:spPr>
          <a:xfrm>
            <a:off x="8664315" y="1446747"/>
            <a:ext cx="3048000" cy="2197100"/>
          </a:xfrm>
          <a:prstGeom prst="rect">
            <a:avLst/>
          </a:prstGeom>
        </p:spPr>
      </p:pic>
      <p:pic>
        <p:nvPicPr>
          <p:cNvPr id="8" name="Picture 7">
            <a:extLst>
              <a:ext uri="{FF2B5EF4-FFF2-40B4-BE49-F238E27FC236}">
                <a16:creationId xmlns:a16="http://schemas.microsoft.com/office/drawing/2014/main" id="{9F13D89C-7220-4BA4-913A-FFA9B894A2C1}"/>
              </a:ext>
            </a:extLst>
          </p:cNvPr>
          <p:cNvPicPr>
            <a:picLocks noChangeAspect="1"/>
          </p:cNvPicPr>
          <p:nvPr/>
        </p:nvPicPr>
        <p:blipFill>
          <a:blip r:embed="rId4"/>
          <a:stretch>
            <a:fillRect/>
          </a:stretch>
        </p:blipFill>
        <p:spPr>
          <a:xfrm>
            <a:off x="1387421" y="3317328"/>
            <a:ext cx="6879409" cy="441378"/>
          </a:xfrm>
          <a:prstGeom prst="rect">
            <a:avLst/>
          </a:prstGeom>
        </p:spPr>
      </p:pic>
      <p:sp>
        <p:nvSpPr>
          <p:cNvPr id="10" name="TextBox 9">
            <a:extLst>
              <a:ext uri="{FF2B5EF4-FFF2-40B4-BE49-F238E27FC236}">
                <a16:creationId xmlns:a16="http://schemas.microsoft.com/office/drawing/2014/main" id="{D03AF9E1-7B77-975E-6D04-D66E120736DC}"/>
              </a:ext>
            </a:extLst>
          </p:cNvPr>
          <p:cNvSpPr txBox="1"/>
          <p:nvPr/>
        </p:nvSpPr>
        <p:spPr>
          <a:xfrm>
            <a:off x="1113312" y="4111650"/>
            <a:ext cx="7427626" cy="369332"/>
          </a:xfrm>
          <a:prstGeom prst="rect">
            <a:avLst/>
          </a:prstGeom>
          <a:noFill/>
        </p:spPr>
        <p:txBody>
          <a:bodyPr wrap="square">
            <a:spAutoFit/>
          </a:bodyPr>
          <a:lstStyle/>
          <a:p>
            <a:r>
              <a:rPr lang="en-US" dirty="0"/>
              <a:t>The geometry of this problem suggests that we use polar coordinates.</a:t>
            </a:r>
          </a:p>
        </p:txBody>
      </p:sp>
      <p:pic>
        <p:nvPicPr>
          <p:cNvPr id="11" name="Picture 10">
            <a:extLst>
              <a:ext uri="{FF2B5EF4-FFF2-40B4-BE49-F238E27FC236}">
                <a16:creationId xmlns:a16="http://schemas.microsoft.com/office/drawing/2014/main" id="{8ADCCACD-FD5E-D433-5462-8C76AA806CBC}"/>
              </a:ext>
            </a:extLst>
          </p:cNvPr>
          <p:cNvPicPr>
            <a:picLocks noChangeAspect="1"/>
          </p:cNvPicPr>
          <p:nvPr/>
        </p:nvPicPr>
        <p:blipFill>
          <a:blip r:embed="rId5"/>
          <a:stretch>
            <a:fillRect/>
          </a:stretch>
        </p:blipFill>
        <p:spPr>
          <a:xfrm>
            <a:off x="4077324" y="4598976"/>
            <a:ext cx="1193800" cy="469900"/>
          </a:xfrm>
          <a:prstGeom prst="rect">
            <a:avLst/>
          </a:prstGeom>
        </p:spPr>
      </p:pic>
      <p:grpSp>
        <p:nvGrpSpPr>
          <p:cNvPr id="15" name="Group 14">
            <a:extLst>
              <a:ext uri="{FF2B5EF4-FFF2-40B4-BE49-F238E27FC236}">
                <a16:creationId xmlns:a16="http://schemas.microsoft.com/office/drawing/2014/main" id="{A247ADCC-B9D5-6350-7763-35891B856F29}"/>
              </a:ext>
            </a:extLst>
          </p:cNvPr>
          <p:cNvGrpSpPr/>
          <p:nvPr/>
        </p:nvGrpSpPr>
        <p:grpSpPr>
          <a:xfrm>
            <a:off x="1026826" y="5068876"/>
            <a:ext cx="8394439" cy="1017159"/>
            <a:chOff x="1026826" y="5068876"/>
            <a:chExt cx="8394439" cy="1017159"/>
          </a:xfrm>
        </p:grpSpPr>
        <p:pic>
          <p:nvPicPr>
            <p:cNvPr id="12" name="Picture 11">
              <a:extLst>
                <a:ext uri="{FF2B5EF4-FFF2-40B4-BE49-F238E27FC236}">
                  <a16:creationId xmlns:a16="http://schemas.microsoft.com/office/drawing/2014/main" id="{CE3BF31D-598E-8F5E-5EEA-969FB90D3ACE}"/>
                </a:ext>
              </a:extLst>
            </p:cNvPr>
            <p:cNvPicPr>
              <a:picLocks noChangeAspect="1"/>
            </p:cNvPicPr>
            <p:nvPr/>
          </p:nvPicPr>
          <p:blipFill>
            <a:blip r:embed="rId6"/>
            <a:stretch>
              <a:fillRect/>
            </a:stretch>
          </p:blipFill>
          <p:spPr>
            <a:xfrm>
              <a:off x="1113312" y="5236033"/>
              <a:ext cx="8307953" cy="682845"/>
            </a:xfrm>
            <a:prstGeom prst="rect">
              <a:avLst/>
            </a:prstGeom>
          </p:spPr>
        </p:pic>
        <p:pic>
          <p:nvPicPr>
            <p:cNvPr id="13" name="Picture 12">
              <a:extLst>
                <a:ext uri="{FF2B5EF4-FFF2-40B4-BE49-F238E27FC236}">
                  <a16:creationId xmlns:a16="http://schemas.microsoft.com/office/drawing/2014/main" id="{90D2065E-08DB-BF0D-BC4D-B575EBB4816D}"/>
                </a:ext>
              </a:extLst>
            </p:cNvPr>
            <p:cNvPicPr>
              <a:picLocks noChangeAspect="1"/>
            </p:cNvPicPr>
            <p:nvPr/>
          </p:nvPicPr>
          <p:blipFill>
            <a:blip r:embed="rId7"/>
            <a:stretch>
              <a:fillRect/>
            </a:stretch>
          </p:blipFill>
          <p:spPr>
            <a:xfrm>
              <a:off x="2770734" y="5590735"/>
              <a:ext cx="3325265" cy="495300"/>
            </a:xfrm>
            <a:prstGeom prst="rect">
              <a:avLst/>
            </a:prstGeom>
          </p:spPr>
        </p:pic>
        <p:pic>
          <p:nvPicPr>
            <p:cNvPr id="14" name="Picture 13">
              <a:extLst>
                <a:ext uri="{FF2B5EF4-FFF2-40B4-BE49-F238E27FC236}">
                  <a16:creationId xmlns:a16="http://schemas.microsoft.com/office/drawing/2014/main" id="{13A8E0B0-B27F-820C-5CF3-058CF1A539C0}"/>
                </a:ext>
              </a:extLst>
            </p:cNvPr>
            <p:cNvPicPr>
              <a:picLocks noChangeAspect="1"/>
            </p:cNvPicPr>
            <p:nvPr/>
          </p:nvPicPr>
          <p:blipFill>
            <a:blip r:embed="rId7"/>
            <a:stretch>
              <a:fillRect/>
            </a:stretch>
          </p:blipFill>
          <p:spPr>
            <a:xfrm>
              <a:off x="1026826" y="5068876"/>
              <a:ext cx="1445198" cy="495300"/>
            </a:xfrm>
            <a:prstGeom prst="rect">
              <a:avLst/>
            </a:prstGeom>
          </p:spPr>
        </p:pic>
      </p:grpSp>
      <p:sp>
        <p:nvSpPr>
          <p:cNvPr id="16" name="TextBox 15">
            <a:extLst>
              <a:ext uri="{FF2B5EF4-FFF2-40B4-BE49-F238E27FC236}">
                <a16:creationId xmlns:a16="http://schemas.microsoft.com/office/drawing/2014/main" id="{3CF3F9C8-4346-04DB-7372-AE584E315C6A}"/>
              </a:ext>
            </a:extLst>
          </p:cNvPr>
          <p:cNvSpPr txBox="1"/>
          <p:nvPr/>
        </p:nvSpPr>
        <p:spPr>
          <a:xfrm>
            <a:off x="2083014" y="5203473"/>
            <a:ext cx="479618" cy="369332"/>
          </a:xfrm>
          <a:prstGeom prst="rect">
            <a:avLst/>
          </a:prstGeom>
          <a:noFill/>
        </p:spPr>
        <p:txBody>
          <a:bodyPr wrap="none" rtlCol="0">
            <a:spAutoFit/>
          </a:bodyPr>
          <a:lstStyle/>
          <a:p>
            <a:r>
              <a:rPr lang="en-US" dirty="0"/>
              <a:t>On</a:t>
            </a:r>
          </a:p>
        </p:txBody>
      </p:sp>
    </p:spTree>
    <p:extLst>
      <p:ext uri="{BB962C8B-B14F-4D97-AF65-F5344CB8AC3E}">
        <p14:creationId xmlns:p14="http://schemas.microsoft.com/office/powerpoint/2010/main" val="117112009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ADDB5-A2CF-FDE5-F8BA-382B238CB715}"/>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5369D46F-9CD1-B249-C2DB-88F5D9744DB7}"/>
              </a:ext>
            </a:extLst>
          </p:cNvPr>
          <p:cNvPicPr>
            <a:picLocks noChangeAspect="1"/>
          </p:cNvPicPr>
          <p:nvPr/>
        </p:nvPicPr>
        <p:blipFill>
          <a:blip r:embed="rId2"/>
          <a:stretch>
            <a:fillRect/>
          </a:stretch>
        </p:blipFill>
        <p:spPr>
          <a:xfrm>
            <a:off x="1141126" y="816963"/>
            <a:ext cx="3733800" cy="457200"/>
          </a:xfrm>
          <a:prstGeom prst="rect">
            <a:avLst/>
          </a:prstGeom>
        </p:spPr>
      </p:pic>
      <p:pic>
        <p:nvPicPr>
          <p:cNvPr id="3" name="Picture 2">
            <a:extLst>
              <a:ext uri="{FF2B5EF4-FFF2-40B4-BE49-F238E27FC236}">
                <a16:creationId xmlns:a16="http://schemas.microsoft.com/office/drawing/2014/main" id="{048120CC-6E7E-696D-E44D-30980AAA6B17}"/>
              </a:ext>
            </a:extLst>
          </p:cNvPr>
          <p:cNvPicPr>
            <a:picLocks noChangeAspect="1"/>
          </p:cNvPicPr>
          <p:nvPr/>
        </p:nvPicPr>
        <p:blipFill>
          <a:blip r:embed="rId3"/>
          <a:stretch>
            <a:fillRect/>
          </a:stretch>
        </p:blipFill>
        <p:spPr>
          <a:xfrm>
            <a:off x="1141126" y="1405224"/>
            <a:ext cx="4470400" cy="1079500"/>
          </a:xfrm>
          <a:prstGeom prst="rect">
            <a:avLst/>
          </a:prstGeom>
        </p:spPr>
      </p:pic>
      <p:pic>
        <p:nvPicPr>
          <p:cNvPr id="4" name="Picture 3">
            <a:extLst>
              <a:ext uri="{FF2B5EF4-FFF2-40B4-BE49-F238E27FC236}">
                <a16:creationId xmlns:a16="http://schemas.microsoft.com/office/drawing/2014/main" id="{8D6BABEB-BD06-4449-3314-6F4B796DDAC2}"/>
              </a:ext>
            </a:extLst>
          </p:cNvPr>
          <p:cNvPicPr>
            <a:picLocks noChangeAspect="1"/>
          </p:cNvPicPr>
          <p:nvPr/>
        </p:nvPicPr>
        <p:blipFill>
          <a:blip r:embed="rId4"/>
          <a:stretch>
            <a:fillRect/>
          </a:stretch>
        </p:blipFill>
        <p:spPr>
          <a:xfrm>
            <a:off x="1252720" y="2484724"/>
            <a:ext cx="2311400" cy="609600"/>
          </a:xfrm>
          <a:prstGeom prst="rect">
            <a:avLst/>
          </a:prstGeom>
        </p:spPr>
      </p:pic>
      <p:sp>
        <p:nvSpPr>
          <p:cNvPr id="5" name="TextBox 4">
            <a:extLst>
              <a:ext uri="{FF2B5EF4-FFF2-40B4-BE49-F238E27FC236}">
                <a16:creationId xmlns:a16="http://schemas.microsoft.com/office/drawing/2014/main" id="{8343FB2F-C2E0-D7DA-33FA-71A89EBA8E41}"/>
              </a:ext>
            </a:extLst>
          </p:cNvPr>
          <p:cNvSpPr txBox="1"/>
          <p:nvPr/>
        </p:nvSpPr>
        <p:spPr>
          <a:xfrm>
            <a:off x="5945959" y="1760308"/>
            <a:ext cx="300082" cy="369332"/>
          </a:xfrm>
          <a:prstGeom prst="rect">
            <a:avLst/>
          </a:prstGeom>
          <a:noFill/>
        </p:spPr>
        <p:txBody>
          <a:bodyPr wrap="none" rtlCol="0">
            <a:spAutoFit/>
          </a:bodyPr>
          <a:lstStyle/>
          <a:p>
            <a:r>
              <a:rPr lang="en-US" dirty="0"/>
              <a:t>?</a:t>
            </a:r>
          </a:p>
        </p:txBody>
      </p:sp>
      <p:sp>
        <p:nvSpPr>
          <p:cNvPr id="6" name="TextBox 5">
            <a:extLst>
              <a:ext uri="{FF2B5EF4-FFF2-40B4-BE49-F238E27FC236}">
                <a16:creationId xmlns:a16="http://schemas.microsoft.com/office/drawing/2014/main" id="{5063669F-DCF7-E971-DE40-F16719AB249D}"/>
              </a:ext>
            </a:extLst>
          </p:cNvPr>
          <p:cNvSpPr txBox="1"/>
          <p:nvPr/>
        </p:nvSpPr>
        <p:spPr>
          <a:xfrm>
            <a:off x="3954765" y="2615785"/>
            <a:ext cx="300082" cy="369332"/>
          </a:xfrm>
          <a:prstGeom prst="rect">
            <a:avLst/>
          </a:prstGeom>
          <a:noFill/>
        </p:spPr>
        <p:txBody>
          <a:bodyPr wrap="none" rtlCol="0">
            <a:spAutoFit/>
          </a:bodyPr>
          <a:lstStyle/>
          <a:p>
            <a:r>
              <a:rPr lang="en-US" dirty="0"/>
              <a:t>?</a:t>
            </a:r>
          </a:p>
        </p:txBody>
      </p:sp>
      <p:grpSp>
        <p:nvGrpSpPr>
          <p:cNvPr id="11" name="Group 10">
            <a:extLst>
              <a:ext uri="{FF2B5EF4-FFF2-40B4-BE49-F238E27FC236}">
                <a16:creationId xmlns:a16="http://schemas.microsoft.com/office/drawing/2014/main" id="{267B2265-7212-1BA0-6073-8FE4E5282F2A}"/>
              </a:ext>
            </a:extLst>
          </p:cNvPr>
          <p:cNvGrpSpPr/>
          <p:nvPr/>
        </p:nvGrpSpPr>
        <p:grpSpPr>
          <a:xfrm>
            <a:off x="1455920" y="3225385"/>
            <a:ext cx="6125840" cy="1670928"/>
            <a:chOff x="1455920" y="3225385"/>
            <a:chExt cx="6125840" cy="1670928"/>
          </a:xfrm>
        </p:grpSpPr>
        <p:pic>
          <p:nvPicPr>
            <p:cNvPr id="10" name="Picture 9">
              <a:extLst>
                <a:ext uri="{FF2B5EF4-FFF2-40B4-BE49-F238E27FC236}">
                  <a16:creationId xmlns:a16="http://schemas.microsoft.com/office/drawing/2014/main" id="{7E70F441-C674-BD52-D372-C5C6344EA148}"/>
                </a:ext>
              </a:extLst>
            </p:cNvPr>
            <p:cNvPicPr>
              <a:picLocks noChangeAspect="1"/>
            </p:cNvPicPr>
            <p:nvPr/>
          </p:nvPicPr>
          <p:blipFill>
            <a:blip r:embed="rId5"/>
            <a:stretch>
              <a:fillRect/>
            </a:stretch>
          </p:blipFill>
          <p:spPr>
            <a:xfrm>
              <a:off x="4874926" y="4413713"/>
              <a:ext cx="889000" cy="482600"/>
            </a:xfrm>
            <a:prstGeom prst="rect">
              <a:avLst/>
            </a:prstGeom>
          </p:spPr>
        </p:pic>
        <p:pic>
          <p:nvPicPr>
            <p:cNvPr id="7" name="Picture 6">
              <a:extLst>
                <a:ext uri="{FF2B5EF4-FFF2-40B4-BE49-F238E27FC236}">
                  <a16:creationId xmlns:a16="http://schemas.microsoft.com/office/drawing/2014/main" id="{757A0749-960D-6A5A-3241-365D4BE37895}"/>
                </a:ext>
              </a:extLst>
            </p:cNvPr>
            <p:cNvPicPr>
              <a:picLocks noChangeAspect="1"/>
            </p:cNvPicPr>
            <p:nvPr/>
          </p:nvPicPr>
          <p:blipFill>
            <a:blip r:embed="rId6"/>
            <a:stretch>
              <a:fillRect/>
            </a:stretch>
          </p:blipFill>
          <p:spPr>
            <a:xfrm>
              <a:off x="1455920" y="3225385"/>
              <a:ext cx="4216400" cy="812800"/>
            </a:xfrm>
            <a:prstGeom prst="rect">
              <a:avLst/>
            </a:prstGeom>
          </p:spPr>
        </p:pic>
        <p:sp>
          <p:nvSpPr>
            <p:cNvPr id="9" name="TextBox 8">
              <a:extLst>
                <a:ext uri="{FF2B5EF4-FFF2-40B4-BE49-F238E27FC236}">
                  <a16:creationId xmlns:a16="http://schemas.microsoft.com/office/drawing/2014/main" id="{F81DF143-5D59-5451-3892-0178A2F6ABE5}"/>
                </a:ext>
              </a:extLst>
            </p:cNvPr>
            <p:cNvSpPr txBox="1"/>
            <p:nvPr/>
          </p:nvSpPr>
          <p:spPr>
            <a:xfrm>
              <a:off x="1480764" y="4169246"/>
              <a:ext cx="6100996" cy="646331"/>
            </a:xfrm>
            <a:prstGeom prst="rect">
              <a:avLst/>
            </a:prstGeom>
            <a:noFill/>
          </p:spPr>
          <p:txBody>
            <a:bodyPr wrap="square">
              <a:spAutoFit/>
            </a:bodyPr>
            <a:lstStyle/>
            <a:p>
              <a:r>
                <a:rPr lang="en-US" dirty="0"/>
                <a:t>For physical reasons, we will prescribe that the temperature is finite or, equivalently, </a:t>
              </a:r>
              <a:r>
                <a:rPr lang="en-US" b="1" dirty="0"/>
                <a:t>bounded</a:t>
              </a:r>
              <a:endParaRPr lang="en-US" dirty="0"/>
            </a:p>
          </p:txBody>
        </p:sp>
      </p:grpSp>
      <p:pic>
        <p:nvPicPr>
          <p:cNvPr id="12" name="Picture 11">
            <a:extLst>
              <a:ext uri="{FF2B5EF4-FFF2-40B4-BE49-F238E27FC236}">
                <a16:creationId xmlns:a16="http://schemas.microsoft.com/office/drawing/2014/main" id="{6509FFC1-33B2-8B4E-9F8A-2181077ED0B3}"/>
              </a:ext>
            </a:extLst>
          </p:cNvPr>
          <p:cNvPicPr>
            <a:picLocks noChangeAspect="1"/>
          </p:cNvPicPr>
          <p:nvPr/>
        </p:nvPicPr>
        <p:blipFill>
          <a:blip r:embed="rId7"/>
          <a:stretch>
            <a:fillRect/>
          </a:stretch>
        </p:blipFill>
        <p:spPr>
          <a:xfrm>
            <a:off x="1382426" y="4862585"/>
            <a:ext cx="3937000" cy="1651000"/>
          </a:xfrm>
          <a:prstGeom prst="rect">
            <a:avLst/>
          </a:prstGeom>
        </p:spPr>
      </p:pic>
    </p:spTree>
    <p:extLst>
      <p:ext uri="{BB962C8B-B14F-4D97-AF65-F5344CB8AC3E}">
        <p14:creationId xmlns:p14="http://schemas.microsoft.com/office/powerpoint/2010/main" val="2483791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05320-1951-A07D-C92E-AC9B8C0F1223}"/>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65EDB300-05F5-B69C-185D-153A6D1E393F}"/>
              </a:ext>
            </a:extLst>
          </p:cNvPr>
          <p:cNvSpPr txBox="1"/>
          <p:nvPr/>
        </p:nvSpPr>
        <p:spPr>
          <a:xfrm>
            <a:off x="5663125" y="5990758"/>
            <a:ext cx="6100996" cy="369332"/>
          </a:xfrm>
          <a:prstGeom prst="rect">
            <a:avLst/>
          </a:prstGeom>
          <a:noFill/>
        </p:spPr>
        <p:txBody>
          <a:bodyPr wrap="square">
            <a:spAutoFit/>
          </a:bodyPr>
          <a:lstStyle/>
          <a:p>
            <a:r>
              <a:rPr lang="en-US" dirty="0"/>
              <a:t>eigenfunctions</a:t>
            </a:r>
          </a:p>
        </p:txBody>
      </p:sp>
      <p:sp>
        <p:nvSpPr>
          <p:cNvPr id="3" name="TextBox 2">
            <a:extLst>
              <a:ext uri="{FF2B5EF4-FFF2-40B4-BE49-F238E27FC236}">
                <a16:creationId xmlns:a16="http://schemas.microsoft.com/office/drawing/2014/main" id="{99B7D167-7040-B94A-2DA5-0C6144FE82B8}"/>
              </a:ext>
            </a:extLst>
          </p:cNvPr>
          <p:cNvSpPr txBox="1"/>
          <p:nvPr/>
        </p:nvSpPr>
        <p:spPr>
          <a:xfrm>
            <a:off x="1146747" y="819674"/>
            <a:ext cx="6100996" cy="369332"/>
          </a:xfrm>
          <a:prstGeom prst="rect">
            <a:avLst/>
          </a:prstGeom>
          <a:noFill/>
        </p:spPr>
        <p:txBody>
          <a:bodyPr wrap="square">
            <a:spAutoFit/>
          </a:bodyPr>
          <a:lstStyle/>
          <a:p>
            <a:r>
              <a:rPr lang="en-US" dirty="0"/>
              <a:t>Product solutions</a:t>
            </a:r>
          </a:p>
        </p:txBody>
      </p:sp>
      <p:pic>
        <p:nvPicPr>
          <p:cNvPr id="4" name="Picture 3">
            <a:extLst>
              <a:ext uri="{FF2B5EF4-FFF2-40B4-BE49-F238E27FC236}">
                <a16:creationId xmlns:a16="http://schemas.microsoft.com/office/drawing/2014/main" id="{4BF9A571-FA83-DCC5-9CF4-24A59BF1987E}"/>
              </a:ext>
            </a:extLst>
          </p:cNvPr>
          <p:cNvPicPr>
            <a:picLocks noChangeAspect="1"/>
          </p:cNvPicPr>
          <p:nvPr/>
        </p:nvPicPr>
        <p:blipFill>
          <a:blip r:embed="rId2"/>
          <a:stretch>
            <a:fillRect/>
          </a:stretch>
        </p:blipFill>
        <p:spPr>
          <a:xfrm>
            <a:off x="1629244" y="1436662"/>
            <a:ext cx="2247900" cy="596900"/>
          </a:xfrm>
          <a:prstGeom prst="rect">
            <a:avLst/>
          </a:prstGeom>
        </p:spPr>
      </p:pic>
      <p:grpSp>
        <p:nvGrpSpPr>
          <p:cNvPr id="8" name="Group 7">
            <a:extLst>
              <a:ext uri="{FF2B5EF4-FFF2-40B4-BE49-F238E27FC236}">
                <a16:creationId xmlns:a16="http://schemas.microsoft.com/office/drawing/2014/main" id="{80629416-6DF7-AD8E-1B0A-9AD918CC0E07}"/>
              </a:ext>
            </a:extLst>
          </p:cNvPr>
          <p:cNvGrpSpPr/>
          <p:nvPr/>
        </p:nvGrpSpPr>
        <p:grpSpPr>
          <a:xfrm>
            <a:off x="1169233" y="2668249"/>
            <a:ext cx="2707911" cy="2753089"/>
            <a:chOff x="1169233" y="2668249"/>
            <a:chExt cx="2707911" cy="2753089"/>
          </a:xfrm>
        </p:grpSpPr>
        <p:pic>
          <p:nvPicPr>
            <p:cNvPr id="6" name="Picture 5">
              <a:extLst>
                <a:ext uri="{FF2B5EF4-FFF2-40B4-BE49-F238E27FC236}">
                  <a16:creationId xmlns:a16="http://schemas.microsoft.com/office/drawing/2014/main" id="{7D2CAE4E-BF5B-75AA-700C-2E2F77875704}"/>
                </a:ext>
              </a:extLst>
            </p:cNvPr>
            <p:cNvPicPr>
              <a:picLocks noChangeAspect="1"/>
            </p:cNvPicPr>
            <p:nvPr/>
          </p:nvPicPr>
          <p:blipFill>
            <a:blip r:embed="rId3"/>
            <a:stretch>
              <a:fillRect/>
            </a:stretch>
          </p:blipFill>
          <p:spPr>
            <a:xfrm>
              <a:off x="1311744" y="3148038"/>
              <a:ext cx="2565400" cy="2273300"/>
            </a:xfrm>
            <a:prstGeom prst="rect">
              <a:avLst/>
            </a:prstGeom>
          </p:spPr>
        </p:pic>
        <p:sp>
          <p:nvSpPr>
            <p:cNvPr id="7" name="TextBox 6">
              <a:extLst>
                <a:ext uri="{FF2B5EF4-FFF2-40B4-BE49-F238E27FC236}">
                  <a16:creationId xmlns:a16="http://schemas.microsoft.com/office/drawing/2014/main" id="{D7A55D6F-EC78-8DB4-326F-0D06B1D14968}"/>
                </a:ext>
              </a:extLst>
            </p:cNvPr>
            <p:cNvSpPr txBox="1"/>
            <p:nvPr/>
          </p:nvSpPr>
          <p:spPr>
            <a:xfrm>
              <a:off x="1169233" y="2668249"/>
              <a:ext cx="651589" cy="369332"/>
            </a:xfrm>
            <a:prstGeom prst="rect">
              <a:avLst/>
            </a:prstGeom>
            <a:noFill/>
          </p:spPr>
          <p:txBody>
            <a:bodyPr wrap="none" rtlCol="0">
              <a:spAutoFit/>
            </a:bodyPr>
            <a:lstStyle/>
            <a:p>
              <a:r>
                <a:rPr lang="en-US" dirty="0"/>
                <a:t>BVP:</a:t>
              </a:r>
            </a:p>
          </p:txBody>
        </p:sp>
      </p:grpSp>
      <p:grpSp>
        <p:nvGrpSpPr>
          <p:cNvPr id="15" name="Group 14">
            <a:extLst>
              <a:ext uri="{FF2B5EF4-FFF2-40B4-BE49-F238E27FC236}">
                <a16:creationId xmlns:a16="http://schemas.microsoft.com/office/drawing/2014/main" id="{29E5A752-8607-A009-2FC1-D84BCEB38689}"/>
              </a:ext>
            </a:extLst>
          </p:cNvPr>
          <p:cNvGrpSpPr/>
          <p:nvPr/>
        </p:nvGrpSpPr>
        <p:grpSpPr>
          <a:xfrm>
            <a:off x="1495027" y="5851574"/>
            <a:ext cx="8185045" cy="680492"/>
            <a:chOff x="1495027" y="5851574"/>
            <a:chExt cx="8185045" cy="680492"/>
          </a:xfrm>
        </p:grpSpPr>
        <p:sp>
          <p:nvSpPr>
            <p:cNvPr id="12" name="TextBox 11">
              <a:extLst>
                <a:ext uri="{FF2B5EF4-FFF2-40B4-BE49-F238E27FC236}">
                  <a16:creationId xmlns:a16="http://schemas.microsoft.com/office/drawing/2014/main" id="{D9234455-0043-1665-FE43-FADFD24C145D}"/>
                </a:ext>
              </a:extLst>
            </p:cNvPr>
            <p:cNvSpPr txBox="1"/>
            <p:nvPr/>
          </p:nvSpPr>
          <p:spPr>
            <a:xfrm>
              <a:off x="1495027" y="6010850"/>
              <a:ext cx="6100996" cy="369332"/>
            </a:xfrm>
            <a:prstGeom prst="rect">
              <a:avLst/>
            </a:prstGeom>
            <a:noFill/>
          </p:spPr>
          <p:txBody>
            <a:bodyPr wrap="square">
              <a:spAutoFit/>
            </a:bodyPr>
            <a:lstStyle/>
            <a:p>
              <a:r>
                <a:rPr lang="en-US" dirty="0"/>
                <a:t>eigenvalues</a:t>
              </a:r>
            </a:p>
          </p:txBody>
        </p:sp>
        <p:pic>
          <p:nvPicPr>
            <p:cNvPr id="9" name="Picture 8">
              <a:extLst>
                <a:ext uri="{FF2B5EF4-FFF2-40B4-BE49-F238E27FC236}">
                  <a16:creationId xmlns:a16="http://schemas.microsoft.com/office/drawing/2014/main" id="{8E995ED5-DB1D-BCD8-3BE4-D24A110AF3F6}"/>
                </a:ext>
              </a:extLst>
            </p:cNvPr>
            <p:cNvPicPr>
              <a:picLocks noChangeAspect="1"/>
            </p:cNvPicPr>
            <p:nvPr/>
          </p:nvPicPr>
          <p:blipFill>
            <a:blip r:embed="rId4"/>
            <a:stretch>
              <a:fillRect/>
            </a:stretch>
          </p:blipFill>
          <p:spPr>
            <a:xfrm>
              <a:off x="2823044" y="5858966"/>
              <a:ext cx="2108200" cy="673100"/>
            </a:xfrm>
            <a:prstGeom prst="rect">
              <a:avLst/>
            </a:prstGeom>
          </p:spPr>
        </p:pic>
        <p:pic>
          <p:nvPicPr>
            <p:cNvPr id="10" name="Picture 9">
              <a:extLst>
                <a:ext uri="{FF2B5EF4-FFF2-40B4-BE49-F238E27FC236}">
                  <a16:creationId xmlns:a16="http://schemas.microsoft.com/office/drawing/2014/main" id="{03208B74-1F4C-159C-217C-5C81611AA42B}"/>
                </a:ext>
              </a:extLst>
            </p:cNvPr>
            <p:cNvPicPr>
              <a:picLocks noChangeAspect="1"/>
            </p:cNvPicPr>
            <p:nvPr/>
          </p:nvPicPr>
          <p:blipFill>
            <a:blip r:embed="rId5"/>
            <a:stretch>
              <a:fillRect/>
            </a:stretch>
          </p:blipFill>
          <p:spPr>
            <a:xfrm>
              <a:off x="7444872" y="5851574"/>
              <a:ext cx="2235200" cy="647700"/>
            </a:xfrm>
            <a:prstGeom prst="rect">
              <a:avLst/>
            </a:prstGeom>
          </p:spPr>
        </p:pic>
      </p:grpSp>
    </p:spTree>
    <p:extLst>
      <p:ext uri="{BB962C8B-B14F-4D97-AF65-F5344CB8AC3E}">
        <p14:creationId xmlns:p14="http://schemas.microsoft.com/office/powerpoint/2010/main" val="798082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F1C4F1-17B3-0CFE-7A16-1F64F10C18A3}"/>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CDA06EDA-A85A-47CB-58A4-B97D130D5B1C}"/>
              </a:ext>
            </a:extLst>
          </p:cNvPr>
          <p:cNvPicPr>
            <a:picLocks noChangeAspect="1"/>
          </p:cNvPicPr>
          <p:nvPr/>
        </p:nvPicPr>
        <p:blipFill>
          <a:blip r:embed="rId2"/>
          <a:stretch>
            <a:fillRect/>
          </a:stretch>
        </p:blipFill>
        <p:spPr>
          <a:xfrm>
            <a:off x="1499537" y="1202960"/>
            <a:ext cx="3136900" cy="914400"/>
          </a:xfrm>
          <a:prstGeom prst="rect">
            <a:avLst/>
          </a:prstGeom>
        </p:spPr>
      </p:pic>
      <p:pic>
        <p:nvPicPr>
          <p:cNvPr id="5" name="Picture 4">
            <a:extLst>
              <a:ext uri="{FF2B5EF4-FFF2-40B4-BE49-F238E27FC236}">
                <a16:creationId xmlns:a16="http://schemas.microsoft.com/office/drawing/2014/main" id="{EE7BAC50-A805-C2D4-50EA-09DBE4BC8628}"/>
              </a:ext>
            </a:extLst>
          </p:cNvPr>
          <p:cNvPicPr>
            <a:picLocks noChangeAspect="1"/>
          </p:cNvPicPr>
          <p:nvPr/>
        </p:nvPicPr>
        <p:blipFill>
          <a:blip r:embed="rId3"/>
          <a:stretch>
            <a:fillRect/>
          </a:stretch>
        </p:blipFill>
        <p:spPr>
          <a:xfrm>
            <a:off x="1700133" y="2271712"/>
            <a:ext cx="9002843" cy="2680994"/>
          </a:xfrm>
          <a:prstGeom prst="rect">
            <a:avLst/>
          </a:prstGeom>
        </p:spPr>
      </p:pic>
      <p:pic>
        <p:nvPicPr>
          <p:cNvPr id="6" name="Picture 5">
            <a:extLst>
              <a:ext uri="{FF2B5EF4-FFF2-40B4-BE49-F238E27FC236}">
                <a16:creationId xmlns:a16="http://schemas.microsoft.com/office/drawing/2014/main" id="{164F75DF-7BFE-3855-A5B2-4CCF0B682F22}"/>
              </a:ext>
            </a:extLst>
          </p:cNvPr>
          <p:cNvPicPr>
            <a:picLocks noChangeAspect="1"/>
          </p:cNvPicPr>
          <p:nvPr/>
        </p:nvPicPr>
        <p:blipFill>
          <a:blip r:embed="rId4"/>
          <a:stretch>
            <a:fillRect/>
          </a:stretch>
        </p:blipFill>
        <p:spPr>
          <a:xfrm>
            <a:off x="4991100" y="5088320"/>
            <a:ext cx="1104900" cy="406400"/>
          </a:xfrm>
          <a:prstGeom prst="rect">
            <a:avLst/>
          </a:prstGeom>
        </p:spPr>
      </p:pic>
    </p:spTree>
    <p:extLst>
      <p:ext uri="{BB962C8B-B14F-4D97-AF65-F5344CB8AC3E}">
        <p14:creationId xmlns:p14="http://schemas.microsoft.com/office/powerpoint/2010/main" val="259376581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90B20-44A8-2E1F-DCA8-5395DC8CB387}"/>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35871321-665E-1523-B757-4C4365F0207A}"/>
              </a:ext>
            </a:extLst>
          </p:cNvPr>
          <p:cNvPicPr>
            <a:picLocks noChangeAspect="1"/>
          </p:cNvPicPr>
          <p:nvPr/>
        </p:nvPicPr>
        <p:blipFill>
          <a:blip r:embed="rId2"/>
          <a:stretch>
            <a:fillRect/>
          </a:stretch>
        </p:blipFill>
        <p:spPr>
          <a:xfrm>
            <a:off x="1100528" y="885564"/>
            <a:ext cx="457200" cy="469900"/>
          </a:xfrm>
          <a:prstGeom prst="rect">
            <a:avLst/>
          </a:prstGeom>
        </p:spPr>
      </p:pic>
      <p:pic>
        <p:nvPicPr>
          <p:cNvPr id="3" name="Picture 2">
            <a:extLst>
              <a:ext uri="{FF2B5EF4-FFF2-40B4-BE49-F238E27FC236}">
                <a16:creationId xmlns:a16="http://schemas.microsoft.com/office/drawing/2014/main" id="{9BD2F618-BBA2-1A97-1925-F8FD6964941E}"/>
              </a:ext>
            </a:extLst>
          </p:cNvPr>
          <p:cNvPicPr>
            <a:picLocks noChangeAspect="1"/>
          </p:cNvPicPr>
          <p:nvPr/>
        </p:nvPicPr>
        <p:blipFill>
          <a:blip r:embed="rId3"/>
          <a:stretch>
            <a:fillRect/>
          </a:stretch>
        </p:blipFill>
        <p:spPr>
          <a:xfrm>
            <a:off x="1557728" y="872864"/>
            <a:ext cx="4406900" cy="495300"/>
          </a:xfrm>
          <a:prstGeom prst="rect">
            <a:avLst/>
          </a:prstGeom>
        </p:spPr>
      </p:pic>
      <p:pic>
        <p:nvPicPr>
          <p:cNvPr id="4" name="Picture 3">
            <a:extLst>
              <a:ext uri="{FF2B5EF4-FFF2-40B4-BE49-F238E27FC236}">
                <a16:creationId xmlns:a16="http://schemas.microsoft.com/office/drawing/2014/main" id="{972688CC-2F00-171A-995D-352A8EC89F12}"/>
              </a:ext>
            </a:extLst>
          </p:cNvPr>
          <p:cNvPicPr>
            <a:picLocks noChangeAspect="1"/>
          </p:cNvPicPr>
          <p:nvPr/>
        </p:nvPicPr>
        <p:blipFill>
          <a:blip r:embed="rId4"/>
          <a:stretch>
            <a:fillRect/>
          </a:stretch>
        </p:blipFill>
        <p:spPr>
          <a:xfrm>
            <a:off x="4275528" y="1368164"/>
            <a:ext cx="2146300" cy="812800"/>
          </a:xfrm>
          <a:prstGeom prst="rect">
            <a:avLst/>
          </a:prstGeom>
        </p:spPr>
      </p:pic>
      <p:pic>
        <p:nvPicPr>
          <p:cNvPr id="6" name="Picture 5">
            <a:extLst>
              <a:ext uri="{FF2B5EF4-FFF2-40B4-BE49-F238E27FC236}">
                <a16:creationId xmlns:a16="http://schemas.microsoft.com/office/drawing/2014/main" id="{8FECC577-C443-9544-1736-B337ED7993BD}"/>
              </a:ext>
            </a:extLst>
          </p:cNvPr>
          <p:cNvPicPr>
            <a:picLocks noChangeAspect="1"/>
          </p:cNvPicPr>
          <p:nvPr/>
        </p:nvPicPr>
        <p:blipFill>
          <a:blip r:embed="rId5"/>
          <a:stretch>
            <a:fillRect/>
          </a:stretch>
        </p:blipFill>
        <p:spPr>
          <a:xfrm>
            <a:off x="1100528" y="2267157"/>
            <a:ext cx="457200" cy="406400"/>
          </a:xfrm>
          <a:prstGeom prst="rect">
            <a:avLst/>
          </a:prstGeom>
        </p:spPr>
      </p:pic>
      <p:pic>
        <p:nvPicPr>
          <p:cNvPr id="7" name="Picture 6">
            <a:extLst>
              <a:ext uri="{FF2B5EF4-FFF2-40B4-BE49-F238E27FC236}">
                <a16:creationId xmlns:a16="http://schemas.microsoft.com/office/drawing/2014/main" id="{B0B7172F-F64F-5C6C-FB6B-A12D38469AA5}"/>
              </a:ext>
            </a:extLst>
          </p:cNvPr>
          <p:cNvPicPr>
            <a:picLocks noChangeAspect="1"/>
          </p:cNvPicPr>
          <p:nvPr/>
        </p:nvPicPr>
        <p:blipFill>
          <a:blip r:embed="rId6"/>
          <a:stretch>
            <a:fillRect/>
          </a:stretch>
        </p:blipFill>
        <p:spPr>
          <a:xfrm>
            <a:off x="1557728" y="2323370"/>
            <a:ext cx="698500" cy="342900"/>
          </a:xfrm>
          <a:prstGeom prst="rect">
            <a:avLst/>
          </a:prstGeom>
        </p:spPr>
      </p:pic>
      <p:pic>
        <p:nvPicPr>
          <p:cNvPr id="8" name="Picture 7">
            <a:extLst>
              <a:ext uri="{FF2B5EF4-FFF2-40B4-BE49-F238E27FC236}">
                <a16:creationId xmlns:a16="http://schemas.microsoft.com/office/drawing/2014/main" id="{21277733-73F8-FB69-59E6-51A862F50070}"/>
              </a:ext>
            </a:extLst>
          </p:cNvPr>
          <p:cNvPicPr>
            <a:picLocks noChangeAspect="1"/>
          </p:cNvPicPr>
          <p:nvPr/>
        </p:nvPicPr>
        <p:blipFill>
          <a:blip r:embed="rId7"/>
          <a:stretch>
            <a:fillRect/>
          </a:stretch>
        </p:blipFill>
        <p:spPr>
          <a:xfrm>
            <a:off x="2256228" y="2237697"/>
            <a:ext cx="3329517" cy="495300"/>
          </a:xfrm>
          <a:prstGeom prst="rect">
            <a:avLst/>
          </a:prstGeom>
        </p:spPr>
      </p:pic>
      <p:pic>
        <p:nvPicPr>
          <p:cNvPr id="9" name="Picture 8">
            <a:extLst>
              <a:ext uri="{FF2B5EF4-FFF2-40B4-BE49-F238E27FC236}">
                <a16:creationId xmlns:a16="http://schemas.microsoft.com/office/drawing/2014/main" id="{E8341BF1-C088-E5C2-26DF-5E288691D1D0}"/>
              </a:ext>
            </a:extLst>
          </p:cNvPr>
          <p:cNvPicPr>
            <a:picLocks noChangeAspect="1"/>
          </p:cNvPicPr>
          <p:nvPr/>
        </p:nvPicPr>
        <p:blipFill>
          <a:blip r:embed="rId8"/>
          <a:stretch>
            <a:fillRect/>
          </a:stretch>
        </p:blipFill>
        <p:spPr>
          <a:xfrm>
            <a:off x="4358078" y="2882900"/>
            <a:ext cx="1981200" cy="546100"/>
          </a:xfrm>
          <a:prstGeom prst="rect">
            <a:avLst/>
          </a:prstGeom>
        </p:spPr>
      </p:pic>
      <p:grpSp>
        <p:nvGrpSpPr>
          <p:cNvPr id="15" name="Group 14">
            <a:extLst>
              <a:ext uri="{FF2B5EF4-FFF2-40B4-BE49-F238E27FC236}">
                <a16:creationId xmlns:a16="http://schemas.microsoft.com/office/drawing/2014/main" id="{FD711275-7DE8-787B-B47D-145FEEA1C4A5}"/>
              </a:ext>
            </a:extLst>
          </p:cNvPr>
          <p:cNvGrpSpPr/>
          <p:nvPr/>
        </p:nvGrpSpPr>
        <p:grpSpPr>
          <a:xfrm>
            <a:off x="1100528" y="5389276"/>
            <a:ext cx="8268845" cy="685800"/>
            <a:chOff x="1100528" y="5389276"/>
            <a:chExt cx="8268845" cy="685800"/>
          </a:xfrm>
        </p:grpSpPr>
        <p:pic>
          <p:nvPicPr>
            <p:cNvPr id="10" name="Picture 9">
              <a:extLst>
                <a:ext uri="{FF2B5EF4-FFF2-40B4-BE49-F238E27FC236}">
                  <a16:creationId xmlns:a16="http://schemas.microsoft.com/office/drawing/2014/main" id="{7833DD92-885B-3B8B-D51D-B1D3FD394FDD}"/>
                </a:ext>
              </a:extLst>
            </p:cNvPr>
            <p:cNvPicPr>
              <a:picLocks noChangeAspect="1"/>
            </p:cNvPicPr>
            <p:nvPr/>
          </p:nvPicPr>
          <p:blipFill>
            <a:blip r:embed="rId9"/>
            <a:stretch>
              <a:fillRect/>
            </a:stretch>
          </p:blipFill>
          <p:spPr>
            <a:xfrm>
              <a:off x="1100528" y="5527936"/>
              <a:ext cx="6045200" cy="457200"/>
            </a:xfrm>
            <a:prstGeom prst="rect">
              <a:avLst/>
            </a:prstGeom>
          </p:spPr>
        </p:pic>
        <p:pic>
          <p:nvPicPr>
            <p:cNvPr id="11" name="Picture 10">
              <a:extLst>
                <a:ext uri="{FF2B5EF4-FFF2-40B4-BE49-F238E27FC236}">
                  <a16:creationId xmlns:a16="http://schemas.microsoft.com/office/drawing/2014/main" id="{AED826AA-0DC7-01BF-DDB9-96F4E80E5C3E}"/>
                </a:ext>
              </a:extLst>
            </p:cNvPr>
            <p:cNvPicPr>
              <a:picLocks noChangeAspect="1"/>
            </p:cNvPicPr>
            <p:nvPr/>
          </p:nvPicPr>
          <p:blipFill>
            <a:blip r:embed="rId10"/>
            <a:stretch>
              <a:fillRect/>
            </a:stretch>
          </p:blipFill>
          <p:spPr>
            <a:xfrm>
              <a:off x="7019873" y="5389276"/>
              <a:ext cx="2349500" cy="685800"/>
            </a:xfrm>
            <a:prstGeom prst="rect">
              <a:avLst/>
            </a:prstGeom>
          </p:spPr>
        </p:pic>
        <mc:AlternateContent xmlns:mc="http://schemas.openxmlformats.org/markup-compatibility/2006">
          <mc:Choice xmlns:p14="http://schemas.microsoft.com/office/powerpoint/2010/main" Requires="p14">
            <p:contentPart p14:bwMode="auto" r:id="rId11">
              <p14:nvContentPartPr>
                <p14:cNvPr id="12" name="Ink 11">
                  <a:extLst>
                    <a:ext uri="{FF2B5EF4-FFF2-40B4-BE49-F238E27FC236}">
                      <a16:creationId xmlns:a16="http://schemas.microsoft.com/office/drawing/2014/main" id="{1F283E2A-3FF3-7886-1178-B5927BF1511B}"/>
                    </a:ext>
                  </a:extLst>
                </p14:cNvPr>
                <p14:cNvContentPartPr/>
                <p14:nvPr/>
              </p14:nvContentPartPr>
              <p14:xfrm>
                <a:off x="8872955" y="5791314"/>
                <a:ext cx="360" cy="360"/>
              </p14:xfrm>
            </p:contentPart>
          </mc:Choice>
          <mc:Fallback>
            <p:pic>
              <p:nvPicPr>
                <p:cNvPr id="12" name="Ink 11">
                  <a:extLst>
                    <a:ext uri="{FF2B5EF4-FFF2-40B4-BE49-F238E27FC236}">
                      <a16:creationId xmlns:a16="http://schemas.microsoft.com/office/drawing/2014/main" id="{1F283E2A-3FF3-7886-1178-B5927BF1511B}"/>
                    </a:ext>
                  </a:extLst>
                </p:cNvPr>
                <p:cNvPicPr/>
                <p:nvPr/>
              </p:nvPicPr>
              <p:blipFill>
                <a:blip r:embed="rId12"/>
                <a:stretch>
                  <a:fillRect/>
                </a:stretch>
              </p:blipFill>
              <p:spPr>
                <a:xfrm>
                  <a:off x="8818955" y="5683674"/>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3" name="Ink 12">
                  <a:extLst>
                    <a:ext uri="{FF2B5EF4-FFF2-40B4-BE49-F238E27FC236}">
                      <a16:creationId xmlns:a16="http://schemas.microsoft.com/office/drawing/2014/main" id="{4F1FED58-89EC-7B33-F1EF-62D49CAA4356}"/>
                    </a:ext>
                  </a:extLst>
                </p14:cNvPr>
                <p14:cNvContentPartPr/>
                <p14:nvPr/>
              </p14:nvContentPartPr>
              <p14:xfrm>
                <a:off x="8872955" y="5853234"/>
                <a:ext cx="360" cy="360"/>
              </p14:xfrm>
            </p:contentPart>
          </mc:Choice>
          <mc:Fallback>
            <p:pic>
              <p:nvPicPr>
                <p:cNvPr id="13" name="Ink 12">
                  <a:extLst>
                    <a:ext uri="{FF2B5EF4-FFF2-40B4-BE49-F238E27FC236}">
                      <a16:creationId xmlns:a16="http://schemas.microsoft.com/office/drawing/2014/main" id="{4F1FED58-89EC-7B33-F1EF-62D49CAA4356}"/>
                    </a:ext>
                  </a:extLst>
                </p:cNvPr>
                <p:cNvPicPr/>
                <p:nvPr/>
              </p:nvPicPr>
              <p:blipFill>
                <a:blip r:embed="rId12"/>
                <a:stretch>
                  <a:fillRect/>
                </a:stretch>
              </p:blipFill>
              <p:spPr>
                <a:xfrm>
                  <a:off x="8818955" y="5745234"/>
                  <a:ext cx="108000" cy="216000"/>
                </a:xfrm>
                <a:prstGeom prst="rect">
                  <a:avLst/>
                </a:prstGeom>
              </p:spPr>
            </p:pic>
          </mc:Fallback>
        </mc:AlternateContent>
      </p:grpSp>
      <p:pic>
        <p:nvPicPr>
          <p:cNvPr id="14" name="Picture 13">
            <a:extLst>
              <a:ext uri="{FF2B5EF4-FFF2-40B4-BE49-F238E27FC236}">
                <a16:creationId xmlns:a16="http://schemas.microsoft.com/office/drawing/2014/main" id="{98D2A890-75E5-0B87-C42A-72B066B08848}"/>
              </a:ext>
            </a:extLst>
          </p:cNvPr>
          <p:cNvPicPr>
            <a:picLocks noChangeAspect="1"/>
          </p:cNvPicPr>
          <p:nvPr/>
        </p:nvPicPr>
        <p:blipFill>
          <a:blip r:embed="rId14"/>
          <a:stretch>
            <a:fillRect/>
          </a:stretch>
        </p:blipFill>
        <p:spPr>
          <a:xfrm>
            <a:off x="1496310" y="4904596"/>
            <a:ext cx="1244600" cy="533400"/>
          </a:xfrm>
          <a:prstGeom prst="rect">
            <a:avLst/>
          </a:prstGeom>
        </p:spPr>
      </p:pic>
    </p:spTree>
    <p:extLst>
      <p:ext uri="{BB962C8B-B14F-4D97-AF65-F5344CB8AC3E}">
        <p14:creationId xmlns:p14="http://schemas.microsoft.com/office/powerpoint/2010/main" val="1710261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E67F76-2D83-9EE8-7CC5-02E447FE2573}"/>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E7F7EBFC-C235-C64F-220E-50D3B0E33D6D}"/>
              </a:ext>
            </a:extLst>
          </p:cNvPr>
          <p:cNvPicPr>
            <a:picLocks noChangeAspect="1"/>
          </p:cNvPicPr>
          <p:nvPr/>
        </p:nvPicPr>
        <p:blipFill>
          <a:blip r:embed="rId2"/>
          <a:stretch>
            <a:fillRect/>
          </a:stretch>
        </p:blipFill>
        <p:spPr>
          <a:xfrm>
            <a:off x="1433122" y="1025160"/>
            <a:ext cx="6057900" cy="1270000"/>
          </a:xfrm>
          <a:prstGeom prst="rect">
            <a:avLst/>
          </a:prstGeom>
        </p:spPr>
      </p:pic>
      <p:pic>
        <p:nvPicPr>
          <p:cNvPr id="4" name="Picture 3">
            <a:extLst>
              <a:ext uri="{FF2B5EF4-FFF2-40B4-BE49-F238E27FC236}">
                <a16:creationId xmlns:a16="http://schemas.microsoft.com/office/drawing/2014/main" id="{E638E7C4-2CFA-F646-1E41-DBD05D07684C}"/>
              </a:ext>
            </a:extLst>
          </p:cNvPr>
          <p:cNvPicPr>
            <a:picLocks noChangeAspect="1"/>
          </p:cNvPicPr>
          <p:nvPr/>
        </p:nvPicPr>
        <p:blipFill>
          <a:blip r:embed="rId3"/>
          <a:stretch>
            <a:fillRect/>
          </a:stretch>
        </p:blipFill>
        <p:spPr>
          <a:xfrm>
            <a:off x="1638924" y="2327641"/>
            <a:ext cx="4267200" cy="2235200"/>
          </a:xfrm>
          <a:prstGeom prst="rect">
            <a:avLst/>
          </a:prstGeom>
        </p:spPr>
      </p:pic>
    </p:spTree>
    <p:extLst>
      <p:ext uri="{BB962C8B-B14F-4D97-AF65-F5344CB8AC3E}">
        <p14:creationId xmlns:p14="http://schemas.microsoft.com/office/powerpoint/2010/main" val="34867257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CAE0D-BD91-57DF-B813-9A20407CADAF}"/>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DA2279BF-D480-0B3A-0F4C-A5DC04FBFA88}"/>
              </a:ext>
            </a:extLst>
          </p:cNvPr>
          <p:cNvPicPr>
            <a:picLocks noChangeAspect="1"/>
          </p:cNvPicPr>
          <p:nvPr/>
        </p:nvPicPr>
        <p:blipFill>
          <a:blip r:embed="rId2"/>
          <a:stretch>
            <a:fillRect/>
          </a:stretch>
        </p:blipFill>
        <p:spPr>
          <a:xfrm>
            <a:off x="841530" y="559633"/>
            <a:ext cx="4597647" cy="1029324"/>
          </a:xfrm>
          <a:prstGeom prst="rect">
            <a:avLst/>
          </a:prstGeom>
        </p:spPr>
      </p:pic>
      <p:pic>
        <p:nvPicPr>
          <p:cNvPr id="3" name="Picture 2">
            <a:extLst>
              <a:ext uri="{FF2B5EF4-FFF2-40B4-BE49-F238E27FC236}">
                <a16:creationId xmlns:a16="http://schemas.microsoft.com/office/drawing/2014/main" id="{289BE079-066F-A2EE-9581-3773305EC6C6}"/>
              </a:ext>
            </a:extLst>
          </p:cNvPr>
          <p:cNvPicPr>
            <a:picLocks noChangeAspect="1"/>
          </p:cNvPicPr>
          <p:nvPr/>
        </p:nvPicPr>
        <p:blipFill>
          <a:blip r:embed="rId3"/>
          <a:stretch>
            <a:fillRect/>
          </a:stretch>
        </p:blipFill>
        <p:spPr>
          <a:xfrm>
            <a:off x="1130508" y="1714449"/>
            <a:ext cx="9853162" cy="1268594"/>
          </a:xfrm>
          <a:prstGeom prst="rect">
            <a:avLst/>
          </a:prstGeom>
        </p:spPr>
      </p:pic>
      <p:pic>
        <p:nvPicPr>
          <p:cNvPr id="5" name="Picture 4">
            <a:extLst>
              <a:ext uri="{FF2B5EF4-FFF2-40B4-BE49-F238E27FC236}">
                <a16:creationId xmlns:a16="http://schemas.microsoft.com/office/drawing/2014/main" id="{12236C86-8CDA-A171-C181-E68F6122BF1E}"/>
              </a:ext>
            </a:extLst>
          </p:cNvPr>
          <p:cNvPicPr>
            <a:picLocks noChangeAspect="1"/>
          </p:cNvPicPr>
          <p:nvPr/>
        </p:nvPicPr>
        <p:blipFill>
          <a:blip r:embed="rId4"/>
          <a:stretch>
            <a:fillRect/>
          </a:stretch>
        </p:blipFill>
        <p:spPr>
          <a:xfrm>
            <a:off x="4425950" y="2983043"/>
            <a:ext cx="3340100" cy="838200"/>
          </a:xfrm>
          <a:prstGeom prst="rect">
            <a:avLst/>
          </a:prstGeom>
        </p:spPr>
      </p:pic>
      <p:pic>
        <p:nvPicPr>
          <p:cNvPr id="6" name="Picture 5">
            <a:extLst>
              <a:ext uri="{FF2B5EF4-FFF2-40B4-BE49-F238E27FC236}">
                <a16:creationId xmlns:a16="http://schemas.microsoft.com/office/drawing/2014/main" id="{17ADE42C-44F7-473D-8317-6F093D3CE654}"/>
              </a:ext>
            </a:extLst>
          </p:cNvPr>
          <p:cNvPicPr>
            <a:picLocks noChangeAspect="1"/>
          </p:cNvPicPr>
          <p:nvPr/>
        </p:nvPicPr>
        <p:blipFill>
          <a:blip r:embed="rId5"/>
          <a:stretch>
            <a:fillRect/>
          </a:stretch>
        </p:blipFill>
        <p:spPr>
          <a:xfrm>
            <a:off x="1072667" y="3833598"/>
            <a:ext cx="8733020" cy="2619906"/>
          </a:xfrm>
          <a:prstGeom prst="rect">
            <a:avLst/>
          </a:prstGeom>
        </p:spPr>
      </p:pic>
      <mc:AlternateContent xmlns:mc="http://schemas.openxmlformats.org/markup-compatibility/2006">
        <mc:Choice xmlns:p14="http://schemas.microsoft.com/office/powerpoint/2010/main" Requires="p14">
          <p:contentPart p14:bwMode="auto" r:id="rId6">
            <p14:nvContentPartPr>
              <p14:cNvPr id="7" name="Ink 6">
                <a:extLst>
                  <a:ext uri="{FF2B5EF4-FFF2-40B4-BE49-F238E27FC236}">
                    <a16:creationId xmlns:a16="http://schemas.microsoft.com/office/drawing/2014/main" id="{A9040EA0-42E7-7703-2678-CEED84EDDC64}"/>
                  </a:ext>
                </a:extLst>
              </p14:cNvPr>
              <p14:cNvContentPartPr/>
              <p14:nvPr/>
            </p14:nvContentPartPr>
            <p14:xfrm>
              <a:off x="4812875" y="3449874"/>
              <a:ext cx="360" cy="360"/>
            </p14:xfrm>
          </p:contentPart>
        </mc:Choice>
        <mc:Fallback>
          <p:pic>
            <p:nvPicPr>
              <p:cNvPr id="7" name="Ink 6">
                <a:extLst>
                  <a:ext uri="{FF2B5EF4-FFF2-40B4-BE49-F238E27FC236}">
                    <a16:creationId xmlns:a16="http://schemas.microsoft.com/office/drawing/2014/main" id="{A9040EA0-42E7-7703-2678-CEED84EDDC64}"/>
                  </a:ext>
                </a:extLst>
              </p:cNvPr>
              <p:cNvPicPr/>
              <p:nvPr/>
            </p:nvPicPr>
            <p:blipFill>
              <a:blip r:embed="rId7"/>
              <a:stretch>
                <a:fillRect/>
              </a:stretch>
            </p:blipFill>
            <p:spPr>
              <a:xfrm>
                <a:off x="4758875" y="3341874"/>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8" name="Ink 7">
                <a:extLst>
                  <a:ext uri="{FF2B5EF4-FFF2-40B4-BE49-F238E27FC236}">
                    <a16:creationId xmlns:a16="http://schemas.microsoft.com/office/drawing/2014/main" id="{A2629A89-566D-E3BE-C3CD-0FD46E56E379}"/>
                  </a:ext>
                </a:extLst>
              </p14:cNvPr>
              <p14:cNvContentPartPr/>
              <p14:nvPr/>
            </p14:nvContentPartPr>
            <p14:xfrm>
              <a:off x="4812875" y="3403794"/>
              <a:ext cx="360" cy="360"/>
            </p14:xfrm>
          </p:contentPart>
        </mc:Choice>
        <mc:Fallback>
          <p:pic>
            <p:nvPicPr>
              <p:cNvPr id="8" name="Ink 7">
                <a:extLst>
                  <a:ext uri="{FF2B5EF4-FFF2-40B4-BE49-F238E27FC236}">
                    <a16:creationId xmlns:a16="http://schemas.microsoft.com/office/drawing/2014/main" id="{A2629A89-566D-E3BE-C3CD-0FD46E56E379}"/>
                  </a:ext>
                </a:extLst>
              </p:cNvPr>
              <p:cNvPicPr/>
              <p:nvPr/>
            </p:nvPicPr>
            <p:blipFill>
              <a:blip r:embed="rId7"/>
              <a:stretch>
                <a:fillRect/>
              </a:stretch>
            </p:blipFill>
            <p:spPr>
              <a:xfrm>
                <a:off x="4758875" y="3296154"/>
                <a:ext cx="108000" cy="216000"/>
              </a:xfrm>
              <a:prstGeom prst="rect">
                <a:avLst/>
              </a:prstGeom>
            </p:spPr>
          </p:pic>
        </mc:Fallback>
      </mc:AlternateContent>
      <p:pic>
        <p:nvPicPr>
          <p:cNvPr id="9" name="Picture 8">
            <a:extLst>
              <a:ext uri="{FF2B5EF4-FFF2-40B4-BE49-F238E27FC236}">
                <a16:creationId xmlns:a16="http://schemas.microsoft.com/office/drawing/2014/main" id="{03712C0A-4411-C6D0-670E-5D36E1637B75}"/>
              </a:ext>
            </a:extLst>
          </p:cNvPr>
          <p:cNvPicPr>
            <a:picLocks noChangeAspect="1"/>
          </p:cNvPicPr>
          <p:nvPr/>
        </p:nvPicPr>
        <p:blipFill>
          <a:blip r:embed="rId9"/>
          <a:stretch>
            <a:fillRect/>
          </a:stretch>
        </p:blipFill>
        <p:spPr>
          <a:xfrm>
            <a:off x="9805687" y="2739984"/>
            <a:ext cx="2188148" cy="2269948"/>
          </a:xfrm>
          <a:prstGeom prst="rect">
            <a:avLst/>
          </a:prstGeom>
        </p:spPr>
      </p:pic>
    </p:spTree>
    <p:extLst>
      <p:ext uri="{BB962C8B-B14F-4D97-AF65-F5344CB8AC3E}">
        <p14:creationId xmlns:p14="http://schemas.microsoft.com/office/powerpoint/2010/main" val="232859068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3FBCD-AD69-D670-E02B-B789CE99D228}"/>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4BBDB43D-7A4B-04BC-44DB-C5D3DE0E71BE}"/>
              </a:ext>
            </a:extLst>
          </p:cNvPr>
          <p:cNvGrpSpPr/>
          <p:nvPr/>
        </p:nvGrpSpPr>
        <p:grpSpPr>
          <a:xfrm>
            <a:off x="1145499" y="965012"/>
            <a:ext cx="10235661" cy="3771880"/>
            <a:chOff x="1145499" y="965012"/>
            <a:chExt cx="10235661" cy="3771880"/>
          </a:xfrm>
        </p:grpSpPr>
        <p:pic>
          <p:nvPicPr>
            <p:cNvPr id="2" name="Picture 1">
              <a:extLst>
                <a:ext uri="{FF2B5EF4-FFF2-40B4-BE49-F238E27FC236}">
                  <a16:creationId xmlns:a16="http://schemas.microsoft.com/office/drawing/2014/main" id="{573CBE30-4F8D-961A-1CC1-66430BD85396}"/>
                </a:ext>
              </a:extLst>
            </p:cNvPr>
            <p:cNvPicPr>
              <a:picLocks noChangeAspect="1"/>
            </p:cNvPicPr>
            <p:nvPr/>
          </p:nvPicPr>
          <p:blipFill>
            <a:blip r:embed="rId2"/>
            <a:stretch>
              <a:fillRect/>
            </a:stretch>
          </p:blipFill>
          <p:spPr>
            <a:xfrm>
              <a:off x="1145499" y="965012"/>
              <a:ext cx="9729832" cy="1928090"/>
            </a:xfrm>
            <a:prstGeom prst="rect">
              <a:avLst/>
            </a:prstGeom>
          </p:spPr>
        </p:pic>
        <p:pic>
          <p:nvPicPr>
            <p:cNvPr id="3" name="Picture 2">
              <a:extLst>
                <a:ext uri="{FF2B5EF4-FFF2-40B4-BE49-F238E27FC236}">
                  <a16:creationId xmlns:a16="http://schemas.microsoft.com/office/drawing/2014/main" id="{505BBCC2-C936-6F3D-1466-EFA777D4FBE4}"/>
                </a:ext>
              </a:extLst>
            </p:cNvPr>
            <p:cNvPicPr>
              <a:picLocks noChangeAspect="1"/>
            </p:cNvPicPr>
            <p:nvPr/>
          </p:nvPicPr>
          <p:blipFill>
            <a:blip r:embed="rId3"/>
            <a:stretch>
              <a:fillRect/>
            </a:stretch>
          </p:blipFill>
          <p:spPr>
            <a:xfrm>
              <a:off x="5429250" y="2409773"/>
              <a:ext cx="4991100" cy="749300"/>
            </a:xfrm>
            <a:prstGeom prst="rect">
              <a:avLst/>
            </a:prstGeom>
          </p:spPr>
        </p:pic>
        <p:pic>
          <p:nvPicPr>
            <p:cNvPr id="4" name="Picture 3">
              <a:extLst>
                <a:ext uri="{FF2B5EF4-FFF2-40B4-BE49-F238E27FC236}">
                  <a16:creationId xmlns:a16="http://schemas.microsoft.com/office/drawing/2014/main" id="{E940A6DA-6B27-8FAC-CC1A-53431C3F05D9}"/>
                </a:ext>
              </a:extLst>
            </p:cNvPr>
            <p:cNvPicPr>
              <a:picLocks noChangeAspect="1"/>
            </p:cNvPicPr>
            <p:nvPr/>
          </p:nvPicPr>
          <p:blipFill>
            <a:blip r:embed="rId4"/>
            <a:stretch>
              <a:fillRect/>
            </a:stretch>
          </p:blipFill>
          <p:spPr>
            <a:xfrm>
              <a:off x="1280409" y="3482141"/>
              <a:ext cx="10100751" cy="1254751"/>
            </a:xfrm>
            <a:prstGeom prst="rect">
              <a:avLst/>
            </a:prstGeom>
          </p:spPr>
        </p:pic>
        <p:pic>
          <p:nvPicPr>
            <p:cNvPr id="5" name="Picture 4">
              <a:extLst>
                <a:ext uri="{FF2B5EF4-FFF2-40B4-BE49-F238E27FC236}">
                  <a16:creationId xmlns:a16="http://schemas.microsoft.com/office/drawing/2014/main" id="{31B5B855-9CA5-39D3-4088-57BE93232D93}"/>
                </a:ext>
              </a:extLst>
            </p:cNvPr>
            <p:cNvPicPr>
              <a:picLocks noChangeAspect="1"/>
            </p:cNvPicPr>
            <p:nvPr/>
          </p:nvPicPr>
          <p:blipFill>
            <a:blip r:embed="rId3"/>
            <a:stretch>
              <a:fillRect/>
            </a:stretch>
          </p:blipFill>
          <p:spPr>
            <a:xfrm>
              <a:off x="1145499" y="3159073"/>
              <a:ext cx="1058992" cy="749300"/>
            </a:xfrm>
            <a:prstGeom prst="rect">
              <a:avLst/>
            </a:prstGeom>
          </p:spPr>
        </p:pic>
      </p:grpSp>
      <p:sp>
        <p:nvSpPr>
          <p:cNvPr id="8" name="TextBox 7">
            <a:extLst>
              <a:ext uri="{FF2B5EF4-FFF2-40B4-BE49-F238E27FC236}">
                <a16:creationId xmlns:a16="http://schemas.microsoft.com/office/drawing/2014/main" id="{B8E9D9E9-595D-3DAD-79B6-E7F9552DFD75}"/>
              </a:ext>
            </a:extLst>
          </p:cNvPr>
          <p:cNvSpPr txBox="1"/>
          <p:nvPr/>
        </p:nvSpPr>
        <p:spPr>
          <a:xfrm>
            <a:off x="1280409" y="5569822"/>
            <a:ext cx="10321978" cy="369332"/>
          </a:xfrm>
          <a:prstGeom prst="rect">
            <a:avLst/>
          </a:prstGeom>
          <a:noFill/>
        </p:spPr>
        <p:txBody>
          <a:bodyPr wrap="square">
            <a:spAutoFit/>
          </a:bodyPr>
          <a:lstStyle/>
          <a:p>
            <a:r>
              <a:rPr lang="en-US" dirty="0"/>
              <a:t>The maximum principle is a very important tool for further analysis of partial differential equations … …</a:t>
            </a:r>
          </a:p>
        </p:txBody>
      </p:sp>
    </p:spTree>
    <p:extLst>
      <p:ext uri="{BB962C8B-B14F-4D97-AF65-F5344CB8AC3E}">
        <p14:creationId xmlns:p14="http://schemas.microsoft.com/office/powerpoint/2010/main" val="406569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511</TotalTime>
  <Words>319</Words>
  <Application>Microsoft Macintosh PowerPoint</Application>
  <PresentationFormat>Widescreen</PresentationFormat>
  <Paragraphs>55</Paragraphs>
  <Slides>57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57</vt:i4>
      </vt:variant>
    </vt:vector>
  </HeadingPairs>
  <TitlesOfParts>
    <vt:vector size="61" baseType="lpstr">
      <vt:lpstr>Aptos</vt:lpstr>
      <vt:lpstr>Aptos Display</vt:lpstr>
      <vt:lpstr>Arial</vt:lpstr>
      <vt:lpstr>Office Theme</vt:lpstr>
      <vt:lpstr>Method of Separation of Variables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Min Wang</dc:creator>
  <cp:lastModifiedBy>Min Wang</cp:lastModifiedBy>
  <cp:revision>8</cp:revision>
  <dcterms:created xsi:type="dcterms:W3CDTF">2026-08-20T15:19:16Z</dcterms:created>
  <dcterms:modified xsi:type="dcterms:W3CDTF">2026-09-13T19:53:33Z</dcterms:modified>
</cp:coreProperties>
</file>