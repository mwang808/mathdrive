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300" r:id="rId3"/>
    <p:sldId id="301" r:id="rId4"/>
    <p:sldId id="302" r:id="rId5"/>
    <p:sldId id="303" r:id="rId6"/>
    <p:sldId id="304" r:id="rId7"/>
    <p:sldId id="305" r:id="rId8"/>
    <p:sldId id="306" r:id="rId9"/>
    <p:sldId id="307" r:id="rId10"/>
    <p:sldId id="308" r:id="rId11"/>
    <p:sldId id="309" r:id="rId12"/>
    <p:sldId id="310" r:id="rId13"/>
    <p:sldId id="311" r:id="rId14"/>
    <p:sldId id="312" r:id="rId15"/>
    <p:sldId id="313" r:id="rId16"/>
    <p:sldId id="314" r:id="rId17"/>
    <p:sldId id="315" r:id="rId18"/>
    <p:sldId id="316" r:id="rId19"/>
    <p:sldId id="317" r:id="rId20"/>
    <p:sldId id="318" r:id="rId21"/>
    <p:sldId id="319" r:id="rId22"/>
    <p:sldId id="320" r:id="rId23"/>
    <p:sldId id="322" r:id="rId24"/>
    <p:sldId id="321" r:id="rId25"/>
    <p:sldId id="323" r:id="rId26"/>
    <p:sldId id="324" r:id="rId27"/>
    <p:sldId id="325" r:id="rId28"/>
    <p:sldId id="326" r:id="rId29"/>
    <p:sldId id="327" r:id="rId30"/>
    <p:sldId id="328" r:id="rId31"/>
    <p:sldId id="329" r:id="rId32"/>
    <p:sldId id="330" r:id="rId33"/>
    <p:sldId id="331" r:id="rId34"/>
    <p:sldId id="332" r:id="rId35"/>
    <p:sldId id="333" r:id="rId36"/>
    <p:sldId id="334" r:id="rId37"/>
    <p:sldId id="335" r:id="rId38"/>
    <p:sldId id="336" r:id="rId39"/>
    <p:sldId id="337" r:id="rId40"/>
    <p:sldId id="338" r:id="rId41"/>
    <p:sldId id="339" r:id="rId42"/>
    <p:sldId id="340" r:id="rId43"/>
    <p:sldId id="341" r:id="rId44"/>
    <p:sldId id="342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BBF60F-BC87-A848-AC38-75AFC9981392}" v="246" dt="2026-09-04T14:32:17.1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22"/>
    <p:restoredTop sz="94625"/>
  </p:normalViewPr>
  <p:slideViewPr>
    <p:cSldViewPr snapToGrid="0">
      <p:cViewPr varScale="1">
        <p:scale>
          <a:sx n="88" d="100"/>
          <a:sy n="88" d="100"/>
        </p:scale>
        <p:origin x="184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microsoft.com/office/2015/10/relationships/revisionInfo" Target="revisionInfo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n Wang" userId="40c509f2-6e44-41ac-be95-0b697891d3eb" providerId="ADAL" clId="{1E82F5CA-06CB-5569-B40B-7CFA0163A4AB}"/>
    <pc:docChg chg="undo custSel addSld delSld modSld sldOrd">
      <pc:chgData name="Min Wang" userId="40c509f2-6e44-41ac-be95-0b697891d3eb" providerId="ADAL" clId="{1E82F5CA-06CB-5569-B40B-7CFA0163A4AB}" dt="2026-09-04T14:32:25.400" v="1415" actId="1076"/>
      <pc:docMkLst>
        <pc:docMk/>
      </pc:docMkLst>
      <pc:sldChg chg="modSp mod">
        <pc:chgData name="Min Wang" userId="40c509f2-6e44-41ac-be95-0b697891d3eb" providerId="ADAL" clId="{1E82F5CA-06CB-5569-B40B-7CFA0163A4AB}" dt="2026-08-20T19:30:15.704" v="429" actId="255"/>
        <pc:sldMkLst>
          <pc:docMk/>
          <pc:sldMk cId="1410039803" sldId="256"/>
        </pc:sldMkLst>
        <pc:spChg chg="mod">
          <ac:chgData name="Min Wang" userId="40c509f2-6e44-41ac-be95-0b697891d3eb" providerId="ADAL" clId="{1E82F5CA-06CB-5569-B40B-7CFA0163A4AB}" dt="2026-08-20T19:30:15.704" v="429" actId="255"/>
          <ac:spMkLst>
            <pc:docMk/>
            <pc:sldMk cId="1410039803" sldId="256"/>
            <ac:spMk id="2" creationId="{7D6FED06-E9C4-21C5-C760-6FE50ADBC0F6}"/>
          </ac:spMkLst>
        </pc:spChg>
      </pc:sldChg>
      <pc:sldChg chg="addSp modSp mod">
        <pc:chgData name="Min Wang" userId="40c509f2-6e44-41ac-be95-0b697891d3eb" providerId="ADAL" clId="{1E82F5CA-06CB-5569-B40B-7CFA0163A4AB}" dt="2026-08-23T18:55:14.742" v="525" actId="14100"/>
        <pc:sldMkLst>
          <pc:docMk/>
          <pc:sldMk cId="3197488510" sldId="300"/>
        </pc:sldMkLst>
        <pc:spChg chg="add mod">
          <ac:chgData name="Min Wang" userId="40c509f2-6e44-41ac-be95-0b697891d3eb" providerId="ADAL" clId="{1E82F5CA-06CB-5569-B40B-7CFA0163A4AB}" dt="2026-08-20T19:31:40.826" v="511" actId="14100"/>
          <ac:spMkLst>
            <pc:docMk/>
            <pc:sldMk cId="3197488510" sldId="300"/>
            <ac:spMk id="3" creationId="{D1FCEBD0-0822-6B26-C6F8-20C69473C77F}"/>
          </ac:spMkLst>
        </pc:spChg>
        <pc:picChg chg="add mod">
          <ac:chgData name="Min Wang" userId="40c509f2-6e44-41ac-be95-0b697891d3eb" providerId="ADAL" clId="{1E82F5CA-06CB-5569-B40B-7CFA0163A4AB}" dt="2026-08-23T18:54:45.117" v="520" actId="1076"/>
          <ac:picMkLst>
            <pc:docMk/>
            <pc:sldMk cId="3197488510" sldId="300"/>
            <ac:picMk id="2" creationId="{1324422F-40E6-5CB5-DDD7-B94A8B2F153E}"/>
          </ac:picMkLst>
        </pc:picChg>
        <pc:picChg chg="add mod">
          <ac:chgData name="Min Wang" userId="40c509f2-6e44-41ac-be95-0b697891d3eb" providerId="ADAL" clId="{1E82F5CA-06CB-5569-B40B-7CFA0163A4AB}" dt="2026-08-20T19:32:44.615" v="513" actId="1076"/>
          <ac:picMkLst>
            <pc:docMk/>
            <pc:sldMk cId="3197488510" sldId="300"/>
            <ac:picMk id="4" creationId="{FE8CDF6F-D038-A11E-0956-EABFE1BC59BE}"/>
          </ac:picMkLst>
        </pc:picChg>
        <pc:picChg chg="add mod">
          <ac:chgData name="Min Wang" userId="40c509f2-6e44-41ac-be95-0b697891d3eb" providerId="ADAL" clId="{1E82F5CA-06CB-5569-B40B-7CFA0163A4AB}" dt="2026-08-23T18:54:43.125" v="519" actId="1076"/>
          <ac:picMkLst>
            <pc:docMk/>
            <pc:sldMk cId="3197488510" sldId="300"/>
            <ac:picMk id="7" creationId="{06799023-564A-0991-1613-694A0C6D5DA9}"/>
          </ac:picMkLst>
        </pc:picChg>
        <pc:picChg chg="add mod">
          <ac:chgData name="Min Wang" userId="40c509f2-6e44-41ac-be95-0b697891d3eb" providerId="ADAL" clId="{1E82F5CA-06CB-5569-B40B-7CFA0163A4AB}" dt="2026-08-23T18:54:55.239" v="522" actId="1076"/>
          <ac:picMkLst>
            <pc:docMk/>
            <pc:sldMk cId="3197488510" sldId="300"/>
            <ac:picMk id="8" creationId="{E341FC69-A901-0575-BC0F-2A8E11548D9B}"/>
          </ac:picMkLst>
        </pc:picChg>
        <pc:picChg chg="add mod">
          <ac:chgData name="Min Wang" userId="40c509f2-6e44-41ac-be95-0b697891d3eb" providerId="ADAL" clId="{1E82F5CA-06CB-5569-B40B-7CFA0163A4AB}" dt="2026-08-23T18:55:14.742" v="525" actId="14100"/>
          <ac:picMkLst>
            <pc:docMk/>
            <pc:sldMk cId="3197488510" sldId="300"/>
            <ac:picMk id="9" creationId="{49D3A258-9425-935E-21C2-65ABA98CDB0F}"/>
          </ac:picMkLst>
        </pc:picChg>
        <pc:inkChg chg="add">
          <ac:chgData name="Min Wang" userId="40c509f2-6e44-41ac-be95-0b697891d3eb" providerId="ADAL" clId="{1E82F5CA-06CB-5569-B40B-7CFA0163A4AB}" dt="2026-08-20T19:33:12.599" v="514" actId="9405"/>
          <ac:inkMkLst>
            <pc:docMk/>
            <pc:sldMk cId="3197488510" sldId="300"/>
            <ac:inkMk id="5" creationId="{335BDCBD-CB11-FD4D-E0B0-7F6C3F0624A5}"/>
          </ac:inkMkLst>
        </pc:inkChg>
        <pc:inkChg chg="add">
          <ac:chgData name="Min Wang" userId="40c509f2-6e44-41ac-be95-0b697891d3eb" providerId="ADAL" clId="{1E82F5CA-06CB-5569-B40B-7CFA0163A4AB}" dt="2026-08-20T19:33:16.425" v="515" actId="9405"/>
          <ac:inkMkLst>
            <pc:docMk/>
            <pc:sldMk cId="3197488510" sldId="300"/>
            <ac:inkMk id="6" creationId="{83D6C7FE-C836-6290-66ED-2680E09BC23B}"/>
          </ac:inkMkLst>
        </pc:inkChg>
      </pc:sldChg>
      <pc:sldChg chg="addSp modSp add mod">
        <pc:chgData name="Min Wang" userId="40c509f2-6e44-41ac-be95-0b697891d3eb" providerId="ADAL" clId="{1E82F5CA-06CB-5569-B40B-7CFA0163A4AB}" dt="2026-08-23T18:56:31.697" v="543" actId="1076"/>
        <pc:sldMkLst>
          <pc:docMk/>
          <pc:sldMk cId="1551487470" sldId="301"/>
        </pc:sldMkLst>
        <pc:spChg chg="add mod">
          <ac:chgData name="Min Wang" userId="40c509f2-6e44-41ac-be95-0b697891d3eb" providerId="ADAL" clId="{1E82F5CA-06CB-5569-B40B-7CFA0163A4AB}" dt="2026-08-23T18:55:32.655" v="529" actId="1076"/>
          <ac:spMkLst>
            <pc:docMk/>
            <pc:sldMk cId="1551487470" sldId="301"/>
            <ac:spMk id="3" creationId="{2249B42E-0EA8-CA23-E0AC-10B0595D956A}"/>
          </ac:spMkLst>
        </pc:spChg>
        <pc:spChg chg="add mod">
          <ac:chgData name="Min Wang" userId="40c509f2-6e44-41ac-be95-0b697891d3eb" providerId="ADAL" clId="{1E82F5CA-06CB-5569-B40B-7CFA0163A4AB}" dt="2026-08-23T18:56:31.697" v="543" actId="1076"/>
          <ac:spMkLst>
            <pc:docMk/>
            <pc:sldMk cId="1551487470" sldId="301"/>
            <ac:spMk id="6" creationId="{771CA174-4C81-D210-4285-91D76E77BCA5}"/>
          </ac:spMkLst>
        </pc:spChg>
        <pc:picChg chg="add mod">
          <ac:chgData name="Min Wang" userId="40c509f2-6e44-41ac-be95-0b697891d3eb" providerId="ADAL" clId="{1E82F5CA-06CB-5569-B40B-7CFA0163A4AB}" dt="2026-08-23T18:55:44.446" v="533" actId="1076"/>
          <ac:picMkLst>
            <pc:docMk/>
            <pc:sldMk cId="1551487470" sldId="301"/>
            <ac:picMk id="4" creationId="{39B4845A-EA21-5143-9454-864029A10F4B}"/>
          </ac:picMkLst>
        </pc:picChg>
      </pc:sldChg>
      <pc:sldChg chg="addSp delSp modSp add mod modAnim">
        <pc:chgData name="Min Wang" userId="40c509f2-6e44-41ac-be95-0b697891d3eb" providerId="ADAL" clId="{1E82F5CA-06CB-5569-B40B-7CFA0163A4AB}" dt="2026-08-23T19:02:34.943" v="598" actId="1076"/>
        <pc:sldMkLst>
          <pc:docMk/>
          <pc:sldMk cId="1768383727" sldId="302"/>
        </pc:sldMkLst>
        <pc:spChg chg="add mod">
          <ac:chgData name="Min Wang" userId="40c509f2-6e44-41ac-be95-0b697891d3eb" providerId="ADAL" clId="{1E82F5CA-06CB-5569-B40B-7CFA0163A4AB}" dt="2026-08-23T19:02:34.943" v="598" actId="1076"/>
          <ac:spMkLst>
            <pc:docMk/>
            <pc:sldMk cId="1768383727" sldId="302"/>
            <ac:spMk id="16" creationId="{2567BF72-EC12-7C82-EF95-187245A07F8A}"/>
          </ac:spMkLst>
        </pc:spChg>
        <pc:grpChg chg="add mod">
          <ac:chgData name="Min Wang" userId="40c509f2-6e44-41ac-be95-0b697891d3eb" providerId="ADAL" clId="{1E82F5CA-06CB-5569-B40B-7CFA0163A4AB}" dt="2026-08-23T18:58:34.052" v="559" actId="164"/>
          <ac:grpSpMkLst>
            <pc:docMk/>
            <pc:sldMk cId="1768383727" sldId="302"/>
            <ac:grpSpMk id="6" creationId="{09425440-9897-752F-BC87-B5D72E423C09}"/>
          </ac:grpSpMkLst>
        </pc:grpChg>
        <pc:picChg chg="add mod">
          <ac:chgData name="Min Wang" userId="40c509f2-6e44-41ac-be95-0b697891d3eb" providerId="ADAL" clId="{1E82F5CA-06CB-5569-B40B-7CFA0163A4AB}" dt="2026-08-23T18:58:34.052" v="559" actId="164"/>
          <ac:picMkLst>
            <pc:docMk/>
            <pc:sldMk cId="1768383727" sldId="302"/>
            <ac:picMk id="2" creationId="{172F2BC9-B862-DA58-F4BD-E5641028EC56}"/>
          </ac:picMkLst>
        </pc:picChg>
        <pc:picChg chg="add mod">
          <ac:chgData name="Min Wang" userId="40c509f2-6e44-41ac-be95-0b697891d3eb" providerId="ADAL" clId="{1E82F5CA-06CB-5569-B40B-7CFA0163A4AB}" dt="2026-08-23T18:58:34.052" v="559" actId="164"/>
          <ac:picMkLst>
            <pc:docMk/>
            <pc:sldMk cId="1768383727" sldId="302"/>
            <ac:picMk id="3" creationId="{F249B391-B638-8FAC-CFFF-DB0237CC3D12}"/>
          </ac:picMkLst>
        </pc:picChg>
        <pc:picChg chg="add mod">
          <ac:chgData name="Min Wang" userId="40c509f2-6e44-41ac-be95-0b697891d3eb" providerId="ADAL" clId="{1E82F5CA-06CB-5569-B40B-7CFA0163A4AB}" dt="2026-08-23T18:58:34.052" v="559" actId="164"/>
          <ac:picMkLst>
            <pc:docMk/>
            <pc:sldMk cId="1768383727" sldId="302"/>
            <ac:picMk id="4" creationId="{BD48D55D-51CD-1E4F-710E-E7D1FD12B67C}"/>
          </ac:picMkLst>
        </pc:picChg>
        <pc:picChg chg="add mod">
          <ac:chgData name="Min Wang" userId="40c509f2-6e44-41ac-be95-0b697891d3eb" providerId="ADAL" clId="{1E82F5CA-06CB-5569-B40B-7CFA0163A4AB}" dt="2026-08-23T18:58:34.052" v="559" actId="164"/>
          <ac:picMkLst>
            <pc:docMk/>
            <pc:sldMk cId="1768383727" sldId="302"/>
            <ac:picMk id="5" creationId="{B43E8E9D-880C-8A64-12EB-D9E3F6AFCD94}"/>
          </ac:picMkLst>
        </pc:picChg>
        <pc:picChg chg="add mod">
          <ac:chgData name="Min Wang" userId="40c509f2-6e44-41ac-be95-0b697891d3eb" providerId="ADAL" clId="{1E82F5CA-06CB-5569-B40B-7CFA0163A4AB}" dt="2026-08-23T18:59:53.275" v="577" actId="1076"/>
          <ac:picMkLst>
            <pc:docMk/>
            <pc:sldMk cId="1768383727" sldId="302"/>
            <ac:picMk id="11" creationId="{583EFA7B-581F-C9A3-1DB7-18B530B049C2}"/>
          </ac:picMkLst>
        </pc:picChg>
        <pc:picChg chg="add mod">
          <ac:chgData name="Min Wang" userId="40c509f2-6e44-41ac-be95-0b697891d3eb" providerId="ADAL" clId="{1E82F5CA-06CB-5569-B40B-7CFA0163A4AB}" dt="2026-08-23T19:00:07.709" v="580" actId="1076"/>
          <ac:picMkLst>
            <pc:docMk/>
            <pc:sldMk cId="1768383727" sldId="302"/>
            <ac:picMk id="12" creationId="{065624A8-1026-F3D7-A2B0-5722C78C0A8F}"/>
          </ac:picMkLst>
        </pc:picChg>
        <pc:picChg chg="add mod">
          <ac:chgData name="Min Wang" userId="40c509f2-6e44-41ac-be95-0b697891d3eb" providerId="ADAL" clId="{1E82F5CA-06CB-5569-B40B-7CFA0163A4AB}" dt="2026-08-23T19:00:17.760" v="584" actId="1076"/>
          <ac:picMkLst>
            <pc:docMk/>
            <pc:sldMk cId="1768383727" sldId="302"/>
            <ac:picMk id="13" creationId="{96B6FFAB-2E37-632E-A071-8B38CE38767F}"/>
          </ac:picMkLst>
        </pc:picChg>
        <pc:picChg chg="add mod">
          <ac:chgData name="Min Wang" userId="40c509f2-6e44-41ac-be95-0b697891d3eb" providerId="ADAL" clId="{1E82F5CA-06CB-5569-B40B-7CFA0163A4AB}" dt="2026-08-23T19:00:26.772" v="587" actId="1076"/>
          <ac:picMkLst>
            <pc:docMk/>
            <pc:sldMk cId="1768383727" sldId="302"/>
            <ac:picMk id="14" creationId="{7C29C5C7-ED0D-175C-7FE1-FBBE82FC285B}"/>
          </ac:picMkLst>
        </pc:picChg>
        <pc:picChg chg="add mod">
          <ac:chgData name="Min Wang" userId="40c509f2-6e44-41ac-be95-0b697891d3eb" providerId="ADAL" clId="{1E82F5CA-06CB-5569-B40B-7CFA0163A4AB}" dt="2026-08-23T19:02:34.943" v="598" actId="1076"/>
          <ac:picMkLst>
            <pc:docMk/>
            <pc:sldMk cId="1768383727" sldId="302"/>
            <ac:picMk id="15" creationId="{D41CE99C-FF2E-335B-2DEA-8B7946F0F089}"/>
          </ac:picMkLst>
        </pc:picChg>
      </pc:sldChg>
      <pc:sldChg chg="addSp modSp add mod modAnim">
        <pc:chgData name="Min Wang" userId="40c509f2-6e44-41ac-be95-0b697891d3eb" providerId="ADAL" clId="{1E82F5CA-06CB-5569-B40B-7CFA0163A4AB}" dt="2026-08-23T19:06:05.996" v="634"/>
        <pc:sldMkLst>
          <pc:docMk/>
          <pc:sldMk cId="1754316033" sldId="303"/>
        </pc:sldMkLst>
        <pc:spChg chg="add mod">
          <ac:chgData name="Min Wang" userId="40c509f2-6e44-41ac-be95-0b697891d3eb" providerId="ADAL" clId="{1E82F5CA-06CB-5569-B40B-7CFA0163A4AB}" dt="2026-08-23T19:06:00.954" v="633" actId="1076"/>
          <ac:spMkLst>
            <pc:docMk/>
            <pc:sldMk cId="1754316033" sldId="303"/>
            <ac:spMk id="9" creationId="{69B95A79-AE3E-6AD7-9B76-F161743E55CE}"/>
          </ac:spMkLst>
        </pc:spChg>
        <pc:picChg chg="add mod">
          <ac:chgData name="Min Wang" userId="40c509f2-6e44-41ac-be95-0b697891d3eb" providerId="ADAL" clId="{1E82F5CA-06CB-5569-B40B-7CFA0163A4AB}" dt="2026-08-23T19:03:23.584" v="601" actId="14100"/>
          <ac:picMkLst>
            <pc:docMk/>
            <pc:sldMk cId="1754316033" sldId="303"/>
            <ac:picMk id="2" creationId="{03C1ED62-1206-FED1-C1D6-B1DC3718BBA4}"/>
          </ac:picMkLst>
        </pc:picChg>
        <pc:picChg chg="add mod">
          <ac:chgData name="Min Wang" userId="40c509f2-6e44-41ac-be95-0b697891d3eb" providerId="ADAL" clId="{1E82F5CA-06CB-5569-B40B-7CFA0163A4AB}" dt="2026-08-23T19:03:31.847" v="603" actId="1076"/>
          <ac:picMkLst>
            <pc:docMk/>
            <pc:sldMk cId="1754316033" sldId="303"/>
            <ac:picMk id="3" creationId="{F6693DA4-BB70-E210-C826-6BE8171667CE}"/>
          </ac:picMkLst>
        </pc:picChg>
        <pc:picChg chg="add mod">
          <ac:chgData name="Min Wang" userId="40c509f2-6e44-41ac-be95-0b697891d3eb" providerId="ADAL" clId="{1E82F5CA-06CB-5569-B40B-7CFA0163A4AB}" dt="2026-08-23T19:04:21.864" v="613" actId="166"/>
          <ac:picMkLst>
            <pc:docMk/>
            <pc:sldMk cId="1754316033" sldId="303"/>
            <ac:picMk id="4" creationId="{7DB4DB8A-38AE-4D6B-037A-C91FB5E4D594}"/>
          </ac:picMkLst>
        </pc:picChg>
        <pc:picChg chg="add mod">
          <ac:chgData name="Min Wang" userId="40c509f2-6e44-41ac-be95-0b697891d3eb" providerId="ADAL" clId="{1E82F5CA-06CB-5569-B40B-7CFA0163A4AB}" dt="2026-08-23T19:04:26.816" v="621" actId="1035"/>
          <ac:picMkLst>
            <pc:docMk/>
            <pc:sldMk cId="1754316033" sldId="303"/>
            <ac:picMk id="5" creationId="{A1FA48A8-9198-8E83-88A6-9111352A5723}"/>
          </ac:picMkLst>
        </pc:picChg>
        <pc:picChg chg="add mod">
          <ac:chgData name="Min Wang" userId="40c509f2-6e44-41ac-be95-0b697891d3eb" providerId="ADAL" clId="{1E82F5CA-06CB-5569-B40B-7CFA0163A4AB}" dt="2026-08-23T19:04:39.811" v="623" actId="1076"/>
          <ac:picMkLst>
            <pc:docMk/>
            <pc:sldMk cId="1754316033" sldId="303"/>
            <ac:picMk id="6" creationId="{65985FCA-8FE4-665E-AA95-88215E73590F}"/>
          </ac:picMkLst>
        </pc:picChg>
        <pc:picChg chg="add mod">
          <ac:chgData name="Min Wang" userId="40c509f2-6e44-41ac-be95-0b697891d3eb" providerId="ADAL" clId="{1E82F5CA-06CB-5569-B40B-7CFA0163A4AB}" dt="2026-08-23T19:05:09.913" v="627" actId="14100"/>
          <ac:picMkLst>
            <pc:docMk/>
            <pc:sldMk cId="1754316033" sldId="303"/>
            <ac:picMk id="7" creationId="{A4EF2756-62C0-15B3-EB22-2A7561C1ACF4}"/>
          </ac:picMkLst>
        </pc:picChg>
      </pc:sldChg>
      <pc:sldChg chg="addSp modSp add mod modAnim">
        <pc:chgData name="Min Wang" userId="40c509f2-6e44-41ac-be95-0b697891d3eb" providerId="ADAL" clId="{1E82F5CA-06CB-5569-B40B-7CFA0163A4AB}" dt="2026-08-23T19:10:00.909" v="657"/>
        <pc:sldMkLst>
          <pc:docMk/>
          <pc:sldMk cId="3017884910" sldId="304"/>
        </pc:sldMkLst>
        <pc:spChg chg="add mod">
          <ac:chgData name="Min Wang" userId="40c509f2-6e44-41ac-be95-0b697891d3eb" providerId="ADAL" clId="{1E82F5CA-06CB-5569-B40B-7CFA0163A4AB}" dt="2026-08-23T19:09:40.688" v="653" actId="20577"/>
          <ac:spMkLst>
            <pc:docMk/>
            <pc:sldMk cId="3017884910" sldId="304"/>
            <ac:spMk id="10" creationId="{E0092AB8-790C-B6E2-8CC6-982DCE60D694}"/>
          </ac:spMkLst>
        </pc:spChg>
        <pc:grpChg chg="add mod">
          <ac:chgData name="Min Wang" userId="40c509f2-6e44-41ac-be95-0b697891d3eb" providerId="ADAL" clId="{1E82F5CA-06CB-5569-B40B-7CFA0163A4AB}" dt="2026-08-23T19:08:01.530" v="642" actId="164"/>
          <ac:grpSpMkLst>
            <pc:docMk/>
            <pc:sldMk cId="3017884910" sldId="304"/>
            <ac:grpSpMk id="4" creationId="{14A40085-5F24-2477-1E7A-E7B4B244E76F}"/>
          </ac:grpSpMkLst>
        </pc:grpChg>
        <pc:picChg chg="add mod">
          <ac:chgData name="Min Wang" userId="40c509f2-6e44-41ac-be95-0b697891d3eb" providerId="ADAL" clId="{1E82F5CA-06CB-5569-B40B-7CFA0163A4AB}" dt="2026-08-23T19:08:01.530" v="642" actId="164"/>
          <ac:picMkLst>
            <pc:docMk/>
            <pc:sldMk cId="3017884910" sldId="304"/>
            <ac:picMk id="2" creationId="{6F233631-49ED-04A6-C4D8-188842FF3ADF}"/>
          </ac:picMkLst>
        </pc:picChg>
        <pc:picChg chg="add mod">
          <ac:chgData name="Min Wang" userId="40c509f2-6e44-41ac-be95-0b697891d3eb" providerId="ADAL" clId="{1E82F5CA-06CB-5569-B40B-7CFA0163A4AB}" dt="2026-08-23T19:08:01.530" v="642" actId="164"/>
          <ac:picMkLst>
            <pc:docMk/>
            <pc:sldMk cId="3017884910" sldId="304"/>
            <ac:picMk id="3" creationId="{EA952968-68D5-7123-24A3-E86D6FD205F4}"/>
          </ac:picMkLst>
        </pc:picChg>
        <pc:picChg chg="add mod">
          <ac:chgData name="Min Wang" userId="40c509f2-6e44-41ac-be95-0b697891d3eb" providerId="ADAL" clId="{1E82F5CA-06CB-5569-B40B-7CFA0163A4AB}" dt="2026-08-23T19:08:34.915" v="646" actId="14100"/>
          <ac:picMkLst>
            <pc:docMk/>
            <pc:sldMk cId="3017884910" sldId="304"/>
            <ac:picMk id="6" creationId="{73CF3091-A5F1-F174-3008-9EF8B2978212}"/>
          </ac:picMkLst>
        </pc:picChg>
        <pc:picChg chg="add mod">
          <ac:chgData name="Min Wang" userId="40c509f2-6e44-41ac-be95-0b697891d3eb" providerId="ADAL" clId="{1E82F5CA-06CB-5569-B40B-7CFA0163A4AB}" dt="2026-08-23T19:09:56.742" v="656" actId="1076"/>
          <ac:picMkLst>
            <pc:docMk/>
            <pc:sldMk cId="3017884910" sldId="304"/>
            <ac:picMk id="11" creationId="{D68421D8-110D-B0D4-32B7-13F295074612}"/>
          </ac:picMkLst>
        </pc:picChg>
        <pc:inkChg chg="add">
          <ac:chgData name="Min Wang" userId="40c509f2-6e44-41ac-be95-0b697891d3eb" providerId="ADAL" clId="{1E82F5CA-06CB-5569-B40B-7CFA0163A4AB}" dt="2026-08-23T19:08:12.554" v="643" actId="9405"/>
          <ac:inkMkLst>
            <pc:docMk/>
            <pc:sldMk cId="3017884910" sldId="304"/>
            <ac:inkMk id="5" creationId="{A85DAAEB-A0F4-D569-FF0E-87F8B3B6B17F}"/>
          </ac:inkMkLst>
        </pc:inkChg>
        <pc:inkChg chg="add">
          <ac:chgData name="Min Wang" userId="40c509f2-6e44-41ac-be95-0b697891d3eb" providerId="ADAL" clId="{1E82F5CA-06CB-5569-B40B-7CFA0163A4AB}" dt="2026-08-23T19:08:40.040" v="647" actId="9405"/>
          <ac:inkMkLst>
            <pc:docMk/>
            <pc:sldMk cId="3017884910" sldId="304"/>
            <ac:inkMk id="7" creationId="{C5513966-80EA-1F8B-F6EA-64FF5CE06258}"/>
          </ac:inkMkLst>
        </pc:inkChg>
        <pc:inkChg chg="add">
          <ac:chgData name="Min Wang" userId="40c509f2-6e44-41ac-be95-0b697891d3eb" providerId="ADAL" clId="{1E82F5CA-06CB-5569-B40B-7CFA0163A4AB}" dt="2026-08-23T19:08:44.832" v="648" actId="9405"/>
          <ac:inkMkLst>
            <pc:docMk/>
            <pc:sldMk cId="3017884910" sldId="304"/>
            <ac:inkMk id="8" creationId="{54A259BE-57CA-93F0-7F1C-9954FF55D353}"/>
          </ac:inkMkLst>
        </pc:inkChg>
      </pc:sldChg>
      <pc:sldChg chg="addSp modSp add mod">
        <pc:chgData name="Min Wang" userId="40c509f2-6e44-41ac-be95-0b697891d3eb" providerId="ADAL" clId="{1E82F5CA-06CB-5569-B40B-7CFA0163A4AB}" dt="2026-08-23T19:12:03.443" v="672" actId="1076"/>
        <pc:sldMkLst>
          <pc:docMk/>
          <pc:sldMk cId="4241437069" sldId="305"/>
        </pc:sldMkLst>
        <pc:spChg chg="add mod">
          <ac:chgData name="Min Wang" userId="40c509f2-6e44-41ac-be95-0b697891d3eb" providerId="ADAL" clId="{1E82F5CA-06CB-5569-B40B-7CFA0163A4AB}" dt="2026-08-23T19:12:03.443" v="672" actId="1076"/>
          <ac:spMkLst>
            <pc:docMk/>
            <pc:sldMk cId="4241437069" sldId="305"/>
            <ac:spMk id="9" creationId="{8A6EC4F2-F2B7-4CC2-C2FB-A4FEFAFEF058}"/>
          </ac:spMkLst>
        </pc:spChg>
        <pc:picChg chg="add mod">
          <ac:chgData name="Min Wang" userId="40c509f2-6e44-41ac-be95-0b697891d3eb" providerId="ADAL" clId="{1E82F5CA-06CB-5569-B40B-7CFA0163A4AB}" dt="2026-08-23T19:10:47.332" v="659" actId="1076"/>
          <ac:picMkLst>
            <pc:docMk/>
            <pc:sldMk cId="4241437069" sldId="305"/>
            <ac:picMk id="2" creationId="{3B8FA138-4671-035B-8E80-119C2AD2B900}"/>
          </ac:picMkLst>
        </pc:picChg>
        <pc:picChg chg="add mod">
          <ac:chgData name="Min Wang" userId="40c509f2-6e44-41ac-be95-0b697891d3eb" providerId="ADAL" clId="{1E82F5CA-06CB-5569-B40B-7CFA0163A4AB}" dt="2026-08-23T19:10:56.208" v="661" actId="1076"/>
          <ac:picMkLst>
            <pc:docMk/>
            <pc:sldMk cId="4241437069" sldId="305"/>
            <ac:picMk id="3" creationId="{ACFFAC08-308D-0DCB-C354-9D09DE419E57}"/>
          </ac:picMkLst>
        </pc:picChg>
        <pc:picChg chg="add mod">
          <ac:chgData name="Min Wang" userId="40c509f2-6e44-41ac-be95-0b697891d3eb" providerId="ADAL" clId="{1E82F5CA-06CB-5569-B40B-7CFA0163A4AB}" dt="2026-08-23T19:11:05.482" v="663" actId="1076"/>
          <ac:picMkLst>
            <pc:docMk/>
            <pc:sldMk cId="4241437069" sldId="305"/>
            <ac:picMk id="4" creationId="{89AF61A9-78D8-48F2-64AB-1BC3433435A2}"/>
          </ac:picMkLst>
        </pc:picChg>
        <pc:picChg chg="add mod">
          <ac:chgData name="Min Wang" userId="40c509f2-6e44-41ac-be95-0b697891d3eb" providerId="ADAL" clId="{1E82F5CA-06CB-5569-B40B-7CFA0163A4AB}" dt="2026-08-23T19:11:15.962" v="665" actId="1076"/>
          <ac:picMkLst>
            <pc:docMk/>
            <pc:sldMk cId="4241437069" sldId="305"/>
            <ac:picMk id="5" creationId="{2A0F87D4-95F7-40F6-ACFC-5223D2263EA1}"/>
          </ac:picMkLst>
        </pc:picChg>
        <pc:picChg chg="add mod">
          <ac:chgData name="Min Wang" userId="40c509f2-6e44-41ac-be95-0b697891d3eb" providerId="ADAL" clId="{1E82F5CA-06CB-5569-B40B-7CFA0163A4AB}" dt="2026-08-23T19:11:27.801" v="667" actId="1076"/>
          <ac:picMkLst>
            <pc:docMk/>
            <pc:sldMk cId="4241437069" sldId="305"/>
            <ac:picMk id="6" creationId="{D64FD80E-C683-4512-2017-5D9173AA34BD}"/>
          </ac:picMkLst>
        </pc:picChg>
        <pc:inkChg chg="add">
          <ac:chgData name="Min Wang" userId="40c509f2-6e44-41ac-be95-0b697891d3eb" providerId="ADAL" clId="{1E82F5CA-06CB-5569-B40B-7CFA0163A4AB}" dt="2026-08-23T19:11:41.322" v="668" actId="9405"/>
          <ac:inkMkLst>
            <pc:docMk/>
            <pc:sldMk cId="4241437069" sldId="305"/>
            <ac:inkMk id="7" creationId="{F140CBEA-D478-1E67-0E6E-DD9A697665CD}"/>
          </ac:inkMkLst>
        </pc:inkChg>
      </pc:sldChg>
      <pc:sldChg chg="addSp modSp add mod">
        <pc:chgData name="Min Wang" userId="40c509f2-6e44-41ac-be95-0b697891d3eb" providerId="ADAL" clId="{1E82F5CA-06CB-5569-B40B-7CFA0163A4AB}" dt="2026-08-23T19:45:39.752" v="693" actId="1038"/>
        <pc:sldMkLst>
          <pc:docMk/>
          <pc:sldMk cId="3116124785" sldId="306"/>
        </pc:sldMkLst>
        <pc:spChg chg="add mod">
          <ac:chgData name="Min Wang" userId="40c509f2-6e44-41ac-be95-0b697891d3eb" providerId="ADAL" clId="{1E82F5CA-06CB-5569-B40B-7CFA0163A4AB}" dt="2026-08-23T19:44:30.110" v="677" actId="14100"/>
          <ac:spMkLst>
            <pc:docMk/>
            <pc:sldMk cId="3116124785" sldId="306"/>
            <ac:spMk id="3" creationId="{AC368E81-C4F5-07C6-76AA-178DED18ACD3}"/>
          </ac:spMkLst>
        </pc:spChg>
        <pc:picChg chg="add mod">
          <ac:chgData name="Min Wang" userId="40c509f2-6e44-41ac-be95-0b697891d3eb" providerId="ADAL" clId="{1E82F5CA-06CB-5569-B40B-7CFA0163A4AB}" dt="2026-08-23T19:44:41.111" v="679" actId="1076"/>
          <ac:picMkLst>
            <pc:docMk/>
            <pc:sldMk cId="3116124785" sldId="306"/>
            <ac:picMk id="4" creationId="{BF801F5C-D38A-90F8-7042-2F1DC4DDAAD9}"/>
          </ac:picMkLst>
        </pc:picChg>
        <pc:picChg chg="add mod">
          <ac:chgData name="Min Wang" userId="40c509f2-6e44-41ac-be95-0b697891d3eb" providerId="ADAL" clId="{1E82F5CA-06CB-5569-B40B-7CFA0163A4AB}" dt="2026-08-23T19:44:52.164" v="681" actId="1076"/>
          <ac:picMkLst>
            <pc:docMk/>
            <pc:sldMk cId="3116124785" sldId="306"/>
            <ac:picMk id="5" creationId="{FBB74827-7C83-7F36-472E-DC19B8118BC5}"/>
          </ac:picMkLst>
        </pc:picChg>
        <pc:picChg chg="add mod">
          <ac:chgData name="Min Wang" userId="40c509f2-6e44-41ac-be95-0b697891d3eb" providerId="ADAL" clId="{1E82F5CA-06CB-5569-B40B-7CFA0163A4AB}" dt="2026-08-23T19:45:04.411" v="683" actId="1076"/>
          <ac:picMkLst>
            <pc:docMk/>
            <pc:sldMk cId="3116124785" sldId="306"/>
            <ac:picMk id="6" creationId="{5258D2CA-8B76-7F1B-7FBF-2BF9E6B2BC69}"/>
          </ac:picMkLst>
        </pc:picChg>
        <pc:picChg chg="add mod">
          <ac:chgData name="Min Wang" userId="40c509f2-6e44-41ac-be95-0b697891d3eb" providerId="ADAL" clId="{1E82F5CA-06CB-5569-B40B-7CFA0163A4AB}" dt="2026-08-23T19:45:27.354" v="685" actId="1076"/>
          <ac:picMkLst>
            <pc:docMk/>
            <pc:sldMk cId="3116124785" sldId="306"/>
            <ac:picMk id="7" creationId="{93062A9A-C9E5-90E1-5F8F-6B4F06A4019C}"/>
          </ac:picMkLst>
        </pc:picChg>
        <pc:picChg chg="add mod">
          <ac:chgData name="Min Wang" userId="40c509f2-6e44-41ac-be95-0b697891d3eb" providerId="ADAL" clId="{1E82F5CA-06CB-5569-B40B-7CFA0163A4AB}" dt="2026-08-23T19:45:39.752" v="693" actId="1038"/>
          <ac:picMkLst>
            <pc:docMk/>
            <pc:sldMk cId="3116124785" sldId="306"/>
            <ac:picMk id="8" creationId="{13FEE3AD-2392-DCF1-5AD0-836D00635995}"/>
          </ac:picMkLst>
        </pc:picChg>
      </pc:sldChg>
      <pc:sldChg chg="addSp modSp add mod">
        <pc:chgData name="Min Wang" userId="40c509f2-6e44-41ac-be95-0b697891d3eb" providerId="ADAL" clId="{1E82F5CA-06CB-5569-B40B-7CFA0163A4AB}" dt="2026-08-23T19:46:34.036" v="701" actId="14100"/>
        <pc:sldMkLst>
          <pc:docMk/>
          <pc:sldMk cId="2115032359" sldId="307"/>
        </pc:sldMkLst>
        <pc:picChg chg="add mod">
          <ac:chgData name="Min Wang" userId="40c509f2-6e44-41ac-be95-0b697891d3eb" providerId="ADAL" clId="{1E82F5CA-06CB-5569-B40B-7CFA0163A4AB}" dt="2026-08-23T19:46:19.469" v="696" actId="14100"/>
          <ac:picMkLst>
            <pc:docMk/>
            <pc:sldMk cId="2115032359" sldId="307"/>
            <ac:picMk id="2" creationId="{47EBACEB-FB9E-F13B-D1D7-FF5AF4438C6F}"/>
          </ac:picMkLst>
        </pc:picChg>
        <pc:picChg chg="add mod">
          <ac:chgData name="Min Wang" userId="40c509f2-6e44-41ac-be95-0b697891d3eb" providerId="ADAL" clId="{1E82F5CA-06CB-5569-B40B-7CFA0163A4AB}" dt="2026-08-23T19:46:34.036" v="701" actId="14100"/>
          <ac:picMkLst>
            <pc:docMk/>
            <pc:sldMk cId="2115032359" sldId="307"/>
            <ac:picMk id="3" creationId="{F933A4F7-4673-D8F2-AFA9-BFF185E1004C}"/>
          </ac:picMkLst>
        </pc:picChg>
      </pc:sldChg>
      <pc:sldChg chg="addSp delSp modSp add mod">
        <pc:chgData name="Min Wang" userId="40c509f2-6e44-41ac-be95-0b697891d3eb" providerId="ADAL" clId="{1E82F5CA-06CB-5569-B40B-7CFA0163A4AB}" dt="2026-08-23T20:07:58.716" v="827" actId="1076"/>
        <pc:sldMkLst>
          <pc:docMk/>
          <pc:sldMk cId="1055328421" sldId="308"/>
        </pc:sldMkLst>
        <pc:grpChg chg="add mod">
          <ac:chgData name="Min Wang" userId="40c509f2-6e44-41ac-be95-0b697891d3eb" providerId="ADAL" clId="{1E82F5CA-06CB-5569-B40B-7CFA0163A4AB}" dt="2026-08-23T20:05:57.015" v="811" actId="164"/>
          <ac:grpSpMkLst>
            <pc:docMk/>
            <pc:sldMk cId="1055328421" sldId="308"/>
            <ac:grpSpMk id="9" creationId="{78AC3FBA-6BAD-F936-93DA-A47F5ADBA4C9}"/>
          </ac:grpSpMkLst>
        </pc:grpChg>
        <pc:picChg chg="add mod">
          <ac:chgData name="Min Wang" userId="40c509f2-6e44-41ac-be95-0b697891d3eb" providerId="ADAL" clId="{1E82F5CA-06CB-5569-B40B-7CFA0163A4AB}" dt="2026-08-23T20:05:57.015" v="811" actId="164"/>
          <ac:picMkLst>
            <pc:docMk/>
            <pc:sldMk cId="1055328421" sldId="308"/>
            <ac:picMk id="2" creationId="{91E4D319-9845-DEE4-6DE2-C6288D62A8F6}"/>
          </ac:picMkLst>
        </pc:picChg>
        <pc:picChg chg="add mod">
          <ac:chgData name="Min Wang" userId="40c509f2-6e44-41ac-be95-0b697891d3eb" providerId="ADAL" clId="{1E82F5CA-06CB-5569-B40B-7CFA0163A4AB}" dt="2026-08-23T20:05:57.015" v="811" actId="164"/>
          <ac:picMkLst>
            <pc:docMk/>
            <pc:sldMk cId="1055328421" sldId="308"/>
            <ac:picMk id="3" creationId="{455B6613-352E-6F1C-62BE-B72972A047C6}"/>
          </ac:picMkLst>
        </pc:picChg>
        <pc:picChg chg="add mod">
          <ac:chgData name="Min Wang" userId="40c509f2-6e44-41ac-be95-0b697891d3eb" providerId="ADAL" clId="{1E82F5CA-06CB-5569-B40B-7CFA0163A4AB}" dt="2026-08-23T20:05:57.015" v="811" actId="164"/>
          <ac:picMkLst>
            <pc:docMk/>
            <pc:sldMk cId="1055328421" sldId="308"/>
            <ac:picMk id="4" creationId="{200082B9-B417-B7E0-0B72-4F667BB10CE4}"/>
          </ac:picMkLst>
        </pc:picChg>
        <pc:picChg chg="add mod">
          <ac:chgData name="Min Wang" userId="40c509f2-6e44-41ac-be95-0b697891d3eb" providerId="ADAL" clId="{1E82F5CA-06CB-5569-B40B-7CFA0163A4AB}" dt="2026-08-23T20:06:29.668" v="821" actId="1035"/>
          <ac:picMkLst>
            <pc:docMk/>
            <pc:sldMk cId="1055328421" sldId="308"/>
            <ac:picMk id="5" creationId="{08A4CE07-7B28-279E-53B2-7572BD6772CA}"/>
          </ac:picMkLst>
        </pc:picChg>
        <pc:picChg chg="add mod">
          <ac:chgData name="Min Wang" userId="40c509f2-6e44-41ac-be95-0b697891d3eb" providerId="ADAL" clId="{1E82F5CA-06CB-5569-B40B-7CFA0163A4AB}" dt="2026-08-23T20:05:57.015" v="811" actId="164"/>
          <ac:picMkLst>
            <pc:docMk/>
            <pc:sldMk cId="1055328421" sldId="308"/>
            <ac:picMk id="6" creationId="{7E9316CD-DF4F-D9B0-A20F-F1B676EBA1CC}"/>
          </ac:picMkLst>
        </pc:picChg>
        <pc:picChg chg="add mod">
          <ac:chgData name="Min Wang" userId="40c509f2-6e44-41ac-be95-0b697891d3eb" providerId="ADAL" clId="{1E82F5CA-06CB-5569-B40B-7CFA0163A4AB}" dt="2026-08-23T20:05:57.015" v="811" actId="164"/>
          <ac:picMkLst>
            <pc:docMk/>
            <pc:sldMk cId="1055328421" sldId="308"/>
            <ac:picMk id="7" creationId="{BB8232F2-E3DD-5B88-E149-EEB5880EF32F}"/>
          </ac:picMkLst>
        </pc:picChg>
        <pc:picChg chg="add mod">
          <ac:chgData name="Min Wang" userId="40c509f2-6e44-41ac-be95-0b697891d3eb" providerId="ADAL" clId="{1E82F5CA-06CB-5569-B40B-7CFA0163A4AB}" dt="2026-08-23T20:06:26.333" v="819" actId="1035"/>
          <ac:picMkLst>
            <pc:docMk/>
            <pc:sldMk cId="1055328421" sldId="308"/>
            <ac:picMk id="10" creationId="{BD6DDA76-F7DE-663A-BBB7-F6D1CEB6F9B5}"/>
          </ac:picMkLst>
        </pc:picChg>
        <pc:picChg chg="add mod">
          <ac:chgData name="Min Wang" userId="40c509f2-6e44-41ac-be95-0b697891d3eb" providerId="ADAL" clId="{1E82F5CA-06CB-5569-B40B-7CFA0163A4AB}" dt="2026-08-23T20:07:48.289" v="825" actId="1076"/>
          <ac:picMkLst>
            <pc:docMk/>
            <pc:sldMk cId="1055328421" sldId="308"/>
            <ac:picMk id="13" creationId="{80BC67C1-0066-10DD-DD98-63DC309490C7}"/>
          </ac:picMkLst>
        </pc:picChg>
        <pc:picChg chg="add mod">
          <ac:chgData name="Min Wang" userId="40c509f2-6e44-41ac-be95-0b697891d3eb" providerId="ADAL" clId="{1E82F5CA-06CB-5569-B40B-7CFA0163A4AB}" dt="2026-08-23T20:07:58.716" v="827" actId="1076"/>
          <ac:picMkLst>
            <pc:docMk/>
            <pc:sldMk cId="1055328421" sldId="308"/>
            <ac:picMk id="14" creationId="{7FC5247D-85A0-B5D6-2B07-1106433EBCC5}"/>
          </ac:picMkLst>
        </pc:picChg>
        <pc:inkChg chg="add">
          <ac:chgData name="Min Wang" userId="40c509f2-6e44-41ac-be95-0b697891d3eb" providerId="ADAL" clId="{1E82F5CA-06CB-5569-B40B-7CFA0163A4AB}" dt="2026-08-23T20:06:53.343" v="822" actId="9405"/>
          <ac:inkMkLst>
            <pc:docMk/>
            <pc:sldMk cId="1055328421" sldId="308"/>
            <ac:inkMk id="11" creationId="{1030015C-4037-D258-2911-8D01144B832A}"/>
          </ac:inkMkLst>
        </pc:inkChg>
        <pc:inkChg chg="add">
          <ac:chgData name="Min Wang" userId="40c509f2-6e44-41ac-be95-0b697891d3eb" providerId="ADAL" clId="{1E82F5CA-06CB-5569-B40B-7CFA0163A4AB}" dt="2026-08-23T20:06:55.445" v="823" actId="9405"/>
          <ac:inkMkLst>
            <pc:docMk/>
            <pc:sldMk cId="1055328421" sldId="308"/>
            <ac:inkMk id="12" creationId="{86056780-DC0F-3C33-F768-8882B9E46298}"/>
          </ac:inkMkLst>
        </pc:inkChg>
      </pc:sldChg>
      <pc:sldChg chg="addSp delSp modSp add mod">
        <pc:chgData name="Min Wang" userId="40c509f2-6e44-41ac-be95-0b697891d3eb" providerId="ADAL" clId="{1E82F5CA-06CB-5569-B40B-7CFA0163A4AB}" dt="2026-08-23T19:50:43.539" v="717" actId="1076"/>
        <pc:sldMkLst>
          <pc:docMk/>
          <pc:sldMk cId="3120640261" sldId="309"/>
        </pc:sldMkLst>
        <pc:spChg chg="add mod">
          <ac:chgData name="Min Wang" userId="40c509f2-6e44-41ac-be95-0b697891d3eb" providerId="ADAL" clId="{1E82F5CA-06CB-5569-B40B-7CFA0163A4AB}" dt="2026-08-23T19:50:10.979" v="714" actId="1076"/>
          <ac:spMkLst>
            <pc:docMk/>
            <pc:sldMk cId="3120640261" sldId="309"/>
            <ac:spMk id="4" creationId="{70EA03C3-5529-0D8B-C6EE-E2B9D08251C4}"/>
          </ac:spMkLst>
        </pc:spChg>
        <pc:picChg chg="add mod">
          <ac:chgData name="Min Wang" userId="40c509f2-6e44-41ac-be95-0b697891d3eb" providerId="ADAL" clId="{1E82F5CA-06CB-5569-B40B-7CFA0163A4AB}" dt="2026-08-23T19:49:44.608" v="710" actId="1076"/>
          <ac:picMkLst>
            <pc:docMk/>
            <pc:sldMk cId="3120640261" sldId="309"/>
            <ac:picMk id="2" creationId="{905B0DC0-86DA-79D4-6A71-3200458D865F}"/>
          </ac:picMkLst>
        </pc:picChg>
        <pc:picChg chg="add mod">
          <ac:chgData name="Min Wang" userId="40c509f2-6e44-41ac-be95-0b697891d3eb" providerId="ADAL" clId="{1E82F5CA-06CB-5569-B40B-7CFA0163A4AB}" dt="2026-08-23T19:50:43.539" v="717" actId="1076"/>
          <ac:picMkLst>
            <pc:docMk/>
            <pc:sldMk cId="3120640261" sldId="309"/>
            <ac:picMk id="5" creationId="{78B4774D-4B82-8F35-DB19-BEA6546B371F}"/>
          </ac:picMkLst>
        </pc:picChg>
      </pc:sldChg>
      <pc:sldChg chg="addSp delSp modSp add mod">
        <pc:chgData name="Min Wang" userId="40c509f2-6e44-41ac-be95-0b697891d3eb" providerId="ADAL" clId="{1E82F5CA-06CB-5569-B40B-7CFA0163A4AB}" dt="2026-08-23T20:00:34.837" v="779" actId="9405"/>
        <pc:sldMkLst>
          <pc:docMk/>
          <pc:sldMk cId="3211148323" sldId="310"/>
        </pc:sldMkLst>
        <pc:spChg chg="add mod">
          <ac:chgData name="Min Wang" userId="40c509f2-6e44-41ac-be95-0b697891d3eb" providerId="ADAL" clId="{1E82F5CA-06CB-5569-B40B-7CFA0163A4AB}" dt="2026-08-23T19:59:46.525" v="771" actId="1076"/>
          <ac:spMkLst>
            <pc:docMk/>
            <pc:sldMk cId="3211148323" sldId="310"/>
            <ac:spMk id="12" creationId="{BD0C70A8-9B51-637C-FFCE-950DC474DD00}"/>
          </ac:spMkLst>
        </pc:spChg>
        <pc:spChg chg="add mod">
          <ac:chgData name="Min Wang" userId="40c509f2-6e44-41ac-be95-0b697891d3eb" providerId="ADAL" clId="{1E82F5CA-06CB-5569-B40B-7CFA0163A4AB}" dt="2026-08-23T20:00:10.791" v="775" actId="1076"/>
          <ac:spMkLst>
            <pc:docMk/>
            <pc:sldMk cId="3211148323" sldId="310"/>
            <ac:spMk id="13" creationId="{F2AE2370-43C7-C188-51E1-96FB4B1B8355}"/>
          </ac:spMkLst>
        </pc:spChg>
        <pc:grpChg chg="add mod">
          <ac:chgData name="Min Wang" userId="40c509f2-6e44-41ac-be95-0b697891d3eb" providerId="ADAL" clId="{1E82F5CA-06CB-5569-B40B-7CFA0163A4AB}" dt="2026-08-23T19:58:49.248" v="745" actId="1036"/>
          <ac:grpSpMkLst>
            <pc:docMk/>
            <pc:sldMk cId="3211148323" sldId="310"/>
            <ac:grpSpMk id="9" creationId="{9992F367-CD1F-7066-3736-441268F63049}"/>
          </ac:grpSpMkLst>
        </pc:grpChg>
        <pc:picChg chg="add mod">
          <ac:chgData name="Min Wang" userId="40c509f2-6e44-41ac-be95-0b697891d3eb" providerId="ADAL" clId="{1E82F5CA-06CB-5569-B40B-7CFA0163A4AB}" dt="2026-08-23T19:58:41.881" v="736" actId="164"/>
          <ac:picMkLst>
            <pc:docMk/>
            <pc:sldMk cId="3211148323" sldId="310"/>
            <ac:picMk id="2" creationId="{B57EEA9E-2BDB-B3CC-3398-AECED84EF6BF}"/>
          </ac:picMkLst>
        </pc:picChg>
        <pc:picChg chg="add mod">
          <ac:chgData name="Min Wang" userId="40c509f2-6e44-41ac-be95-0b697891d3eb" providerId="ADAL" clId="{1E82F5CA-06CB-5569-B40B-7CFA0163A4AB}" dt="2026-08-23T19:58:41.881" v="736" actId="164"/>
          <ac:picMkLst>
            <pc:docMk/>
            <pc:sldMk cId="3211148323" sldId="310"/>
            <ac:picMk id="3" creationId="{497A987E-8697-F429-2E52-C6ACD02AA96C}"/>
          </ac:picMkLst>
        </pc:picChg>
        <pc:picChg chg="add mod">
          <ac:chgData name="Min Wang" userId="40c509f2-6e44-41ac-be95-0b697891d3eb" providerId="ADAL" clId="{1E82F5CA-06CB-5569-B40B-7CFA0163A4AB}" dt="2026-08-23T19:58:41.881" v="736" actId="164"/>
          <ac:picMkLst>
            <pc:docMk/>
            <pc:sldMk cId="3211148323" sldId="310"/>
            <ac:picMk id="4" creationId="{A0404703-EE70-90B4-33FC-4D9C75CB5A0D}"/>
          </ac:picMkLst>
        </pc:picChg>
        <pc:picChg chg="add mod">
          <ac:chgData name="Min Wang" userId="40c509f2-6e44-41ac-be95-0b697891d3eb" providerId="ADAL" clId="{1E82F5CA-06CB-5569-B40B-7CFA0163A4AB}" dt="2026-08-23T19:58:41.881" v="736" actId="164"/>
          <ac:picMkLst>
            <pc:docMk/>
            <pc:sldMk cId="3211148323" sldId="310"/>
            <ac:picMk id="5" creationId="{D1ABB897-4C05-7339-1B74-5D2738C0BA08}"/>
          </ac:picMkLst>
        </pc:picChg>
        <pc:picChg chg="add mod">
          <ac:chgData name="Min Wang" userId="40c509f2-6e44-41ac-be95-0b697891d3eb" providerId="ADAL" clId="{1E82F5CA-06CB-5569-B40B-7CFA0163A4AB}" dt="2026-08-23T19:58:53.265" v="746" actId="1076"/>
          <ac:picMkLst>
            <pc:docMk/>
            <pc:sldMk cId="3211148323" sldId="310"/>
            <ac:picMk id="7" creationId="{C0A67365-434B-0EFB-3DCA-C26C215D943C}"/>
          </ac:picMkLst>
        </pc:picChg>
        <pc:picChg chg="add mod">
          <ac:chgData name="Min Wang" userId="40c509f2-6e44-41ac-be95-0b697891d3eb" providerId="ADAL" clId="{1E82F5CA-06CB-5569-B40B-7CFA0163A4AB}" dt="2026-08-23T19:59:16.681" v="755" actId="1035"/>
          <ac:picMkLst>
            <pc:docMk/>
            <pc:sldMk cId="3211148323" sldId="310"/>
            <ac:picMk id="8" creationId="{B177A219-5AE9-59FB-0B4F-2AD1A591BFE1}"/>
          </ac:picMkLst>
        </pc:picChg>
        <pc:picChg chg="add mod">
          <ac:chgData name="Min Wang" userId="40c509f2-6e44-41ac-be95-0b697891d3eb" providerId="ADAL" clId="{1E82F5CA-06CB-5569-B40B-7CFA0163A4AB}" dt="2026-08-23T20:00:04.032" v="774" actId="1076"/>
          <ac:picMkLst>
            <pc:docMk/>
            <pc:sldMk cId="3211148323" sldId="310"/>
            <ac:picMk id="10" creationId="{4B7A1101-0658-E224-610E-F825EB301948}"/>
          </ac:picMkLst>
        </pc:picChg>
        <pc:picChg chg="add mod">
          <ac:chgData name="Min Wang" userId="40c509f2-6e44-41ac-be95-0b697891d3eb" providerId="ADAL" clId="{1E82F5CA-06CB-5569-B40B-7CFA0163A4AB}" dt="2026-08-23T19:59:29.301" v="760" actId="1035"/>
          <ac:picMkLst>
            <pc:docMk/>
            <pc:sldMk cId="3211148323" sldId="310"/>
            <ac:picMk id="11" creationId="{FB063984-1351-DE6C-6468-8D93F3D2DF08}"/>
          </ac:picMkLst>
        </pc:picChg>
        <pc:inkChg chg="add">
          <ac:chgData name="Min Wang" userId="40c509f2-6e44-41ac-be95-0b697891d3eb" providerId="ADAL" clId="{1E82F5CA-06CB-5569-B40B-7CFA0163A4AB}" dt="2026-08-23T20:00:32.538" v="778" actId="9405"/>
          <ac:inkMkLst>
            <pc:docMk/>
            <pc:sldMk cId="3211148323" sldId="310"/>
            <ac:inkMk id="14" creationId="{10280112-9A23-84D3-982F-8F7521313E4A}"/>
          </ac:inkMkLst>
        </pc:inkChg>
        <pc:inkChg chg="add">
          <ac:chgData name="Min Wang" userId="40c509f2-6e44-41ac-be95-0b697891d3eb" providerId="ADAL" clId="{1E82F5CA-06CB-5569-B40B-7CFA0163A4AB}" dt="2026-08-23T20:00:34.837" v="779" actId="9405"/>
          <ac:inkMkLst>
            <pc:docMk/>
            <pc:sldMk cId="3211148323" sldId="310"/>
            <ac:inkMk id="15" creationId="{63FF2ED2-3371-99F1-06DC-1BE0441117CF}"/>
          </ac:inkMkLst>
        </pc:inkChg>
      </pc:sldChg>
      <pc:sldChg chg="addSp delSp modSp add mod">
        <pc:chgData name="Min Wang" userId="40c509f2-6e44-41ac-be95-0b697891d3eb" providerId="ADAL" clId="{1E82F5CA-06CB-5569-B40B-7CFA0163A4AB}" dt="2026-08-23T20:02:32.084" v="799" actId="1076"/>
        <pc:sldMkLst>
          <pc:docMk/>
          <pc:sldMk cId="3010503381" sldId="311"/>
        </pc:sldMkLst>
        <pc:spChg chg="add mod">
          <ac:chgData name="Min Wang" userId="40c509f2-6e44-41ac-be95-0b697891d3eb" providerId="ADAL" clId="{1E82F5CA-06CB-5569-B40B-7CFA0163A4AB}" dt="2026-08-23T20:01:44.146" v="789" actId="1076"/>
          <ac:spMkLst>
            <pc:docMk/>
            <pc:sldMk cId="3010503381" sldId="311"/>
            <ac:spMk id="6" creationId="{7C253F58-959B-B40A-BB92-52A3CB5977FE}"/>
          </ac:spMkLst>
        </pc:spChg>
        <pc:spChg chg="add mod">
          <ac:chgData name="Min Wang" userId="40c509f2-6e44-41ac-be95-0b697891d3eb" providerId="ADAL" clId="{1E82F5CA-06CB-5569-B40B-7CFA0163A4AB}" dt="2026-08-23T20:02:20.018" v="794" actId="1076"/>
          <ac:spMkLst>
            <pc:docMk/>
            <pc:sldMk cId="3010503381" sldId="311"/>
            <ac:spMk id="7" creationId="{6D03C445-0370-4FB8-4B21-55208C7AA791}"/>
          </ac:spMkLst>
        </pc:spChg>
        <pc:spChg chg="add mod">
          <ac:chgData name="Min Wang" userId="40c509f2-6e44-41ac-be95-0b697891d3eb" providerId="ADAL" clId="{1E82F5CA-06CB-5569-B40B-7CFA0163A4AB}" dt="2026-08-23T20:02:32.084" v="799" actId="1076"/>
          <ac:spMkLst>
            <pc:docMk/>
            <pc:sldMk cId="3010503381" sldId="311"/>
            <ac:spMk id="8" creationId="{CF5F2217-E1CB-3A88-1F11-7F1A9A91E04B}"/>
          </ac:spMkLst>
        </pc:spChg>
        <pc:picChg chg="add mod">
          <ac:chgData name="Min Wang" userId="40c509f2-6e44-41ac-be95-0b697891d3eb" providerId="ADAL" clId="{1E82F5CA-06CB-5569-B40B-7CFA0163A4AB}" dt="2026-08-23T20:01:00.782" v="781" actId="1076"/>
          <ac:picMkLst>
            <pc:docMk/>
            <pc:sldMk cId="3010503381" sldId="311"/>
            <ac:picMk id="2" creationId="{EB9D82B9-127A-D283-7FC6-772B4157CC5B}"/>
          </ac:picMkLst>
        </pc:picChg>
        <pc:picChg chg="add mod">
          <ac:chgData name="Min Wang" userId="40c509f2-6e44-41ac-be95-0b697891d3eb" providerId="ADAL" clId="{1E82F5CA-06CB-5569-B40B-7CFA0163A4AB}" dt="2026-08-23T20:01:20.679" v="785" actId="1076"/>
          <ac:picMkLst>
            <pc:docMk/>
            <pc:sldMk cId="3010503381" sldId="311"/>
            <ac:picMk id="4" creationId="{BF056B47-5593-1082-1CB7-7082243A7520}"/>
          </ac:picMkLst>
        </pc:picChg>
        <pc:picChg chg="add mod">
          <ac:chgData name="Min Wang" userId="40c509f2-6e44-41ac-be95-0b697891d3eb" providerId="ADAL" clId="{1E82F5CA-06CB-5569-B40B-7CFA0163A4AB}" dt="2026-08-23T20:01:32.459" v="787" actId="1076"/>
          <ac:picMkLst>
            <pc:docMk/>
            <pc:sldMk cId="3010503381" sldId="311"/>
            <ac:picMk id="5" creationId="{61F4D6C8-973E-E3F0-6DC6-9BE0491ADBFE}"/>
          </ac:picMkLst>
        </pc:picChg>
      </pc:sldChg>
      <pc:sldChg chg="addSp delSp modSp add mod">
        <pc:chgData name="Min Wang" userId="40c509f2-6e44-41ac-be95-0b697891d3eb" providerId="ADAL" clId="{1E82F5CA-06CB-5569-B40B-7CFA0163A4AB}" dt="2026-08-23T20:14:19.896" v="848" actId="9405"/>
        <pc:sldMkLst>
          <pc:docMk/>
          <pc:sldMk cId="3122549547" sldId="312"/>
        </pc:sldMkLst>
        <pc:spChg chg="add mod">
          <ac:chgData name="Min Wang" userId="40c509f2-6e44-41ac-be95-0b697891d3eb" providerId="ADAL" clId="{1E82F5CA-06CB-5569-B40B-7CFA0163A4AB}" dt="2026-08-23T20:08:39.254" v="831" actId="1076"/>
          <ac:spMkLst>
            <pc:docMk/>
            <pc:sldMk cId="3122549547" sldId="312"/>
            <ac:spMk id="3" creationId="{B1D68570-52D2-5EF9-AF51-F6E161F1DC69}"/>
          </ac:spMkLst>
        </pc:spChg>
        <pc:picChg chg="add mod">
          <ac:chgData name="Min Wang" userId="40c509f2-6e44-41ac-be95-0b697891d3eb" providerId="ADAL" clId="{1E82F5CA-06CB-5569-B40B-7CFA0163A4AB}" dt="2026-08-23T20:12:11.253" v="834" actId="1076"/>
          <ac:picMkLst>
            <pc:docMk/>
            <pc:sldMk cId="3122549547" sldId="312"/>
            <ac:picMk id="4" creationId="{E93F0838-59F5-4612-9B93-495F9572A70F}"/>
          </ac:picMkLst>
        </pc:picChg>
        <pc:picChg chg="add mod">
          <ac:chgData name="Min Wang" userId="40c509f2-6e44-41ac-be95-0b697891d3eb" providerId="ADAL" clId="{1E82F5CA-06CB-5569-B40B-7CFA0163A4AB}" dt="2026-08-23T20:12:37.960" v="838" actId="1076"/>
          <ac:picMkLst>
            <pc:docMk/>
            <pc:sldMk cId="3122549547" sldId="312"/>
            <ac:picMk id="6" creationId="{29556E54-CDE6-7021-6034-E7656ACC2811}"/>
          </ac:picMkLst>
        </pc:picChg>
        <pc:picChg chg="add mod">
          <ac:chgData name="Min Wang" userId="40c509f2-6e44-41ac-be95-0b697891d3eb" providerId="ADAL" clId="{1E82F5CA-06CB-5569-B40B-7CFA0163A4AB}" dt="2026-08-23T20:12:47.718" v="841" actId="14100"/>
          <ac:picMkLst>
            <pc:docMk/>
            <pc:sldMk cId="3122549547" sldId="312"/>
            <ac:picMk id="7" creationId="{34C3691C-BE52-4959-DA73-1129C44E46B3}"/>
          </ac:picMkLst>
        </pc:picChg>
        <pc:inkChg chg="add">
          <ac:chgData name="Min Wang" userId="40c509f2-6e44-41ac-be95-0b697891d3eb" providerId="ADAL" clId="{1E82F5CA-06CB-5569-B40B-7CFA0163A4AB}" dt="2026-08-23T20:13:11.795" v="842" actId="9405"/>
          <ac:inkMkLst>
            <pc:docMk/>
            <pc:sldMk cId="3122549547" sldId="312"/>
            <ac:inkMk id="8" creationId="{967A165A-8B36-AEF7-E7D2-0372AFD8E8B2}"/>
          </ac:inkMkLst>
        </pc:inkChg>
        <pc:inkChg chg="add">
          <ac:chgData name="Min Wang" userId="40c509f2-6e44-41ac-be95-0b697891d3eb" providerId="ADAL" clId="{1E82F5CA-06CB-5569-B40B-7CFA0163A4AB}" dt="2026-08-23T20:13:16.156" v="843" actId="9405"/>
          <ac:inkMkLst>
            <pc:docMk/>
            <pc:sldMk cId="3122549547" sldId="312"/>
            <ac:inkMk id="9" creationId="{05D1C6AC-BD08-F972-3916-221EF100E061}"/>
          </ac:inkMkLst>
        </pc:inkChg>
        <pc:inkChg chg="add">
          <ac:chgData name="Min Wang" userId="40c509f2-6e44-41ac-be95-0b697891d3eb" providerId="ADAL" clId="{1E82F5CA-06CB-5569-B40B-7CFA0163A4AB}" dt="2026-08-23T20:13:31.901" v="844" actId="9405"/>
          <ac:inkMkLst>
            <pc:docMk/>
            <pc:sldMk cId="3122549547" sldId="312"/>
            <ac:inkMk id="10" creationId="{AA5BA26C-9639-734E-D63E-BFF3FEDB137B}"/>
          </ac:inkMkLst>
        </pc:inkChg>
        <pc:inkChg chg="add">
          <ac:chgData name="Min Wang" userId="40c509f2-6e44-41ac-be95-0b697891d3eb" providerId="ADAL" clId="{1E82F5CA-06CB-5569-B40B-7CFA0163A4AB}" dt="2026-08-23T20:13:34.372" v="845" actId="9405"/>
          <ac:inkMkLst>
            <pc:docMk/>
            <pc:sldMk cId="3122549547" sldId="312"/>
            <ac:inkMk id="11" creationId="{8E61D253-DD81-DD03-E391-9867EAAE9F52}"/>
          </ac:inkMkLst>
        </pc:inkChg>
        <pc:inkChg chg="add">
          <ac:chgData name="Min Wang" userId="40c509f2-6e44-41ac-be95-0b697891d3eb" providerId="ADAL" clId="{1E82F5CA-06CB-5569-B40B-7CFA0163A4AB}" dt="2026-08-23T20:13:57.772" v="846" actId="9405"/>
          <ac:inkMkLst>
            <pc:docMk/>
            <pc:sldMk cId="3122549547" sldId="312"/>
            <ac:inkMk id="12" creationId="{366320BB-48FE-0CCF-ED3C-01F53A18E4AC}"/>
          </ac:inkMkLst>
        </pc:inkChg>
        <pc:inkChg chg="add">
          <ac:chgData name="Min Wang" userId="40c509f2-6e44-41ac-be95-0b697891d3eb" providerId="ADAL" clId="{1E82F5CA-06CB-5569-B40B-7CFA0163A4AB}" dt="2026-08-23T20:14:06.693" v="847" actId="9405"/>
          <ac:inkMkLst>
            <pc:docMk/>
            <pc:sldMk cId="3122549547" sldId="312"/>
            <ac:inkMk id="13" creationId="{8B3FDB19-EE8D-7E6F-4518-7DB7DC7E98BC}"/>
          </ac:inkMkLst>
        </pc:inkChg>
        <pc:inkChg chg="add">
          <ac:chgData name="Min Wang" userId="40c509f2-6e44-41ac-be95-0b697891d3eb" providerId="ADAL" clId="{1E82F5CA-06CB-5569-B40B-7CFA0163A4AB}" dt="2026-08-23T20:14:19.896" v="848" actId="9405"/>
          <ac:inkMkLst>
            <pc:docMk/>
            <pc:sldMk cId="3122549547" sldId="312"/>
            <ac:inkMk id="14" creationId="{ABA3ABC9-BC2B-BE3A-D316-7C3722280563}"/>
          </ac:inkMkLst>
        </pc:inkChg>
      </pc:sldChg>
      <pc:sldChg chg="addSp modSp add mod">
        <pc:chgData name="Min Wang" userId="40c509f2-6e44-41ac-be95-0b697891d3eb" providerId="ADAL" clId="{1E82F5CA-06CB-5569-B40B-7CFA0163A4AB}" dt="2026-08-23T20:17:56.506" v="872" actId="1076"/>
        <pc:sldMkLst>
          <pc:docMk/>
          <pc:sldMk cId="1607324547" sldId="313"/>
        </pc:sldMkLst>
        <pc:spChg chg="add mod">
          <ac:chgData name="Min Wang" userId="40c509f2-6e44-41ac-be95-0b697891d3eb" providerId="ADAL" clId="{1E82F5CA-06CB-5569-B40B-7CFA0163A4AB}" dt="2026-08-23T20:17:49.089" v="869" actId="1076"/>
          <ac:spMkLst>
            <pc:docMk/>
            <pc:sldMk cId="1607324547" sldId="313"/>
            <ac:spMk id="12" creationId="{4F9B199A-60A9-E85E-B3F2-1DC3B776B9BE}"/>
          </ac:spMkLst>
        </pc:spChg>
        <pc:spChg chg="add mod">
          <ac:chgData name="Min Wang" userId="40c509f2-6e44-41ac-be95-0b697891d3eb" providerId="ADAL" clId="{1E82F5CA-06CB-5569-B40B-7CFA0163A4AB}" dt="2026-08-23T20:17:56.506" v="872" actId="1076"/>
          <ac:spMkLst>
            <pc:docMk/>
            <pc:sldMk cId="1607324547" sldId="313"/>
            <ac:spMk id="13" creationId="{68471979-2EBE-D3CB-41BB-4F077CA156E2}"/>
          </ac:spMkLst>
        </pc:spChg>
        <pc:picChg chg="add mod">
          <ac:chgData name="Min Wang" userId="40c509f2-6e44-41ac-be95-0b697891d3eb" providerId="ADAL" clId="{1E82F5CA-06CB-5569-B40B-7CFA0163A4AB}" dt="2026-08-23T20:15:11.574" v="852" actId="1076"/>
          <ac:picMkLst>
            <pc:docMk/>
            <pc:sldMk cId="1607324547" sldId="313"/>
            <ac:picMk id="2" creationId="{A59C3803-1B88-84FF-AF5D-977418A7B209}"/>
          </ac:picMkLst>
        </pc:picChg>
        <pc:picChg chg="add mod">
          <ac:chgData name="Min Wang" userId="40c509f2-6e44-41ac-be95-0b697891d3eb" providerId="ADAL" clId="{1E82F5CA-06CB-5569-B40B-7CFA0163A4AB}" dt="2026-08-23T20:15:08.336" v="851" actId="1076"/>
          <ac:picMkLst>
            <pc:docMk/>
            <pc:sldMk cId="1607324547" sldId="313"/>
            <ac:picMk id="3" creationId="{84275ECB-8F3A-1934-3491-D7BE497EC9E7}"/>
          </ac:picMkLst>
        </pc:picChg>
        <pc:picChg chg="add mod">
          <ac:chgData name="Min Wang" userId="40c509f2-6e44-41ac-be95-0b697891d3eb" providerId="ADAL" clId="{1E82F5CA-06CB-5569-B40B-7CFA0163A4AB}" dt="2026-08-23T20:15:44.227" v="854" actId="1076"/>
          <ac:picMkLst>
            <pc:docMk/>
            <pc:sldMk cId="1607324547" sldId="313"/>
            <ac:picMk id="4" creationId="{C7D53EC8-BC23-C1E5-7590-B3D7A66A086C}"/>
          </ac:picMkLst>
        </pc:picChg>
        <pc:picChg chg="add mod">
          <ac:chgData name="Min Wang" userId="40c509f2-6e44-41ac-be95-0b697891d3eb" providerId="ADAL" clId="{1E82F5CA-06CB-5569-B40B-7CFA0163A4AB}" dt="2026-08-23T20:15:56.111" v="856" actId="1076"/>
          <ac:picMkLst>
            <pc:docMk/>
            <pc:sldMk cId="1607324547" sldId="313"/>
            <ac:picMk id="5" creationId="{416EBED7-B040-B371-7C77-77C69A3C1025}"/>
          </ac:picMkLst>
        </pc:picChg>
        <pc:picChg chg="add mod">
          <ac:chgData name="Min Wang" userId="40c509f2-6e44-41ac-be95-0b697891d3eb" providerId="ADAL" clId="{1E82F5CA-06CB-5569-B40B-7CFA0163A4AB}" dt="2026-08-23T20:16:06.621" v="858" actId="1076"/>
          <ac:picMkLst>
            <pc:docMk/>
            <pc:sldMk cId="1607324547" sldId="313"/>
            <ac:picMk id="6" creationId="{30DA237A-DE62-A98E-63F1-073DCACEDD5C}"/>
          </ac:picMkLst>
        </pc:picChg>
        <pc:picChg chg="add mod">
          <ac:chgData name="Min Wang" userId="40c509f2-6e44-41ac-be95-0b697891d3eb" providerId="ADAL" clId="{1E82F5CA-06CB-5569-B40B-7CFA0163A4AB}" dt="2026-08-23T20:16:25.750" v="860" actId="1076"/>
          <ac:picMkLst>
            <pc:docMk/>
            <pc:sldMk cId="1607324547" sldId="313"/>
            <ac:picMk id="7" creationId="{34DE86AC-AEE8-1459-AC3D-C7E3EB4F8D2B}"/>
          </ac:picMkLst>
        </pc:picChg>
        <pc:picChg chg="add mod">
          <ac:chgData name="Min Wang" userId="40c509f2-6e44-41ac-be95-0b697891d3eb" providerId="ADAL" clId="{1E82F5CA-06CB-5569-B40B-7CFA0163A4AB}" dt="2026-08-23T20:17:02.824" v="863" actId="14100"/>
          <ac:picMkLst>
            <pc:docMk/>
            <pc:sldMk cId="1607324547" sldId="313"/>
            <ac:picMk id="8" creationId="{73EEAC52-F192-F6C5-2803-628CAA3EC71F}"/>
          </ac:picMkLst>
        </pc:picChg>
        <pc:inkChg chg="add">
          <ac:chgData name="Min Wang" userId="40c509f2-6e44-41ac-be95-0b697891d3eb" providerId="ADAL" clId="{1E82F5CA-06CB-5569-B40B-7CFA0163A4AB}" dt="2026-08-23T20:17:21.943" v="864" actId="9405"/>
          <ac:inkMkLst>
            <pc:docMk/>
            <pc:sldMk cId="1607324547" sldId="313"/>
            <ac:inkMk id="9" creationId="{12E86769-A53F-0DBD-2E24-717E95452AF4}"/>
          </ac:inkMkLst>
        </pc:inkChg>
        <pc:inkChg chg="add">
          <ac:chgData name="Min Wang" userId="40c509f2-6e44-41ac-be95-0b697891d3eb" providerId="ADAL" clId="{1E82F5CA-06CB-5569-B40B-7CFA0163A4AB}" dt="2026-08-23T20:17:32.166" v="865" actId="9405"/>
          <ac:inkMkLst>
            <pc:docMk/>
            <pc:sldMk cId="1607324547" sldId="313"/>
            <ac:inkMk id="10" creationId="{8A229697-B3FE-6060-22AF-499AD1729692}"/>
          </ac:inkMkLst>
        </pc:inkChg>
        <pc:inkChg chg="add">
          <ac:chgData name="Min Wang" userId="40c509f2-6e44-41ac-be95-0b697891d3eb" providerId="ADAL" clId="{1E82F5CA-06CB-5569-B40B-7CFA0163A4AB}" dt="2026-08-23T20:17:36.451" v="866" actId="9405"/>
          <ac:inkMkLst>
            <pc:docMk/>
            <pc:sldMk cId="1607324547" sldId="313"/>
            <ac:inkMk id="11" creationId="{ED411D02-A2D0-6D36-1B11-A6AB7C9B233D}"/>
          </ac:inkMkLst>
        </pc:inkChg>
      </pc:sldChg>
      <pc:sldChg chg="addSp modSp add mod modAnim">
        <pc:chgData name="Min Wang" userId="40c509f2-6e44-41ac-be95-0b697891d3eb" providerId="ADAL" clId="{1E82F5CA-06CB-5569-B40B-7CFA0163A4AB}" dt="2026-08-23T20:19:53.324" v="883"/>
        <pc:sldMkLst>
          <pc:docMk/>
          <pc:sldMk cId="336904915" sldId="314"/>
        </pc:sldMkLst>
        <pc:picChg chg="add mod">
          <ac:chgData name="Min Wang" userId="40c509f2-6e44-41ac-be95-0b697891d3eb" providerId="ADAL" clId="{1E82F5CA-06CB-5569-B40B-7CFA0163A4AB}" dt="2026-08-23T20:18:26.713" v="874" actId="1076"/>
          <ac:picMkLst>
            <pc:docMk/>
            <pc:sldMk cId="336904915" sldId="314"/>
            <ac:picMk id="2" creationId="{7BA01DA0-0F24-BF4E-3290-50181D21CD18}"/>
          </ac:picMkLst>
        </pc:picChg>
        <pc:picChg chg="add mod">
          <ac:chgData name="Min Wang" userId="40c509f2-6e44-41ac-be95-0b697891d3eb" providerId="ADAL" clId="{1E82F5CA-06CB-5569-B40B-7CFA0163A4AB}" dt="2026-08-23T20:18:53.762" v="876" actId="1076"/>
          <ac:picMkLst>
            <pc:docMk/>
            <pc:sldMk cId="336904915" sldId="314"/>
            <ac:picMk id="3" creationId="{168E5DEF-5C73-3948-1F14-BD32786D9DED}"/>
          </ac:picMkLst>
        </pc:picChg>
        <pc:picChg chg="add mod">
          <ac:chgData name="Min Wang" userId="40c509f2-6e44-41ac-be95-0b697891d3eb" providerId="ADAL" clId="{1E82F5CA-06CB-5569-B40B-7CFA0163A4AB}" dt="2026-08-23T20:19:06.682" v="878" actId="1076"/>
          <ac:picMkLst>
            <pc:docMk/>
            <pc:sldMk cId="336904915" sldId="314"/>
            <ac:picMk id="4" creationId="{9BF90018-15E6-3DA4-1DD9-A0E37BF292BA}"/>
          </ac:picMkLst>
        </pc:picChg>
        <pc:picChg chg="add mod">
          <ac:chgData name="Min Wang" userId="40c509f2-6e44-41ac-be95-0b697891d3eb" providerId="ADAL" clId="{1E82F5CA-06CB-5569-B40B-7CFA0163A4AB}" dt="2026-08-23T20:19:42.725" v="880" actId="1076"/>
          <ac:picMkLst>
            <pc:docMk/>
            <pc:sldMk cId="336904915" sldId="314"/>
            <ac:picMk id="5" creationId="{CBA4884E-DA96-307A-258D-94FD7389F40A}"/>
          </ac:picMkLst>
        </pc:picChg>
      </pc:sldChg>
      <pc:sldChg chg="addSp modSp add mod">
        <pc:chgData name="Min Wang" userId="40c509f2-6e44-41ac-be95-0b697891d3eb" providerId="ADAL" clId="{1E82F5CA-06CB-5569-B40B-7CFA0163A4AB}" dt="2026-08-23T20:21:35.449" v="897" actId="1076"/>
        <pc:sldMkLst>
          <pc:docMk/>
          <pc:sldMk cId="4277801599" sldId="315"/>
        </pc:sldMkLst>
        <pc:picChg chg="add mod">
          <ac:chgData name="Min Wang" userId="40c509f2-6e44-41ac-be95-0b697891d3eb" providerId="ADAL" clId="{1E82F5CA-06CB-5569-B40B-7CFA0163A4AB}" dt="2026-08-23T20:20:31.503" v="885" actId="1076"/>
          <ac:picMkLst>
            <pc:docMk/>
            <pc:sldMk cId="4277801599" sldId="315"/>
            <ac:picMk id="2" creationId="{B859AD94-6775-1CDE-8398-117B1CED7814}"/>
          </ac:picMkLst>
        </pc:picChg>
        <pc:picChg chg="add mod">
          <ac:chgData name="Min Wang" userId="40c509f2-6e44-41ac-be95-0b697891d3eb" providerId="ADAL" clId="{1E82F5CA-06CB-5569-B40B-7CFA0163A4AB}" dt="2026-08-23T20:20:40.657" v="887" actId="1076"/>
          <ac:picMkLst>
            <pc:docMk/>
            <pc:sldMk cId="4277801599" sldId="315"/>
            <ac:picMk id="3" creationId="{2B576E01-91A2-5396-F285-FE51E0EB4E8B}"/>
          </ac:picMkLst>
        </pc:picChg>
        <pc:picChg chg="add mod">
          <ac:chgData name="Min Wang" userId="40c509f2-6e44-41ac-be95-0b697891d3eb" providerId="ADAL" clId="{1E82F5CA-06CB-5569-B40B-7CFA0163A4AB}" dt="2026-08-23T20:21:02.249" v="890" actId="14100"/>
          <ac:picMkLst>
            <pc:docMk/>
            <pc:sldMk cId="4277801599" sldId="315"/>
            <ac:picMk id="4" creationId="{DF36D338-ABF1-D661-E324-DFF6A1388850}"/>
          </ac:picMkLst>
        </pc:picChg>
        <pc:picChg chg="add mod">
          <ac:chgData name="Min Wang" userId="40c509f2-6e44-41ac-be95-0b697891d3eb" providerId="ADAL" clId="{1E82F5CA-06CB-5569-B40B-7CFA0163A4AB}" dt="2026-08-23T20:21:11.680" v="892" actId="1076"/>
          <ac:picMkLst>
            <pc:docMk/>
            <pc:sldMk cId="4277801599" sldId="315"/>
            <ac:picMk id="5" creationId="{B94660CA-2091-B550-303A-A7E776DB8559}"/>
          </ac:picMkLst>
        </pc:picChg>
        <pc:picChg chg="add mod">
          <ac:chgData name="Min Wang" userId="40c509f2-6e44-41ac-be95-0b697891d3eb" providerId="ADAL" clId="{1E82F5CA-06CB-5569-B40B-7CFA0163A4AB}" dt="2026-08-23T20:21:26.661" v="895" actId="14100"/>
          <ac:picMkLst>
            <pc:docMk/>
            <pc:sldMk cId="4277801599" sldId="315"/>
            <ac:picMk id="6" creationId="{A50FFFDB-F767-EA76-5D6E-27E8886BD38B}"/>
          </ac:picMkLst>
        </pc:picChg>
        <pc:picChg chg="add mod">
          <ac:chgData name="Min Wang" userId="40c509f2-6e44-41ac-be95-0b697891d3eb" providerId="ADAL" clId="{1E82F5CA-06CB-5569-B40B-7CFA0163A4AB}" dt="2026-08-23T20:21:35.449" v="897" actId="1076"/>
          <ac:picMkLst>
            <pc:docMk/>
            <pc:sldMk cId="4277801599" sldId="315"/>
            <ac:picMk id="7" creationId="{7A176141-8F41-F21D-A0B7-708603AE04F4}"/>
          </ac:picMkLst>
        </pc:picChg>
      </pc:sldChg>
      <pc:sldChg chg="addSp modSp add mod">
        <pc:chgData name="Min Wang" userId="40c509f2-6e44-41ac-be95-0b697891d3eb" providerId="ADAL" clId="{1E82F5CA-06CB-5569-B40B-7CFA0163A4AB}" dt="2026-08-23T20:22:13.745" v="902" actId="1076"/>
        <pc:sldMkLst>
          <pc:docMk/>
          <pc:sldMk cId="3934468289" sldId="316"/>
        </pc:sldMkLst>
        <pc:picChg chg="add mod">
          <ac:chgData name="Min Wang" userId="40c509f2-6e44-41ac-be95-0b697891d3eb" providerId="ADAL" clId="{1E82F5CA-06CB-5569-B40B-7CFA0163A4AB}" dt="2026-08-23T20:22:03.194" v="900" actId="14100"/>
          <ac:picMkLst>
            <pc:docMk/>
            <pc:sldMk cId="3934468289" sldId="316"/>
            <ac:picMk id="2" creationId="{A7603389-3F52-312D-397B-E80295F075F0}"/>
          </ac:picMkLst>
        </pc:picChg>
        <pc:picChg chg="add mod">
          <ac:chgData name="Min Wang" userId="40c509f2-6e44-41ac-be95-0b697891d3eb" providerId="ADAL" clId="{1E82F5CA-06CB-5569-B40B-7CFA0163A4AB}" dt="2026-08-23T20:22:13.745" v="902" actId="1076"/>
          <ac:picMkLst>
            <pc:docMk/>
            <pc:sldMk cId="3934468289" sldId="316"/>
            <ac:picMk id="3" creationId="{BDCFB2E8-F2ED-A5FA-87B0-3FC220D530BD}"/>
          </ac:picMkLst>
        </pc:picChg>
      </pc:sldChg>
      <pc:sldChg chg="addSp modSp add mod modAnim">
        <pc:chgData name="Min Wang" userId="40c509f2-6e44-41ac-be95-0b697891d3eb" providerId="ADAL" clId="{1E82F5CA-06CB-5569-B40B-7CFA0163A4AB}" dt="2026-08-23T20:24:44.638" v="914" actId="9405"/>
        <pc:sldMkLst>
          <pc:docMk/>
          <pc:sldMk cId="3595205882" sldId="317"/>
        </pc:sldMkLst>
        <pc:spChg chg="add mod">
          <ac:chgData name="Min Wang" userId="40c509f2-6e44-41ac-be95-0b697891d3eb" providerId="ADAL" clId="{1E82F5CA-06CB-5569-B40B-7CFA0163A4AB}" dt="2026-08-23T20:22:55.251" v="906" actId="1076"/>
          <ac:spMkLst>
            <pc:docMk/>
            <pc:sldMk cId="3595205882" sldId="317"/>
            <ac:spMk id="3" creationId="{52142E0E-E7AE-1EDC-C6C0-3C843F0CF740}"/>
          </ac:spMkLst>
        </pc:spChg>
        <pc:picChg chg="add mod">
          <ac:chgData name="Min Wang" userId="40c509f2-6e44-41ac-be95-0b697891d3eb" providerId="ADAL" clId="{1E82F5CA-06CB-5569-B40B-7CFA0163A4AB}" dt="2026-08-23T20:23:20.609" v="908" actId="1076"/>
          <ac:picMkLst>
            <pc:docMk/>
            <pc:sldMk cId="3595205882" sldId="317"/>
            <ac:picMk id="4" creationId="{E0B9B03D-A610-C14C-615A-9C150B1A942E}"/>
          </ac:picMkLst>
        </pc:picChg>
        <pc:picChg chg="add mod">
          <ac:chgData name="Min Wang" userId="40c509f2-6e44-41ac-be95-0b697891d3eb" providerId="ADAL" clId="{1E82F5CA-06CB-5569-B40B-7CFA0163A4AB}" dt="2026-08-23T20:23:46.625" v="912" actId="1076"/>
          <ac:picMkLst>
            <pc:docMk/>
            <pc:sldMk cId="3595205882" sldId="317"/>
            <ac:picMk id="5" creationId="{A6598A6C-DD1E-6A3B-8FC3-37DD411B2A1C}"/>
          </ac:picMkLst>
        </pc:picChg>
        <pc:picChg chg="add mod">
          <ac:chgData name="Min Wang" userId="40c509f2-6e44-41ac-be95-0b697891d3eb" providerId="ADAL" clId="{1E82F5CA-06CB-5569-B40B-7CFA0163A4AB}" dt="2026-08-23T20:23:43.354" v="911" actId="1076"/>
          <ac:picMkLst>
            <pc:docMk/>
            <pc:sldMk cId="3595205882" sldId="317"/>
            <ac:picMk id="6" creationId="{EE3F2A62-9194-3F33-DAAE-72F141BCD987}"/>
          </ac:picMkLst>
        </pc:picChg>
        <pc:inkChg chg="add">
          <ac:chgData name="Min Wang" userId="40c509f2-6e44-41ac-be95-0b697891d3eb" providerId="ADAL" clId="{1E82F5CA-06CB-5569-B40B-7CFA0163A4AB}" dt="2026-08-23T20:24:44.638" v="914" actId="9405"/>
          <ac:inkMkLst>
            <pc:docMk/>
            <pc:sldMk cId="3595205882" sldId="317"/>
            <ac:inkMk id="7" creationId="{273CE893-C492-7853-ADCB-AD1A166D7DB0}"/>
          </ac:inkMkLst>
        </pc:inkChg>
      </pc:sldChg>
      <pc:sldChg chg="addSp delSp modSp add mod modAnim">
        <pc:chgData name="Min Wang" userId="40c509f2-6e44-41ac-be95-0b697891d3eb" providerId="ADAL" clId="{1E82F5CA-06CB-5569-B40B-7CFA0163A4AB}" dt="2026-08-23T20:49:08.835" v="1035"/>
        <pc:sldMkLst>
          <pc:docMk/>
          <pc:sldMk cId="1073559938" sldId="318"/>
        </pc:sldMkLst>
        <pc:spChg chg="add mod">
          <ac:chgData name="Min Wang" userId="40c509f2-6e44-41ac-be95-0b697891d3eb" providerId="ADAL" clId="{1E82F5CA-06CB-5569-B40B-7CFA0163A4AB}" dt="2026-08-23T20:43:00.486" v="918" actId="1076"/>
          <ac:spMkLst>
            <pc:docMk/>
            <pc:sldMk cId="1073559938" sldId="318"/>
            <ac:spMk id="3" creationId="{BE70FA8F-1196-3765-1892-C3F65881CE20}"/>
          </ac:spMkLst>
        </pc:spChg>
        <pc:spChg chg="add">
          <ac:chgData name="Min Wang" userId="40c509f2-6e44-41ac-be95-0b697891d3eb" providerId="ADAL" clId="{1E82F5CA-06CB-5569-B40B-7CFA0163A4AB}" dt="2026-08-23T20:46:50.464" v="995" actId="11529"/>
          <ac:spMkLst>
            <pc:docMk/>
            <pc:sldMk cId="1073559938" sldId="318"/>
            <ac:spMk id="15" creationId="{1BE0A6BF-75A9-6F46-D502-BF33B95A9C09}"/>
          </ac:spMkLst>
        </pc:spChg>
        <pc:spChg chg="add mod">
          <ac:chgData name="Min Wang" userId="40c509f2-6e44-41ac-be95-0b697891d3eb" providerId="ADAL" clId="{1E82F5CA-06CB-5569-B40B-7CFA0163A4AB}" dt="2026-08-23T20:49:04.290" v="1034" actId="255"/>
          <ac:spMkLst>
            <pc:docMk/>
            <pc:sldMk cId="1073559938" sldId="318"/>
            <ac:spMk id="18" creationId="{0EB9A4CD-DAEF-5971-0B51-1901374E1727}"/>
          </ac:spMkLst>
        </pc:spChg>
        <pc:grpChg chg="add mod">
          <ac:chgData name="Min Wang" userId="40c509f2-6e44-41ac-be95-0b697891d3eb" providerId="ADAL" clId="{1E82F5CA-06CB-5569-B40B-7CFA0163A4AB}" dt="2026-08-23T20:46:34.946" v="994" actId="164"/>
          <ac:grpSpMkLst>
            <pc:docMk/>
            <pc:sldMk cId="1073559938" sldId="318"/>
            <ac:grpSpMk id="11" creationId="{312A5645-3461-EB4B-816A-0736F4F2D69E}"/>
          </ac:grpSpMkLst>
        </pc:grpChg>
        <pc:grpChg chg="add mod">
          <ac:chgData name="Min Wang" userId="40c509f2-6e44-41ac-be95-0b697891d3eb" providerId="ADAL" clId="{1E82F5CA-06CB-5569-B40B-7CFA0163A4AB}" dt="2026-08-23T20:46:34.946" v="994" actId="164"/>
          <ac:grpSpMkLst>
            <pc:docMk/>
            <pc:sldMk cId="1073559938" sldId="318"/>
            <ac:grpSpMk id="14" creationId="{FD6F2FF4-2F3F-0030-A85D-F8C5F76842C2}"/>
          </ac:grpSpMkLst>
        </pc:grpChg>
        <pc:picChg chg="add mod">
          <ac:chgData name="Min Wang" userId="40c509f2-6e44-41ac-be95-0b697891d3eb" providerId="ADAL" clId="{1E82F5CA-06CB-5569-B40B-7CFA0163A4AB}" dt="2026-08-23T20:43:46.607" v="924" actId="1076"/>
          <ac:picMkLst>
            <pc:docMk/>
            <pc:sldMk cId="1073559938" sldId="318"/>
            <ac:picMk id="5" creationId="{FB0C50C7-4C0A-BED7-389F-39D7D98523E8}"/>
          </ac:picMkLst>
        </pc:picChg>
        <pc:picChg chg="add mod">
          <ac:chgData name="Min Wang" userId="40c509f2-6e44-41ac-be95-0b697891d3eb" providerId="ADAL" clId="{1E82F5CA-06CB-5569-B40B-7CFA0163A4AB}" dt="2026-08-23T20:45:58.883" v="991" actId="164"/>
          <ac:picMkLst>
            <pc:docMk/>
            <pc:sldMk cId="1073559938" sldId="318"/>
            <ac:picMk id="6" creationId="{C2E5FC99-BE10-3DF9-C36F-99100D6E5532}"/>
          </ac:picMkLst>
        </pc:picChg>
        <pc:picChg chg="add mod">
          <ac:chgData name="Min Wang" userId="40c509f2-6e44-41ac-be95-0b697891d3eb" providerId="ADAL" clId="{1E82F5CA-06CB-5569-B40B-7CFA0163A4AB}" dt="2026-08-23T20:45:58.883" v="991" actId="164"/>
          <ac:picMkLst>
            <pc:docMk/>
            <pc:sldMk cId="1073559938" sldId="318"/>
            <ac:picMk id="7" creationId="{F60B2582-F157-DB7D-0DB5-1EF4354D562A}"/>
          </ac:picMkLst>
        </pc:picChg>
        <pc:picChg chg="add mod">
          <ac:chgData name="Min Wang" userId="40c509f2-6e44-41ac-be95-0b697891d3eb" providerId="ADAL" clId="{1E82F5CA-06CB-5569-B40B-7CFA0163A4AB}" dt="2026-08-23T20:45:58.883" v="991" actId="164"/>
          <ac:picMkLst>
            <pc:docMk/>
            <pc:sldMk cId="1073559938" sldId="318"/>
            <ac:picMk id="8" creationId="{29334228-9303-F9AB-198B-EAB8592A457A}"/>
          </ac:picMkLst>
        </pc:picChg>
        <pc:picChg chg="add mod">
          <ac:chgData name="Min Wang" userId="40c509f2-6e44-41ac-be95-0b697891d3eb" providerId="ADAL" clId="{1E82F5CA-06CB-5569-B40B-7CFA0163A4AB}" dt="2026-08-23T20:45:58.883" v="991" actId="164"/>
          <ac:picMkLst>
            <pc:docMk/>
            <pc:sldMk cId="1073559938" sldId="318"/>
            <ac:picMk id="9" creationId="{748A0800-AC40-1A2E-5F5E-361375F195B9}"/>
          </ac:picMkLst>
        </pc:picChg>
        <pc:picChg chg="add mod">
          <ac:chgData name="Min Wang" userId="40c509f2-6e44-41ac-be95-0b697891d3eb" providerId="ADAL" clId="{1E82F5CA-06CB-5569-B40B-7CFA0163A4AB}" dt="2026-08-23T20:45:58.883" v="991" actId="164"/>
          <ac:picMkLst>
            <pc:docMk/>
            <pc:sldMk cId="1073559938" sldId="318"/>
            <ac:picMk id="10" creationId="{44EBC0D3-018B-09AB-CE3F-898A8596AB33}"/>
          </ac:picMkLst>
        </pc:picChg>
        <pc:inkChg chg="add mod">
          <ac:chgData name="Min Wang" userId="40c509f2-6e44-41ac-be95-0b697891d3eb" providerId="ADAL" clId="{1E82F5CA-06CB-5569-B40B-7CFA0163A4AB}" dt="2026-08-23T20:46:34.946" v="994" actId="164"/>
          <ac:inkMkLst>
            <pc:docMk/>
            <pc:sldMk cId="1073559938" sldId="318"/>
            <ac:inkMk id="12" creationId="{E9A6AB0A-E8A8-30C6-42A1-689114108D1A}"/>
          </ac:inkMkLst>
        </pc:inkChg>
        <pc:inkChg chg="add mod">
          <ac:chgData name="Min Wang" userId="40c509f2-6e44-41ac-be95-0b697891d3eb" providerId="ADAL" clId="{1E82F5CA-06CB-5569-B40B-7CFA0163A4AB}" dt="2026-08-23T20:46:34.946" v="994" actId="164"/>
          <ac:inkMkLst>
            <pc:docMk/>
            <pc:sldMk cId="1073559938" sldId="318"/>
            <ac:inkMk id="13" creationId="{C1BD0A92-71EE-F139-B0CB-A8BBFD4A82FE}"/>
          </ac:inkMkLst>
        </pc:inkChg>
      </pc:sldChg>
      <pc:sldChg chg="addSp modSp add mod modAnim">
        <pc:chgData name="Min Wang" userId="40c509f2-6e44-41ac-be95-0b697891d3eb" providerId="ADAL" clId="{1E82F5CA-06CB-5569-B40B-7CFA0163A4AB}" dt="2026-08-23T20:50:21.380" v="1044"/>
        <pc:sldMkLst>
          <pc:docMk/>
          <pc:sldMk cId="1219657220" sldId="319"/>
        </pc:sldMkLst>
        <pc:picChg chg="add mod">
          <ac:chgData name="Min Wang" userId="40c509f2-6e44-41ac-be95-0b697891d3eb" providerId="ADAL" clId="{1E82F5CA-06CB-5569-B40B-7CFA0163A4AB}" dt="2026-08-23T20:49:29.391" v="1037" actId="1076"/>
          <ac:picMkLst>
            <pc:docMk/>
            <pc:sldMk cId="1219657220" sldId="319"/>
            <ac:picMk id="2" creationId="{5D3E1101-C874-E7F1-7891-42BB200AE14F}"/>
          </ac:picMkLst>
        </pc:picChg>
        <pc:picChg chg="add mod">
          <ac:chgData name="Min Wang" userId="40c509f2-6e44-41ac-be95-0b697891d3eb" providerId="ADAL" clId="{1E82F5CA-06CB-5569-B40B-7CFA0163A4AB}" dt="2026-08-23T20:49:39.309" v="1039" actId="1076"/>
          <ac:picMkLst>
            <pc:docMk/>
            <pc:sldMk cId="1219657220" sldId="319"/>
            <ac:picMk id="3" creationId="{18343697-5B59-6387-04A5-82C4BEA3D9C1}"/>
          </ac:picMkLst>
        </pc:picChg>
        <pc:picChg chg="add mod">
          <ac:chgData name="Min Wang" userId="40c509f2-6e44-41ac-be95-0b697891d3eb" providerId="ADAL" clId="{1E82F5CA-06CB-5569-B40B-7CFA0163A4AB}" dt="2026-08-23T20:50:17.909" v="1043" actId="1076"/>
          <ac:picMkLst>
            <pc:docMk/>
            <pc:sldMk cId="1219657220" sldId="319"/>
            <ac:picMk id="6" creationId="{4BB495F2-6EDA-4A0F-FF13-31911790383F}"/>
          </ac:picMkLst>
        </pc:picChg>
        <pc:inkChg chg="add">
          <ac:chgData name="Min Wang" userId="40c509f2-6e44-41ac-be95-0b697891d3eb" providerId="ADAL" clId="{1E82F5CA-06CB-5569-B40B-7CFA0163A4AB}" dt="2026-08-23T20:49:54.201" v="1040" actId="9405"/>
          <ac:inkMkLst>
            <pc:docMk/>
            <pc:sldMk cId="1219657220" sldId="319"/>
            <ac:inkMk id="4" creationId="{0FBB6875-A73B-2587-FC21-B0255579D981}"/>
          </ac:inkMkLst>
        </pc:inkChg>
        <pc:inkChg chg="add">
          <ac:chgData name="Min Wang" userId="40c509f2-6e44-41ac-be95-0b697891d3eb" providerId="ADAL" clId="{1E82F5CA-06CB-5569-B40B-7CFA0163A4AB}" dt="2026-08-23T20:50:00.109" v="1041" actId="9405"/>
          <ac:inkMkLst>
            <pc:docMk/>
            <pc:sldMk cId="1219657220" sldId="319"/>
            <ac:inkMk id="5" creationId="{42307B0C-1960-3457-4A34-DFEE428BFAB7}"/>
          </ac:inkMkLst>
        </pc:inkChg>
      </pc:sldChg>
      <pc:sldChg chg="addSp modSp add mod modAnim">
        <pc:chgData name="Min Wang" userId="40c509f2-6e44-41ac-be95-0b697891d3eb" providerId="ADAL" clId="{1E82F5CA-06CB-5569-B40B-7CFA0163A4AB}" dt="2026-08-23T20:53:32.784" v="1095"/>
        <pc:sldMkLst>
          <pc:docMk/>
          <pc:sldMk cId="1004969257" sldId="320"/>
        </pc:sldMkLst>
        <pc:spChg chg="add mod">
          <ac:chgData name="Min Wang" userId="40c509f2-6e44-41ac-be95-0b697891d3eb" providerId="ADAL" clId="{1E82F5CA-06CB-5569-B40B-7CFA0163A4AB}" dt="2026-08-23T20:51:58.837" v="1057" actId="123"/>
          <ac:spMkLst>
            <pc:docMk/>
            <pc:sldMk cId="1004969257" sldId="320"/>
            <ac:spMk id="4" creationId="{E63820BC-73DD-2C58-1132-33327F44EEAC}"/>
          </ac:spMkLst>
        </pc:spChg>
        <pc:spChg chg="add mod">
          <ac:chgData name="Min Wang" userId="40c509f2-6e44-41ac-be95-0b697891d3eb" providerId="ADAL" clId="{1E82F5CA-06CB-5569-B40B-7CFA0163A4AB}" dt="2026-08-23T20:53:30.939" v="1094" actId="1076"/>
          <ac:spMkLst>
            <pc:docMk/>
            <pc:sldMk cId="1004969257" sldId="320"/>
            <ac:spMk id="8" creationId="{EFF1F070-71B5-789B-F373-4F8F38943597}"/>
          </ac:spMkLst>
        </pc:spChg>
        <pc:picChg chg="add mod">
          <ac:chgData name="Min Wang" userId="40c509f2-6e44-41ac-be95-0b697891d3eb" providerId="ADAL" clId="{1E82F5CA-06CB-5569-B40B-7CFA0163A4AB}" dt="2026-08-23T20:51:14.934" v="1046" actId="1076"/>
          <ac:picMkLst>
            <pc:docMk/>
            <pc:sldMk cId="1004969257" sldId="320"/>
            <ac:picMk id="2" creationId="{0063C3AC-15B9-71DB-06CB-FEDEB6566DD1}"/>
          </ac:picMkLst>
        </pc:picChg>
        <pc:picChg chg="add mod">
          <ac:chgData name="Min Wang" userId="40c509f2-6e44-41ac-be95-0b697891d3eb" providerId="ADAL" clId="{1E82F5CA-06CB-5569-B40B-7CFA0163A4AB}" dt="2026-08-23T20:52:11.668" v="1059" actId="1076"/>
          <ac:picMkLst>
            <pc:docMk/>
            <pc:sldMk cId="1004969257" sldId="320"/>
            <ac:picMk id="5" creationId="{EDA59475-2A79-32D7-D23D-80757E677591}"/>
          </ac:picMkLst>
        </pc:picChg>
        <pc:picChg chg="add mod">
          <ac:chgData name="Min Wang" userId="40c509f2-6e44-41ac-be95-0b697891d3eb" providerId="ADAL" clId="{1E82F5CA-06CB-5569-B40B-7CFA0163A4AB}" dt="2026-08-23T20:52:33.621" v="1063" actId="1076"/>
          <ac:picMkLst>
            <pc:docMk/>
            <pc:sldMk cId="1004969257" sldId="320"/>
            <ac:picMk id="6" creationId="{29116941-4ECD-45E8-63F0-3CBDF7FA211B}"/>
          </ac:picMkLst>
        </pc:picChg>
        <pc:picChg chg="add mod">
          <ac:chgData name="Min Wang" userId="40c509f2-6e44-41ac-be95-0b697891d3eb" providerId="ADAL" clId="{1E82F5CA-06CB-5569-B40B-7CFA0163A4AB}" dt="2026-08-23T20:52:53.896" v="1065" actId="1076"/>
          <ac:picMkLst>
            <pc:docMk/>
            <pc:sldMk cId="1004969257" sldId="320"/>
            <ac:picMk id="7" creationId="{6F06CF3F-275D-A093-1BA4-5F136C0E091C}"/>
          </ac:picMkLst>
        </pc:picChg>
      </pc:sldChg>
      <pc:sldChg chg="addSp modSp add mod">
        <pc:chgData name="Min Wang" userId="40c509f2-6e44-41ac-be95-0b697891d3eb" providerId="ADAL" clId="{1E82F5CA-06CB-5569-B40B-7CFA0163A4AB}" dt="2026-08-23T20:54:58.027" v="1102" actId="1076"/>
        <pc:sldMkLst>
          <pc:docMk/>
          <pc:sldMk cId="2354844511" sldId="321"/>
        </pc:sldMkLst>
        <pc:spChg chg="add mod">
          <ac:chgData name="Min Wang" userId="40c509f2-6e44-41ac-be95-0b697891d3eb" providerId="ADAL" clId="{1E82F5CA-06CB-5569-B40B-7CFA0163A4AB}" dt="2026-08-23T20:54:41.543" v="1098" actId="1076"/>
          <ac:spMkLst>
            <pc:docMk/>
            <pc:sldMk cId="2354844511" sldId="321"/>
            <ac:spMk id="3" creationId="{9DE55CF4-3ADA-40A3-908C-8B12D0D4B8DA}"/>
          </ac:spMkLst>
        </pc:spChg>
        <pc:picChg chg="add mod">
          <ac:chgData name="Min Wang" userId="40c509f2-6e44-41ac-be95-0b697891d3eb" providerId="ADAL" clId="{1E82F5CA-06CB-5569-B40B-7CFA0163A4AB}" dt="2026-08-23T20:54:58.027" v="1102" actId="1076"/>
          <ac:picMkLst>
            <pc:docMk/>
            <pc:sldMk cId="2354844511" sldId="321"/>
            <ac:picMk id="4" creationId="{18785468-F541-67F1-17FD-FFFB027A53A3}"/>
          </ac:picMkLst>
        </pc:picChg>
      </pc:sldChg>
      <pc:sldChg chg="addSp modSp add mod ord">
        <pc:chgData name="Min Wang" userId="40c509f2-6e44-41ac-be95-0b697891d3eb" providerId="ADAL" clId="{1E82F5CA-06CB-5569-B40B-7CFA0163A4AB}" dt="2026-08-23T20:58:33.504" v="1117" actId="20578"/>
        <pc:sldMkLst>
          <pc:docMk/>
          <pc:sldMk cId="3790483184" sldId="322"/>
        </pc:sldMkLst>
        <pc:picChg chg="add mod">
          <ac:chgData name="Min Wang" userId="40c509f2-6e44-41ac-be95-0b697891d3eb" providerId="ADAL" clId="{1E82F5CA-06CB-5569-B40B-7CFA0163A4AB}" dt="2026-08-23T20:56:45.432" v="1105" actId="14100"/>
          <ac:picMkLst>
            <pc:docMk/>
            <pc:sldMk cId="3790483184" sldId="322"/>
            <ac:picMk id="2" creationId="{134878FC-66CD-E828-610C-C2312DBED987}"/>
          </ac:picMkLst>
        </pc:picChg>
        <pc:picChg chg="add mod">
          <ac:chgData name="Min Wang" userId="40c509f2-6e44-41ac-be95-0b697891d3eb" providerId="ADAL" clId="{1E82F5CA-06CB-5569-B40B-7CFA0163A4AB}" dt="2026-08-23T20:57:34.414" v="1111" actId="1076"/>
          <ac:picMkLst>
            <pc:docMk/>
            <pc:sldMk cId="3790483184" sldId="322"/>
            <ac:picMk id="3" creationId="{DCF161C9-3259-2712-637A-F7B2E347E533}"/>
          </ac:picMkLst>
        </pc:picChg>
        <pc:picChg chg="add mod">
          <ac:chgData name="Min Wang" userId="40c509f2-6e44-41ac-be95-0b697891d3eb" providerId="ADAL" clId="{1E82F5CA-06CB-5569-B40B-7CFA0163A4AB}" dt="2026-08-23T20:57:37.373" v="1112" actId="1076"/>
          <ac:picMkLst>
            <pc:docMk/>
            <pc:sldMk cId="3790483184" sldId="322"/>
            <ac:picMk id="4" creationId="{28794A15-B241-9083-21AA-9FD50A4F4466}"/>
          </ac:picMkLst>
        </pc:picChg>
        <pc:picChg chg="add mod">
          <ac:chgData name="Min Wang" userId="40c509f2-6e44-41ac-be95-0b697891d3eb" providerId="ADAL" clId="{1E82F5CA-06CB-5569-B40B-7CFA0163A4AB}" dt="2026-08-23T20:57:52.998" v="1114" actId="1076"/>
          <ac:picMkLst>
            <pc:docMk/>
            <pc:sldMk cId="3790483184" sldId="322"/>
            <ac:picMk id="5" creationId="{1906FF09-9A03-E39F-5650-0B31B90AF4DB}"/>
          </ac:picMkLst>
        </pc:picChg>
        <pc:inkChg chg="add">
          <ac:chgData name="Min Wang" userId="40c509f2-6e44-41ac-be95-0b697891d3eb" providerId="ADAL" clId="{1E82F5CA-06CB-5569-B40B-7CFA0163A4AB}" dt="2026-08-23T20:58:00.711" v="1115" actId="9405"/>
          <ac:inkMkLst>
            <pc:docMk/>
            <pc:sldMk cId="3790483184" sldId="322"/>
            <ac:inkMk id="6" creationId="{FD369918-9675-6B5C-810A-5CD6F3048A0D}"/>
          </ac:inkMkLst>
        </pc:inkChg>
        <pc:inkChg chg="add">
          <ac:chgData name="Min Wang" userId="40c509f2-6e44-41ac-be95-0b697891d3eb" providerId="ADAL" clId="{1E82F5CA-06CB-5569-B40B-7CFA0163A4AB}" dt="2026-08-23T20:58:03.352" v="1116" actId="9405"/>
          <ac:inkMkLst>
            <pc:docMk/>
            <pc:sldMk cId="3790483184" sldId="322"/>
            <ac:inkMk id="7" creationId="{B248DF11-6A01-2F26-E436-F6AD9D7A6307}"/>
          </ac:inkMkLst>
        </pc:inkChg>
      </pc:sldChg>
      <pc:sldChg chg="addSp modSp add mod modAnim">
        <pc:chgData name="Min Wang" userId="40c509f2-6e44-41ac-be95-0b697891d3eb" providerId="ADAL" clId="{1E82F5CA-06CB-5569-B40B-7CFA0163A4AB}" dt="2026-08-31T13:54:59.403" v="1130"/>
        <pc:sldMkLst>
          <pc:docMk/>
          <pc:sldMk cId="2515535923" sldId="323"/>
        </pc:sldMkLst>
        <pc:picChg chg="add mod">
          <ac:chgData name="Min Wang" userId="40c509f2-6e44-41ac-be95-0b697891d3eb" providerId="ADAL" clId="{1E82F5CA-06CB-5569-B40B-7CFA0163A4AB}" dt="2026-08-31T13:53:31.954" v="1120" actId="1076"/>
          <ac:picMkLst>
            <pc:docMk/>
            <pc:sldMk cId="2515535923" sldId="323"/>
            <ac:picMk id="2" creationId="{DB0697C4-632C-71A4-9F1D-81DCEB29EB70}"/>
          </ac:picMkLst>
        </pc:picChg>
        <pc:picChg chg="add mod">
          <ac:chgData name="Min Wang" userId="40c509f2-6e44-41ac-be95-0b697891d3eb" providerId="ADAL" clId="{1E82F5CA-06CB-5569-B40B-7CFA0163A4AB}" dt="2026-08-31T13:54:39.237" v="1126" actId="1076"/>
          <ac:picMkLst>
            <pc:docMk/>
            <pc:sldMk cId="2515535923" sldId="323"/>
            <ac:picMk id="3" creationId="{504E4693-BF72-EEC2-79FC-11D019A4D451}"/>
          </ac:picMkLst>
        </pc:picChg>
        <pc:picChg chg="add mod">
          <ac:chgData name="Min Wang" userId="40c509f2-6e44-41ac-be95-0b697891d3eb" providerId="ADAL" clId="{1E82F5CA-06CB-5569-B40B-7CFA0163A4AB}" dt="2026-08-31T13:54:41.682" v="1127" actId="1076"/>
          <ac:picMkLst>
            <pc:docMk/>
            <pc:sldMk cId="2515535923" sldId="323"/>
            <ac:picMk id="6" creationId="{9CE47F77-7CE0-DDC6-8660-B3C125F73E21}"/>
          </ac:picMkLst>
        </pc:picChg>
        <pc:picChg chg="add mod">
          <ac:chgData name="Min Wang" userId="40c509f2-6e44-41ac-be95-0b697891d3eb" providerId="ADAL" clId="{1E82F5CA-06CB-5569-B40B-7CFA0163A4AB}" dt="2026-08-31T13:54:52.805" v="1129" actId="1076"/>
          <ac:picMkLst>
            <pc:docMk/>
            <pc:sldMk cId="2515535923" sldId="323"/>
            <ac:picMk id="7" creationId="{7218401E-BCF4-3436-2065-F9FB12F8C1B2}"/>
          </ac:picMkLst>
        </pc:picChg>
        <pc:inkChg chg="add">
          <ac:chgData name="Min Wang" userId="40c509f2-6e44-41ac-be95-0b697891d3eb" providerId="ADAL" clId="{1E82F5CA-06CB-5569-B40B-7CFA0163A4AB}" dt="2026-08-31T13:53:59.503" v="1122" actId="9405"/>
          <ac:inkMkLst>
            <pc:docMk/>
            <pc:sldMk cId="2515535923" sldId="323"/>
            <ac:inkMk id="4" creationId="{CAC5BD8B-10EA-FC12-4149-B69109E686D3}"/>
          </ac:inkMkLst>
        </pc:inkChg>
        <pc:inkChg chg="add">
          <ac:chgData name="Min Wang" userId="40c509f2-6e44-41ac-be95-0b697891d3eb" providerId="ADAL" clId="{1E82F5CA-06CB-5569-B40B-7CFA0163A4AB}" dt="2026-08-31T13:54:09.395" v="1123" actId="9405"/>
          <ac:inkMkLst>
            <pc:docMk/>
            <pc:sldMk cId="2515535923" sldId="323"/>
            <ac:inkMk id="5" creationId="{FBC259CB-FD03-552E-B903-2E704E1D37CF}"/>
          </ac:inkMkLst>
        </pc:inkChg>
      </pc:sldChg>
      <pc:sldChg chg="addSp modSp add mod modAnim">
        <pc:chgData name="Min Wang" userId="40c509f2-6e44-41ac-be95-0b697891d3eb" providerId="ADAL" clId="{1E82F5CA-06CB-5569-B40B-7CFA0163A4AB}" dt="2026-08-31T13:59:24.864" v="1158"/>
        <pc:sldMkLst>
          <pc:docMk/>
          <pc:sldMk cId="546914569" sldId="324"/>
        </pc:sldMkLst>
        <pc:spChg chg="add mod">
          <ac:chgData name="Min Wang" userId="40c509f2-6e44-41ac-be95-0b697891d3eb" providerId="ADAL" clId="{1E82F5CA-06CB-5569-B40B-7CFA0163A4AB}" dt="2026-08-31T13:56:08.670" v="1138" actId="1076"/>
          <ac:spMkLst>
            <pc:docMk/>
            <pc:sldMk cId="546914569" sldId="324"/>
            <ac:spMk id="4" creationId="{46D149C2-CFA4-FD11-255E-AF5FD8DBC5F4}"/>
          </ac:spMkLst>
        </pc:spChg>
        <pc:spChg chg="add mod">
          <ac:chgData name="Min Wang" userId="40c509f2-6e44-41ac-be95-0b697891d3eb" providerId="ADAL" clId="{1E82F5CA-06CB-5569-B40B-7CFA0163A4AB}" dt="2026-08-31T13:57:13.901" v="1147" actId="14100"/>
          <ac:spMkLst>
            <pc:docMk/>
            <pc:sldMk cId="546914569" sldId="324"/>
            <ac:spMk id="6" creationId="{827D1659-32C3-4EFE-34E3-90FBB990A481}"/>
          </ac:spMkLst>
        </pc:spChg>
        <pc:spChg chg="add mod">
          <ac:chgData name="Min Wang" userId="40c509f2-6e44-41ac-be95-0b697891d3eb" providerId="ADAL" clId="{1E82F5CA-06CB-5569-B40B-7CFA0163A4AB}" dt="2026-08-31T13:57:38.857" v="1152" actId="1076"/>
          <ac:spMkLst>
            <pc:docMk/>
            <pc:sldMk cId="546914569" sldId="324"/>
            <ac:spMk id="8" creationId="{006D92D9-666A-247F-1BF8-615DC49D485F}"/>
          </ac:spMkLst>
        </pc:spChg>
        <pc:picChg chg="add mod">
          <ac:chgData name="Min Wang" userId="40c509f2-6e44-41ac-be95-0b697891d3eb" providerId="ADAL" clId="{1E82F5CA-06CB-5569-B40B-7CFA0163A4AB}" dt="2026-08-31T13:55:42.057" v="1133" actId="1076"/>
          <ac:picMkLst>
            <pc:docMk/>
            <pc:sldMk cId="546914569" sldId="324"/>
            <ac:picMk id="2" creationId="{9101CFC5-FC99-DBE6-E3FD-8D6A443C9EC4}"/>
          </ac:picMkLst>
        </pc:picChg>
        <pc:picChg chg="add mod">
          <ac:chgData name="Min Wang" userId="40c509f2-6e44-41ac-be95-0b697891d3eb" providerId="ADAL" clId="{1E82F5CA-06CB-5569-B40B-7CFA0163A4AB}" dt="2026-08-31T13:57:25.086" v="1149" actId="1076"/>
          <ac:picMkLst>
            <pc:docMk/>
            <pc:sldMk cId="546914569" sldId="324"/>
            <ac:picMk id="7" creationId="{B2CE5FF8-BA13-026F-8BE3-7ABDE84123DD}"/>
          </ac:picMkLst>
        </pc:picChg>
        <pc:picChg chg="add mod">
          <ac:chgData name="Min Wang" userId="40c509f2-6e44-41ac-be95-0b697891d3eb" providerId="ADAL" clId="{1E82F5CA-06CB-5569-B40B-7CFA0163A4AB}" dt="2026-08-31T13:59:12.818" v="1157" actId="1076"/>
          <ac:picMkLst>
            <pc:docMk/>
            <pc:sldMk cId="546914569" sldId="324"/>
            <ac:picMk id="12" creationId="{CDF7BBA2-7957-F7D9-502E-11AC21A4A134}"/>
          </ac:picMkLst>
        </pc:picChg>
        <pc:inkChg chg="add">
          <ac:chgData name="Min Wang" userId="40c509f2-6e44-41ac-be95-0b697891d3eb" providerId="ADAL" clId="{1E82F5CA-06CB-5569-B40B-7CFA0163A4AB}" dt="2026-08-31T13:57:47.016" v="1153" actId="9405"/>
          <ac:inkMkLst>
            <pc:docMk/>
            <pc:sldMk cId="546914569" sldId="324"/>
            <ac:inkMk id="9" creationId="{28FD6061-4938-8EF5-3571-63DB60BB3617}"/>
          </ac:inkMkLst>
        </pc:inkChg>
        <pc:inkChg chg="add">
          <ac:chgData name="Min Wang" userId="40c509f2-6e44-41ac-be95-0b697891d3eb" providerId="ADAL" clId="{1E82F5CA-06CB-5569-B40B-7CFA0163A4AB}" dt="2026-08-31T13:57:47.205" v="1154" actId="9405"/>
          <ac:inkMkLst>
            <pc:docMk/>
            <pc:sldMk cId="546914569" sldId="324"/>
            <ac:inkMk id="10" creationId="{50586F32-71C9-5A7C-74D7-8ABE155A1DCB}"/>
          </ac:inkMkLst>
        </pc:inkChg>
        <pc:inkChg chg="add">
          <ac:chgData name="Min Wang" userId="40c509f2-6e44-41ac-be95-0b697891d3eb" providerId="ADAL" clId="{1E82F5CA-06CB-5569-B40B-7CFA0163A4AB}" dt="2026-08-31T13:57:48.065" v="1155" actId="9405"/>
          <ac:inkMkLst>
            <pc:docMk/>
            <pc:sldMk cId="546914569" sldId="324"/>
            <ac:inkMk id="11" creationId="{023BA775-EB40-CD85-2849-AD1D55C525B6}"/>
          </ac:inkMkLst>
        </pc:inkChg>
      </pc:sldChg>
      <pc:sldChg chg="addSp modSp add mod">
        <pc:chgData name="Min Wang" userId="40c509f2-6e44-41ac-be95-0b697891d3eb" providerId="ADAL" clId="{1E82F5CA-06CB-5569-B40B-7CFA0163A4AB}" dt="2026-08-31T14:05:46.432" v="1162" actId="1076"/>
        <pc:sldMkLst>
          <pc:docMk/>
          <pc:sldMk cId="1670624368" sldId="325"/>
        </pc:sldMkLst>
        <pc:picChg chg="add mod">
          <ac:chgData name="Min Wang" userId="40c509f2-6e44-41ac-be95-0b697891d3eb" providerId="ADAL" clId="{1E82F5CA-06CB-5569-B40B-7CFA0163A4AB}" dt="2026-08-31T14:05:32.898" v="1160" actId="1076"/>
          <ac:picMkLst>
            <pc:docMk/>
            <pc:sldMk cId="1670624368" sldId="325"/>
            <ac:picMk id="2" creationId="{DA0F54EF-228F-08B8-C1DA-5D363B54847D}"/>
          </ac:picMkLst>
        </pc:picChg>
        <pc:picChg chg="add mod">
          <ac:chgData name="Min Wang" userId="40c509f2-6e44-41ac-be95-0b697891d3eb" providerId="ADAL" clId="{1E82F5CA-06CB-5569-B40B-7CFA0163A4AB}" dt="2026-08-31T14:05:46.432" v="1162" actId="1076"/>
          <ac:picMkLst>
            <pc:docMk/>
            <pc:sldMk cId="1670624368" sldId="325"/>
            <ac:picMk id="3" creationId="{55A3E059-37FC-C6B8-F6DF-83495354077E}"/>
          </ac:picMkLst>
        </pc:picChg>
      </pc:sldChg>
      <pc:sldChg chg="addSp modSp add mod">
        <pc:chgData name="Min Wang" userId="40c509f2-6e44-41ac-be95-0b697891d3eb" providerId="ADAL" clId="{1E82F5CA-06CB-5569-B40B-7CFA0163A4AB}" dt="2026-08-31T14:06:29.236" v="1165" actId="14100"/>
        <pc:sldMkLst>
          <pc:docMk/>
          <pc:sldMk cId="988826137" sldId="326"/>
        </pc:sldMkLst>
        <pc:picChg chg="add mod">
          <ac:chgData name="Min Wang" userId="40c509f2-6e44-41ac-be95-0b697891d3eb" providerId="ADAL" clId="{1E82F5CA-06CB-5569-B40B-7CFA0163A4AB}" dt="2026-08-31T14:06:29.236" v="1165" actId="14100"/>
          <ac:picMkLst>
            <pc:docMk/>
            <pc:sldMk cId="988826137" sldId="326"/>
            <ac:picMk id="2" creationId="{5F699314-C340-C98D-1A63-5E4EC833C135}"/>
          </ac:picMkLst>
        </pc:picChg>
      </pc:sldChg>
      <pc:sldChg chg="addSp modSp add mod modAnim">
        <pc:chgData name="Min Wang" userId="40c509f2-6e44-41ac-be95-0b697891d3eb" providerId="ADAL" clId="{1E82F5CA-06CB-5569-B40B-7CFA0163A4AB}" dt="2026-08-31T14:09:16.556" v="1190" actId="1076"/>
        <pc:sldMkLst>
          <pc:docMk/>
          <pc:sldMk cId="3661159635" sldId="327"/>
        </pc:sldMkLst>
        <pc:spChg chg="add mod">
          <ac:chgData name="Min Wang" userId="40c509f2-6e44-41ac-be95-0b697891d3eb" providerId="ADAL" clId="{1E82F5CA-06CB-5569-B40B-7CFA0163A4AB}" dt="2026-08-31T14:08:50.431" v="1185" actId="1076"/>
          <ac:spMkLst>
            <pc:docMk/>
            <pc:sldMk cId="3661159635" sldId="327"/>
            <ac:spMk id="6" creationId="{4842F351-EB93-4274-1359-E29D5895B380}"/>
          </ac:spMkLst>
        </pc:spChg>
        <pc:picChg chg="add mod">
          <ac:chgData name="Min Wang" userId="40c509f2-6e44-41ac-be95-0b697891d3eb" providerId="ADAL" clId="{1E82F5CA-06CB-5569-B40B-7CFA0163A4AB}" dt="2026-08-31T14:08:54.854" v="1186" actId="1076"/>
          <ac:picMkLst>
            <pc:docMk/>
            <pc:sldMk cId="3661159635" sldId="327"/>
            <ac:picMk id="2" creationId="{EB088514-95EA-4CE5-1A4B-D8A0C434A0EC}"/>
          </ac:picMkLst>
        </pc:picChg>
        <pc:picChg chg="add mod">
          <ac:chgData name="Min Wang" userId="40c509f2-6e44-41ac-be95-0b697891d3eb" providerId="ADAL" clId="{1E82F5CA-06CB-5569-B40B-7CFA0163A4AB}" dt="2026-08-31T14:08:58.186" v="1187" actId="1076"/>
          <ac:picMkLst>
            <pc:docMk/>
            <pc:sldMk cId="3661159635" sldId="327"/>
            <ac:picMk id="3" creationId="{C582ACA9-BC76-1193-71B4-09FDBD2C339D}"/>
          </ac:picMkLst>
        </pc:picChg>
        <pc:picChg chg="add mod">
          <ac:chgData name="Min Wang" userId="40c509f2-6e44-41ac-be95-0b697891d3eb" providerId="ADAL" clId="{1E82F5CA-06CB-5569-B40B-7CFA0163A4AB}" dt="2026-08-31T14:09:01.859" v="1188" actId="1076"/>
          <ac:picMkLst>
            <pc:docMk/>
            <pc:sldMk cId="3661159635" sldId="327"/>
            <ac:picMk id="4" creationId="{54ABFEC7-3DC9-0BCA-557C-E5ED408609D4}"/>
          </ac:picMkLst>
        </pc:picChg>
        <pc:picChg chg="add mod">
          <ac:chgData name="Min Wang" userId="40c509f2-6e44-41ac-be95-0b697891d3eb" providerId="ADAL" clId="{1E82F5CA-06CB-5569-B40B-7CFA0163A4AB}" dt="2026-08-31T14:09:16.556" v="1190" actId="1076"/>
          <ac:picMkLst>
            <pc:docMk/>
            <pc:sldMk cId="3661159635" sldId="327"/>
            <ac:picMk id="5" creationId="{6E9468EA-D7E7-1FFC-B478-CBF23116758E}"/>
          </ac:picMkLst>
        </pc:picChg>
      </pc:sldChg>
      <pc:sldChg chg="addSp modSp add mod">
        <pc:chgData name="Min Wang" userId="40c509f2-6e44-41ac-be95-0b697891d3eb" providerId="ADAL" clId="{1E82F5CA-06CB-5569-B40B-7CFA0163A4AB}" dt="2026-08-31T14:10:40.468" v="1194" actId="14100"/>
        <pc:sldMkLst>
          <pc:docMk/>
          <pc:sldMk cId="1534147969" sldId="328"/>
        </pc:sldMkLst>
        <pc:picChg chg="add mod">
          <ac:chgData name="Min Wang" userId="40c509f2-6e44-41ac-be95-0b697891d3eb" providerId="ADAL" clId="{1E82F5CA-06CB-5569-B40B-7CFA0163A4AB}" dt="2026-08-31T14:10:40.468" v="1194" actId="14100"/>
          <ac:picMkLst>
            <pc:docMk/>
            <pc:sldMk cId="1534147969" sldId="328"/>
            <ac:picMk id="2" creationId="{80BE59ED-AFEB-6BA2-6D2A-9EC0C07A9C24}"/>
          </ac:picMkLst>
        </pc:picChg>
      </pc:sldChg>
      <pc:sldChg chg="addSp modSp add mod">
        <pc:chgData name="Min Wang" userId="40c509f2-6e44-41ac-be95-0b697891d3eb" providerId="ADAL" clId="{1E82F5CA-06CB-5569-B40B-7CFA0163A4AB}" dt="2026-08-31T14:15:24.797" v="1206" actId="9405"/>
        <pc:sldMkLst>
          <pc:docMk/>
          <pc:sldMk cId="2756325201" sldId="329"/>
        </pc:sldMkLst>
        <pc:picChg chg="add mod">
          <ac:chgData name="Min Wang" userId="40c509f2-6e44-41ac-be95-0b697891d3eb" providerId="ADAL" clId="{1E82F5CA-06CB-5569-B40B-7CFA0163A4AB}" dt="2026-08-31T14:13:44.327" v="1197" actId="14100"/>
          <ac:picMkLst>
            <pc:docMk/>
            <pc:sldMk cId="2756325201" sldId="329"/>
            <ac:picMk id="2" creationId="{996CE0C0-2BFE-5ACF-4EFD-4885CC968AE6}"/>
          </ac:picMkLst>
        </pc:picChg>
        <pc:picChg chg="add mod">
          <ac:chgData name="Min Wang" userId="40c509f2-6e44-41ac-be95-0b697891d3eb" providerId="ADAL" clId="{1E82F5CA-06CB-5569-B40B-7CFA0163A4AB}" dt="2026-08-31T14:13:59.260" v="1200" actId="14100"/>
          <ac:picMkLst>
            <pc:docMk/>
            <pc:sldMk cId="2756325201" sldId="329"/>
            <ac:picMk id="3" creationId="{8BEFD6F8-C568-F368-D729-2FB1D31E9402}"/>
          </ac:picMkLst>
        </pc:picChg>
        <pc:inkChg chg="add">
          <ac:chgData name="Min Wang" userId="40c509f2-6e44-41ac-be95-0b697891d3eb" providerId="ADAL" clId="{1E82F5CA-06CB-5569-B40B-7CFA0163A4AB}" dt="2026-08-31T14:15:24.797" v="1206" actId="9405"/>
          <ac:inkMkLst>
            <pc:docMk/>
            <pc:sldMk cId="2756325201" sldId="329"/>
            <ac:inkMk id="4" creationId="{0BB97E03-938A-404C-9A28-F1021779A62B}"/>
          </ac:inkMkLst>
        </pc:inkChg>
      </pc:sldChg>
      <pc:sldChg chg="addSp modSp add mod">
        <pc:chgData name="Min Wang" userId="40c509f2-6e44-41ac-be95-0b697891d3eb" providerId="ADAL" clId="{1E82F5CA-06CB-5569-B40B-7CFA0163A4AB}" dt="2026-08-31T14:15:19.125" v="1205" actId="9405"/>
        <pc:sldMkLst>
          <pc:docMk/>
          <pc:sldMk cId="2070885701" sldId="330"/>
        </pc:sldMkLst>
        <pc:picChg chg="add mod">
          <ac:chgData name="Min Wang" userId="40c509f2-6e44-41ac-be95-0b697891d3eb" providerId="ADAL" clId="{1E82F5CA-06CB-5569-B40B-7CFA0163A4AB}" dt="2026-08-31T14:15:08.519" v="1204" actId="1076"/>
          <ac:picMkLst>
            <pc:docMk/>
            <pc:sldMk cId="2070885701" sldId="330"/>
            <ac:picMk id="2" creationId="{CD805F50-052A-8A9F-50B6-FE3369C52FE5}"/>
          </ac:picMkLst>
        </pc:picChg>
        <pc:inkChg chg="add">
          <ac:chgData name="Min Wang" userId="40c509f2-6e44-41ac-be95-0b697891d3eb" providerId="ADAL" clId="{1E82F5CA-06CB-5569-B40B-7CFA0163A4AB}" dt="2026-08-31T14:15:19.125" v="1205" actId="9405"/>
          <ac:inkMkLst>
            <pc:docMk/>
            <pc:sldMk cId="2070885701" sldId="330"/>
            <ac:inkMk id="3" creationId="{2DFA978A-F873-F2AC-83C3-918EC28CD387}"/>
          </ac:inkMkLst>
        </pc:inkChg>
      </pc:sldChg>
      <pc:sldChg chg="addSp modSp add mod modAnim">
        <pc:chgData name="Min Wang" userId="40c509f2-6e44-41ac-be95-0b697891d3eb" providerId="ADAL" clId="{1E82F5CA-06CB-5569-B40B-7CFA0163A4AB}" dt="2026-08-31T14:19:40.456" v="1229"/>
        <pc:sldMkLst>
          <pc:docMk/>
          <pc:sldMk cId="4191250955" sldId="331"/>
        </pc:sldMkLst>
        <pc:spChg chg="add mod">
          <ac:chgData name="Min Wang" userId="40c509f2-6e44-41ac-be95-0b697891d3eb" providerId="ADAL" clId="{1E82F5CA-06CB-5569-B40B-7CFA0163A4AB}" dt="2026-08-31T14:16:13.756" v="1209"/>
          <ac:spMkLst>
            <pc:docMk/>
            <pc:sldMk cId="4191250955" sldId="331"/>
            <ac:spMk id="3" creationId="{F65B9543-CFE1-16D9-60F3-E042EA530B21}"/>
          </ac:spMkLst>
        </pc:spChg>
        <pc:spChg chg="add mod">
          <ac:chgData name="Min Wang" userId="40c509f2-6e44-41ac-be95-0b697891d3eb" providerId="ADAL" clId="{1E82F5CA-06CB-5569-B40B-7CFA0163A4AB}" dt="2026-08-31T14:19:22.737" v="1228" actId="20577"/>
          <ac:spMkLst>
            <pc:docMk/>
            <pc:sldMk cId="4191250955" sldId="331"/>
            <ac:spMk id="11" creationId="{D6FEEBA0-0304-5EB1-30CE-AE0C3EB2AF40}"/>
          </ac:spMkLst>
        </pc:spChg>
        <pc:picChg chg="add mod">
          <ac:chgData name="Min Wang" userId="40c509f2-6e44-41ac-be95-0b697891d3eb" providerId="ADAL" clId="{1E82F5CA-06CB-5569-B40B-7CFA0163A4AB}" dt="2026-08-31T14:16:32.284" v="1211" actId="1076"/>
          <ac:picMkLst>
            <pc:docMk/>
            <pc:sldMk cId="4191250955" sldId="331"/>
            <ac:picMk id="4" creationId="{3DFA4FC7-DE58-AF3D-DE01-607EFF2285C4}"/>
          </ac:picMkLst>
        </pc:picChg>
        <pc:picChg chg="add mod">
          <ac:chgData name="Min Wang" userId="40c509f2-6e44-41ac-be95-0b697891d3eb" providerId="ADAL" clId="{1E82F5CA-06CB-5569-B40B-7CFA0163A4AB}" dt="2026-08-31T14:16:49.347" v="1213" actId="1076"/>
          <ac:picMkLst>
            <pc:docMk/>
            <pc:sldMk cId="4191250955" sldId="331"/>
            <ac:picMk id="5" creationId="{9C175023-EC2D-6DC2-F5F0-56F798FB918D}"/>
          </ac:picMkLst>
        </pc:picChg>
        <pc:picChg chg="add mod">
          <ac:chgData name="Min Wang" userId="40c509f2-6e44-41ac-be95-0b697891d3eb" providerId="ADAL" clId="{1E82F5CA-06CB-5569-B40B-7CFA0163A4AB}" dt="2026-08-31T14:17:06.631" v="1215" actId="1076"/>
          <ac:picMkLst>
            <pc:docMk/>
            <pc:sldMk cId="4191250955" sldId="331"/>
            <ac:picMk id="6" creationId="{D61D4FC6-DB26-1954-8EA8-E37E1F14F2C1}"/>
          </ac:picMkLst>
        </pc:picChg>
        <pc:picChg chg="add mod">
          <ac:chgData name="Min Wang" userId="40c509f2-6e44-41ac-be95-0b697891d3eb" providerId="ADAL" clId="{1E82F5CA-06CB-5569-B40B-7CFA0163A4AB}" dt="2026-08-31T14:17:29.553" v="1217" actId="1076"/>
          <ac:picMkLst>
            <pc:docMk/>
            <pc:sldMk cId="4191250955" sldId="331"/>
            <ac:picMk id="7" creationId="{EC932DA9-1895-BF0A-7926-BE32CB0BF725}"/>
          </ac:picMkLst>
        </pc:picChg>
        <pc:picChg chg="add mod">
          <ac:chgData name="Min Wang" userId="40c509f2-6e44-41ac-be95-0b697891d3eb" providerId="ADAL" clId="{1E82F5CA-06CB-5569-B40B-7CFA0163A4AB}" dt="2026-08-31T14:18:20.829" v="1219" actId="1076"/>
          <ac:picMkLst>
            <pc:docMk/>
            <pc:sldMk cId="4191250955" sldId="331"/>
            <ac:picMk id="8" creationId="{14308C61-98F3-F93B-3374-EC28B1333A8E}"/>
          </ac:picMkLst>
        </pc:picChg>
        <pc:picChg chg="add mod">
          <ac:chgData name="Min Wang" userId="40c509f2-6e44-41ac-be95-0b697891d3eb" providerId="ADAL" clId="{1E82F5CA-06CB-5569-B40B-7CFA0163A4AB}" dt="2026-08-31T14:18:33.046" v="1221" actId="1076"/>
          <ac:picMkLst>
            <pc:docMk/>
            <pc:sldMk cId="4191250955" sldId="331"/>
            <ac:picMk id="9" creationId="{3DBD23C1-D99D-B8D9-6E0C-9470A601107E}"/>
          </ac:picMkLst>
        </pc:picChg>
      </pc:sldChg>
      <pc:sldChg chg="addSp modSp add mod">
        <pc:chgData name="Min Wang" userId="40c509f2-6e44-41ac-be95-0b697891d3eb" providerId="ADAL" clId="{1E82F5CA-06CB-5569-B40B-7CFA0163A4AB}" dt="2026-08-31T14:21:42.876" v="1237" actId="1076"/>
        <pc:sldMkLst>
          <pc:docMk/>
          <pc:sldMk cId="408675027" sldId="332"/>
        </pc:sldMkLst>
        <pc:spChg chg="add mod">
          <ac:chgData name="Min Wang" userId="40c509f2-6e44-41ac-be95-0b697891d3eb" providerId="ADAL" clId="{1E82F5CA-06CB-5569-B40B-7CFA0163A4AB}" dt="2026-08-31T14:21:30.589" v="1235" actId="1076"/>
          <ac:spMkLst>
            <pc:docMk/>
            <pc:sldMk cId="408675027" sldId="332"/>
            <ac:spMk id="3" creationId="{93AC4D5E-9B27-BA36-92E9-45CB43F7EC15}"/>
          </ac:spMkLst>
        </pc:spChg>
        <pc:picChg chg="add mod">
          <ac:chgData name="Min Wang" userId="40c509f2-6e44-41ac-be95-0b697891d3eb" providerId="ADAL" clId="{1E82F5CA-06CB-5569-B40B-7CFA0163A4AB}" dt="2026-08-31T14:21:12.848" v="1231" actId="1076"/>
          <ac:picMkLst>
            <pc:docMk/>
            <pc:sldMk cId="408675027" sldId="332"/>
            <ac:picMk id="2" creationId="{AB80848B-40B8-3745-8153-FD0D9046F70F}"/>
          </ac:picMkLst>
        </pc:picChg>
        <pc:picChg chg="add mod">
          <ac:chgData name="Min Wang" userId="40c509f2-6e44-41ac-be95-0b697891d3eb" providerId="ADAL" clId="{1E82F5CA-06CB-5569-B40B-7CFA0163A4AB}" dt="2026-08-31T14:21:42.876" v="1237" actId="1076"/>
          <ac:picMkLst>
            <pc:docMk/>
            <pc:sldMk cId="408675027" sldId="332"/>
            <ac:picMk id="4" creationId="{B0B86D37-FFBF-7401-117F-52E6A2EE0B56}"/>
          </ac:picMkLst>
        </pc:picChg>
      </pc:sldChg>
      <pc:sldChg chg="addSp modSp add mod">
        <pc:chgData name="Min Wang" userId="40c509f2-6e44-41ac-be95-0b697891d3eb" providerId="ADAL" clId="{1E82F5CA-06CB-5569-B40B-7CFA0163A4AB}" dt="2026-08-31T14:24:30.930" v="1241" actId="1076"/>
        <pc:sldMkLst>
          <pc:docMk/>
          <pc:sldMk cId="816109718" sldId="333"/>
        </pc:sldMkLst>
        <pc:picChg chg="add mod">
          <ac:chgData name="Min Wang" userId="40c509f2-6e44-41ac-be95-0b697891d3eb" providerId="ADAL" clId="{1E82F5CA-06CB-5569-B40B-7CFA0163A4AB}" dt="2026-08-31T14:24:20.911" v="1239" actId="1076"/>
          <ac:picMkLst>
            <pc:docMk/>
            <pc:sldMk cId="816109718" sldId="333"/>
            <ac:picMk id="2" creationId="{3C73AF39-E25A-DC45-CE7D-C7AF97243DEF}"/>
          </ac:picMkLst>
        </pc:picChg>
        <pc:picChg chg="add mod">
          <ac:chgData name="Min Wang" userId="40c509f2-6e44-41ac-be95-0b697891d3eb" providerId="ADAL" clId="{1E82F5CA-06CB-5569-B40B-7CFA0163A4AB}" dt="2026-08-31T14:24:30.930" v="1241" actId="1076"/>
          <ac:picMkLst>
            <pc:docMk/>
            <pc:sldMk cId="816109718" sldId="333"/>
            <ac:picMk id="3" creationId="{C10C3304-67AC-E6B6-7519-6E2BBFDBA2C5}"/>
          </ac:picMkLst>
        </pc:picChg>
      </pc:sldChg>
      <pc:sldChg chg="addSp modSp add mod modAnim">
        <pc:chgData name="Min Wang" userId="40c509f2-6e44-41ac-be95-0b697891d3eb" providerId="ADAL" clId="{1E82F5CA-06CB-5569-B40B-7CFA0163A4AB}" dt="2026-09-04T14:02:38.546" v="1257"/>
        <pc:sldMkLst>
          <pc:docMk/>
          <pc:sldMk cId="3441448302" sldId="334"/>
        </pc:sldMkLst>
        <pc:spChg chg="add mod">
          <ac:chgData name="Min Wang" userId="40c509f2-6e44-41ac-be95-0b697891d3eb" providerId="ADAL" clId="{1E82F5CA-06CB-5569-B40B-7CFA0163A4AB}" dt="2026-09-04T13:59:01.849" v="1242"/>
          <ac:spMkLst>
            <pc:docMk/>
            <pc:sldMk cId="3441448302" sldId="334"/>
            <ac:spMk id="2" creationId="{3E4D0E40-7EF1-3AEA-5D34-A4865356F2EA}"/>
          </ac:spMkLst>
        </pc:spChg>
        <pc:picChg chg="add mod">
          <ac:chgData name="Min Wang" userId="40c509f2-6e44-41ac-be95-0b697891d3eb" providerId="ADAL" clId="{1E82F5CA-06CB-5569-B40B-7CFA0163A4AB}" dt="2026-09-04T14:00:10.993" v="1245" actId="1076"/>
          <ac:picMkLst>
            <pc:docMk/>
            <pc:sldMk cId="3441448302" sldId="334"/>
            <ac:picMk id="3" creationId="{89B92A92-5068-EB5A-8A1E-FDDCF4D85314}"/>
          </ac:picMkLst>
        </pc:picChg>
        <pc:picChg chg="add mod">
          <ac:chgData name="Min Wang" userId="40c509f2-6e44-41ac-be95-0b697891d3eb" providerId="ADAL" clId="{1E82F5CA-06CB-5569-B40B-7CFA0163A4AB}" dt="2026-09-04T14:00:21.608" v="1247" actId="1076"/>
          <ac:picMkLst>
            <pc:docMk/>
            <pc:sldMk cId="3441448302" sldId="334"/>
            <ac:picMk id="4" creationId="{B50865A2-CCED-AF5B-3A5A-74A6C4A54380}"/>
          </ac:picMkLst>
        </pc:picChg>
        <pc:picChg chg="add mod">
          <ac:chgData name="Min Wang" userId="40c509f2-6e44-41ac-be95-0b697891d3eb" providerId="ADAL" clId="{1E82F5CA-06CB-5569-B40B-7CFA0163A4AB}" dt="2026-09-04T14:00:33.348" v="1249" actId="1076"/>
          <ac:picMkLst>
            <pc:docMk/>
            <pc:sldMk cId="3441448302" sldId="334"/>
            <ac:picMk id="5" creationId="{1122CB59-5CBB-666A-E606-4E81F53DC2C1}"/>
          </ac:picMkLst>
        </pc:picChg>
        <pc:picChg chg="add mod">
          <ac:chgData name="Min Wang" userId="40c509f2-6e44-41ac-be95-0b697891d3eb" providerId="ADAL" clId="{1E82F5CA-06CB-5569-B40B-7CFA0163A4AB}" dt="2026-09-04T14:01:57.321" v="1252" actId="1076"/>
          <ac:picMkLst>
            <pc:docMk/>
            <pc:sldMk cId="3441448302" sldId="334"/>
            <ac:picMk id="6" creationId="{F68E0152-13E1-0341-DB7E-879EA24C15FA}"/>
          </ac:picMkLst>
        </pc:picChg>
        <pc:picChg chg="add mod">
          <ac:chgData name="Min Wang" userId="40c509f2-6e44-41ac-be95-0b697891d3eb" providerId="ADAL" clId="{1E82F5CA-06CB-5569-B40B-7CFA0163A4AB}" dt="2026-09-04T14:02:37.054" v="1256" actId="1076"/>
          <ac:picMkLst>
            <pc:docMk/>
            <pc:sldMk cId="3441448302" sldId="334"/>
            <ac:picMk id="7" creationId="{B42C71E0-21E2-6A2E-4E46-D3DB42F34FE1}"/>
          </ac:picMkLst>
        </pc:picChg>
      </pc:sldChg>
      <pc:sldChg chg="addSp modSp add mod">
        <pc:chgData name="Min Wang" userId="40c509f2-6e44-41ac-be95-0b697891d3eb" providerId="ADAL" clId="{1E82F5CA-06CB-5569-B40B-7CFA0163A4AB}" dt="2026-09-04T14:03:05.151" v="1260" actId="1076"/>
        <pc:sldMkLst>
          <pc:docMk/>
          <pc:sldMk cId="845968809" sldId="335"/>
        </pc:sldMkLst>
        <pc:picChg chg="add mod">
          <ac:chgData name="Min Wang" userId="40c509f2-6e44-41ac-be95-0b697891d3eb" providerId="ADAL" clId="{1E82F5CA-06CB-5569-B40B-7CFA0163A4AB}" dt="2026-09-04T14:03:05.151" v="1260" actId="1076"/>
          <ac:picMkLst>
            <pc:docMk/>
            <pc:sldMk cId="845968809" sldId="335"/>
            <ac:picMk id="2" creationId="{63A65475-8997-7B06-873A-DD7A95E1A887}"/>
          </ac:picMkLst>
        </pc:picChg>
      </pc:sldChg>
      <pc:sldChg chg="addSp modSp add mod">
        <pc:chgData name="Min Wang" userId="40c509f2-6e44-41ac-be95-0b697891d3eb" providerId="ADAL" clId="{1E82F5CA-06CB-5569-B40B-7CFA0163A4AB}" dt="2026-09-04T14:07:46.661" v="1307" actId="1037"/>
        <pc:sldMkLst>
          <pc:docMk/>
          <pc:sldMk cId="3433507932" sldId="336"/>
        </pc:sldMkLst>
        <pc:spChg chg="add mod">
          <ac:chgData name="Min Wang" userId="40c509f2-6e44-41ac-be95-0b697891d3eb" providerId="ADAL" clId="{1E82F5CA-06CB-5569-B40B-7CFA0163A4AB}" dt="2026-09-04T14:03:35.664" v="1264" actId="1076"/>
          <ac:spMkLst>
            <pc:docMk/>
            <pc:sldMk cId="3433507932" sldId="336"/>
            <ac:spMk id="3" creationId="{521C3E74-1DAE-B7ED-7A3A-D0118EE18EA0}"/>
          </ac:spMkLst>
        </pc:spChg>
        <pc:picChg chg="add mod">
          <ac:chgData name="Min Wang" userId="40c509f2-6e44-41ac-be95-0b697891d3eb" providerId="ADAL" clId="{1E82F5CA-06CB-5569-B40B-7CFA0163A4AB}" dt="2026-09-04T14:05:46.664" v="1267" actId="1076"/>
          <ac:picMkLst>
            <pc:docMk/>
            <pc:sldMk cId="3433507932" sldId="336"/>
            <ac:picMk id="4" creationId="{FBAF6CB7-6A12-1C8A-3377-F10F4B2F800B}"/>
          </ac:picMkLst>
        </pc:picChg>
        <pc:picChg chg="add mod">
          <ac:chgData name="Min Wang" userId="40c509f2-6e44-41ac-be95-0b697891d3eb" providerId="ADAL" clId="{1E82F5CA-06CB-5569-B40B-7CFA0163A4AB}" dt="2026-09-04T14:06:01.789" v="1269" actId="1076"/>
          <ac:picMkLst>
            <pc:docMk/>
            <pc:sldMk cId="3433507932" sldId="336"/>
            <ac:picMk id="5" creationId="{C0CA86A3-B790-6DF0-5867-3145A0F84E4D}"/>
          </ac:picMkLst>
        </pc:picChg>
        <pc:picChg chg="add mod">
          <ac:chgData name="Min Wang" userId="40c509f2-6e44-41ac-be95-0b697891d3eb" providerId="ADAL" clId="{1E82F5CA-06CB-5569-B40B-7CFA0163A4AB}" dt="2026-09-04T14:07:46.661" v="1307" actId="1037"/>
          <ac:picMkLst>
            <pc:docMk/>
            <pc:sldMk cId="3433507932" sldId="336"/>
            <ac:picMk id="6" creationId="{11F498C2-23C4-20BC-C5B7-076A68456BF7}"/>
          </ac:picMkLst>
        </pc:picChg>
        <pc:picChg chg="add mod">
          <ac:chgData name="Min Wang" userId="40c509f2-6e44-41ac-be95-0b697891d3eb" providerId="ADAL" clId="{1E82F5CA-06CB-5569-B40B-7CFA0163A4AB}" dt="2026-09-04T14:07:17.502" v="1273" actId="1076"/>
          <ac:picMkLst>
            <pc:docMk/>
            <pc:sldMk cId="3433507932" sldId="336"/>
            <ac:picMk id="7" creationId="{25D4A2C4-5DF4-DE33-69B4-F67096DCC5E9}"/>
          </ac:picMkLst>
        </pc:picChg>
      </pc:sldChg>
      <pc:sldChg chg="addSp modSp add mod">
        <pc:chgData name="Min Wang" userId="40c509f2-6e44-41ac-be95-0b697891d3eb" providerId="ADAL" clId="{1E82F5CA-06CB-5569-B40B-7CFA0163A4AB}" dt="2026-09-04T14:10:15.690" v="1328" actId="1076"/>
        <pc:sldMkLst>
          <pc:docMk/>
          <pc:sldMk cId="4188990906" sldId="337"/>
        </pc:sldMkLst>
        <pc:spChg chg="add mod">
          <ac:chgData name="Min Wang" userId="40c509f2-6e44-41ac-be95-0b697891d3eb" providerId="ADAL" clId="{1E82F5CA-06CB-5569-B40B-7CFA0163A4AB}" dt="2026-09-04T14:10:10.591" v="1327" actId="1076"/>
          <ac:spMkLst>
            <pc:docMk/>
            <pc:sldMk cId="4188990906" sldId="337"/>
            <ac:spMk id="7" creationId="{FEE4A4DD-69A0-7072-99C2-635703C41DF4}"/>
          </ac:spMkLst>
        </pc:spChg>
        <pc:picChg chg="add mod">
          <ac:chgData name="Min Wang" userId="40c509f2-6e44-41ac-be95-0b697891d3eb" providerId="ADAL" clId="{1E82F5CA-06CB-5569-B40B-7CFA0163A4AB}" dt="2026-09-04T14:10:15.690" v="1328" actId="1076"/>
          <ac:picMkLst>
            <pc:docMk/>
            <pc:sldMk cId="4188990906" sldId="337"/>
            <ac:picMk id="2" creationId="{494E6946-9852-96AD-5354-F81E4BA64814}"/>
          </ac:picMkLst>
        </pc:picChg>
        <pc:picChg chg="add mod">
          <ac:chgData name="Min Wang" userId="40c509f2-6e44-41ac-be95-0b697891d3eb" providerId="ADAL" clId="{1E82F5CA-06CB-5569-B40B-7CFA0163A4AB}" dt="2026-09-04T14:10:15.690" v="1328" actId="1076"/>
          <ac:picMkLst>
            <pc:docMk/>
            <pc:sldMk cId="4188990906" sldId="337"/>
            <ac:picMk id="3" creationId="{25D85D6E-3D7E-BF51-51AF-BA31B8786D2E}"/>
          </ac:picMkLst>
        </pc:picChg>
        <pc:picChg chg="add mod">
          <ac:chgData name="Min Wang" userId="40c509f2-6e44-41ac-be95-0b697891d3eb" providerId="ADAL" clId="{1E82F5CA-06CB-5569-B40B-7CFA0163A4AB}" dt="2026-09-04T14:10:15.690" v="1328" actId="1076"/>
          <ac:picMkLst>
            <pc:docMk/>
            <pc:sldMk cId="4188990906" sldId="337"/>
            <ac:picMk id="4" creationId="{51D72BA9-3A57-7BAA-F07C-01DE5F96901A}"/>
          </ac:picMkLst>
        </pc:picChg>
        <pc:picChg chg="add mod">
          <ac:chgData name="Min Wang" userId="40c509f2-6e44-41ac-be95-0b697891d3eb" providerId="ADAL" clId="{1E82F5CA-06CB-5569-B40B-7CFA0163A4AB}" dt="2026-09-04T14:10:15.690" v="1328" actId="1076"/>
          <ac:picMkLst>
            <pc:docMk/>
            <pc:sldMk cId="4188990906" sldId="337"/>
            <ac:picMk id="5" creationId="{A5BB0485-3C6E-8D79-C5CC-E37BD5FE2879}"/>
          </ac:picMkLst>
        </pc:picChg>
      </pc:sldChg>
      <pc:sldChg chg="addSp delSp modSp add mod modAnim">
        <pc:chgData name="Min Wang" userId="40c509f2-6e44-41ac-be95-0b697891d3eb" providerId="ADAL" clId="{1E82F5CA-06CB-5569-B40B-7CFA0163A4AB}" dt="2026-09-04T14:21:40.378" v="1364"/>
        <pc:sldMkLst>
          <pc:docMk/>
          <pc:sldMk cId="102027501" sldId="338"/>
        </pc:sldMkLst>
        <pc:spChg chg="add mod">
          <ac:chgData name="Min Wang" userId="40c509f2-6e44-41ac-be95-0b697891d3eb" providerId="ADAL" clId="{1E82F5CA-06CB-5569-B40B-7CFA0163A4AB}" dt="2026-09-04T14:12:14.049" v="1346" actId="20577"/>
          <ac:spMkLst>
            <pc:docMk/>
            <pc:sldMk cId="102027501" sldId="338"/>
            <ac:spMk id="7" creationId="{D78961FF-846A-D827-9348-93842997096D}"/>
          </ac:spMkLst>
        </pc:spChg>
        <pc:spChg chg="add mod">
          <ac:chgData name="Min Wang" userId="40c509f2-6e44-41ac-be95-0b697891d3eb" providerId="ADAL" clId="{1E82F5CA-06CB-5569-B40B-7CFA0163A4AB}" dt="2026-09-04T14:21:35.182" v="1363" actId="164"/>
          <ac:spMkLst>
            <pc:docMk/>
            <pc:sldMk cId="102027501" sldId="338"/>
            <ac:spMk id="8" creationId="{6EFFD47E-CB88-9CD2-F941-240C8ECA7E51}"/>
          </ac:spMkLst>
        </pc:spChg>
        <pc:grpChg chg="add mod">
          <ac:chgData name="Min Wang" userId="40c509f2-6e44-41ac-be95-0b697891d3eb" providerId="ADAL" clId="{1E82F5CA-06CB-5569-B40B-7CFA0163A4AB}" dt="2026-09-04T14:21:35.182" v="1363" actId="164"/>
          <ac:grpSpMkLst>
            <pc:docMk/>
            <pc:sldMk cId="102027501" sldId="338"/>
            <ac:grpSpMk id="14" creationId="{0D9F22DD-6D27-D771-EE18-D316796164BF}"/>
          </ac:grpSpMkLst>
        </pc:grpChg>
        <pc:picChg chg="add mod">
          <ac:chgData name="Min Wang" userId="40c509f2-6e44-41ac-be95-0b697891d3eb" providerId="ADAL" clId="{1E82F5CA-06CB-5569-B40B-7CFA0163A4AB}" dt="2026-09-04T14:10:55.019" v="1330" actId="1076"/>
          <ac:picMkLst>
            <pc:docMk/>
            <pc:sldMk cId="102027501" sldId="338"/>
            <ac:picMk id="2" creationId="{9A9D8330-40CC-F270-82B6-C3743C01F1E8}"/>
          </ac:picMkLst>
        </pc:picChg>
        <pc:picChg chg="add mod">
          <ac:chgData name="Min Wang" userId="40c509f2-6e44-41ac-be95-0b697891d3eb" providerId="ADAL" clId="{1E82F5CA-06CB-5569-B40B-7CFA0163A4AB}" dt="2026-09-04T14:11:05.589" v="1332" actId="1076"/>
          <ac:picMkLst>
            <pc:docMk/>
            <pc:sldMk cId="102027501" sldId="338"/>
            <ac:picMk id="3" creationId="{79C6538E-33F5-CA46-28A6-24382754EF25}"/>
          </ac:picMkLst>
        </pc:picChg>
        <pc:picChg chg="add mod">
          <ac:chgData name="Min Wang" userId="40c509f2-6e44-41ac-be95-0b697891d3eb" providerId="ADAL" clId="{1E82F5CA-06CB-5569-B40B-7CFA0163A4AB}" dt="2026-09-04T14:11:14.056" v="1334" actId="1076"/>
          <ac:picMkLst>
            <pc:docMk/>
            <pc:sldMk cId="102027501" sldId="338"/>
            <ac:picMk id="4" creationId="{0192CDA1-8370-00F0-5A4D-827243FABA30}"/>
          </ac:picMkLst>
        </pc:picChg>
        <pc:picChg chg="add mod">
          <ac:chgData name="Min Wang" userId="40c509f2-6e44-41ac-be95-0b697891d3eb" providerId="ADAL" clId="{1E82F5CA-06CB-5569-B40B-7CFA0163A4AB}" dt="2026-09-04T14:11:25.974" v="1337" actId="1076"/>
          <ac:picMkLst>
            <pc:docMk/>
            <pc:sldMk cId="102027501" sldId="338"/>
            <ac:picMk id="5" creationId="{F65006CE-252F-9AD5-0C2F-2DE8D6B93773}"/>
          </ac:picMkLst>
        </pc:picChg>
        <pc:picChg chg="add del mod">
          <ac:chgData name="Min Wang" userId="40c509f2-6e44-41ac-be95-0b697891d3eb" providerId="ADAL" clId="{1E82F5CA-06CB-5569-B40B-7CFA0163A4AB}" dt="2026-09-04T14:14:25.303" v="1352" actId="478"/>
          <ac:picMkLst>
            <pc:docMk/>
            <pc:sldMk cId="102027501" sldId="338"/>
            <ac:picMk id="9" creationId="{A3B78D23-835C-606B-996F-AB47ADF988FC}"/>
          </ac:picMkLst>
        </pc:picChg>
        <pc:picChg chg="add mod">
          <ac:chgData name="Min Wang" userId="40c509f2-6e44-41ac-be95-0b697891d3eb" providerId="ADAL" clId="{1E82F5CA-06CB-5569-B40B-7CFA0163A4AB}" dt="2026-09-04T14:21:35.182" v="1363" actId="164"/>
          <ac:picMkLst>
            <pc:docMk/>
            <pc:sldMk cId="102027501" sldId="338"/>
            <ac:picMk id="10" creationId="{1D7EB52D-DE7F-B5EF-990B-C1E25020F9D0}"/>
          </ac:picMkLst>
        </pc:picChg>
        <pc:picChg chg="add mod">
          <ac:chgData name="Min Wang" userId="40c509f2-6e44-41ac-be95-0b697891d3eb" providerId="ADAL" clId="{1E82F5CA-06CB-5569-B40B-7CFA0163A4AB}" dt="2026-09-04T14:21:35.182" v="1363" actId="164"/>
          <ac:picMkLst>
            <pc:docMk/>
            <pc:sldMk cId="102027501" sldId="338"/>
            <ac:picMk id="11" creationId="{93865026-4492-C0B9-D692-9E27767E0061}"/>
          </ac:picMkLst>
        </pc:picChg>
        <pc:picChg chg="add mod">
          <ac:chgData name="Min Wang" userId="40c509f2-6e44-41ac-be95-0b697891d3eb" providerId="ADAL" clId="{1E82F5CA-06CB-5569-B40B-7CFA0163A4AB}" dt="2026-09-04T14:21:35.182" v="1363" actId="164"/>
          <ac:picMkLst>
            <pc:docMk/>
            <pc:sldMk cId="102027501" sldId="338"/>
            <ac:picMk id="12" creationId="{C50E924C-A1DB-6D65-7105-88231775E9A3}"/>
          </ac:picMkLst>
        </pc:picChg>
        <pc:picChg chg="add mod">
          <ac:chgData name="Min Wang" userId="40c509f2-6e44-41ac-be95-0b697891d3eb" providerId="ADAL" clId="{1E82F5CA-06CB-5569-B40B-7CFA0163A4AB}" dt="2026-09-04T14:21:35.182" v="1363" actId="164"/>
          <ac:picMkLst>
            <pc:docMk/>
            <pc:sldMk cId="102027501" sldId="338"/>
            <ac:picMk id="13" creationId="{FBC6B5BD-E753-A590-7C61-40DF57676F73}"/>
          </ac:picMkLst>
        </pc:picChg>
      </pc:sldChg>
      <pc:sldChg chg="addSp modSp add mod modAnim">
        <pc:chgData name="Min Wang" userId="40c509f2-6e44-41ac-be95-0b697891d3eb" providerId="ADAL" clId="{1E82F5CA-06CB-5569-B40B-7CFA0163A4AB}" dt="2026-09-04T14:30:08.439" v="1403"/>
        <pc:sldMkLst>
          <pc:docMk/>
          <pc:sldMk cId="966194257" sldId="339"/>
        </pc:sldMkLst>
        <pc:spChg chg="add mod">
          <ac:chgData name="Min Wang" userId="40c509f2-6e44-41ac-be95-0b697891d3eb" providerId="ADAL" clId="{1E82F5CA-06CB-5569-B40B-7CFA0163A4AB}" dt="2026-09-04T14:27:58.217" v="1387" actId="164"/>
          <ac:spMkLst>
            <pc:docMk/>
            <pc:sldMk cId="966194257" sldId="339"/>
            <ac:spMk id="5" creationId="{9AC196ED-5473-03BC-3276-AC062FA186D9}"/>
          </ac:spMkLst>
        </pc:spChg>
        <pc:spChg chg="add mod">
          <ac:chgData name="Min Wang" userId="40c509f2-6e44-41ac-be95-0b697891d3eb" providerId="ADAL" clId="{1E82F5CA-06CB-5569-B40B-7CFA0163A4AB}" dt="2026-09-04T14:28:53.971" v="1396" actId="164"/>
          <ac:spMkLst>
            <pc:docMk/>
            <pc:sldMk cId="966194257" sldId="339"/>
            <ac:spMk id="8" creationId="{13D17676-0491-995C-E12A-DA4C4B539707}"/>
          </ac:spMkLst>
        </pc:spChg>
        <pc:grpChg chg="add mod">
          <ac:chgData name="Min Wang" userId="40c509f2-6e44-41ac-be95-0b697891d3eb" providerId="ADAL" clId="{1E82F5CA-06CB-5569-B40B-7CFA0163A4AB}" dt="2026-09-04T14:27:58.217" v="1387" actId="164"/>
          <ac:grpSpMkLst>
            <pc:docMk/>
            <pc:sldMk cId="966194257" sldId="339"/>
            <ac:grpSpMk id="6" creationId="{FA61E1F8-2892-FB9B-0D8A-5E7981BBCF94}"/>
          </ac:grpSpMkLst>
        </pc:grpChg>
        <pc:grpChg chg="add mod">
          <ac:chgData name="Min Wang" userId="40c509f2-6e44-41ac-be95-0b697891d3eb" providerId="ADAL" clId="{1E82F5CA-06CB-5569-B40B-7CFA0163A4AB}" dt="2026-09-04T14:29:57.986" v="1400" actId="1076"/>
          <ac:grpSpMkLst>
            <pc:docMk/>
            <pc:sldMk cId="966194257" sldId="339"/>
            <ac:grpSpMk id="10" creationId="{CC06A146-53B3-B8A5-5D12-24962596C12D}"/>
          </ac:grpSpMkLst>
        </pc:grpChg>
        <pc:picChg chg="add mod">
          <ac:chgData name="Min Wang" userId="40c509f2-6e44-41ac-be95-0b697891d3eb" providerId="ADAL" clId="{1E82F5CA-06CB-5569-B40B-7CFA0163A4AB}" dt="2026-09-04T14:26:09.526" v="1366" actId="1076"/>
          <ac:picMkLst>
            <pc:docMk/>
            <pc:sldMk cId="966194257" sldId="339"/>
            <ac:picMk id="2" creationId="{1E659AEC-52B4-27E2-55AB-796824C5D857}"/>
          </ac:picMkLst>
        </pc:picChg>
        <pc:picChg chg="add mod">
          <ac:chgData name="Min Wang" userId="40c509f2-6e44-41ac-be95-0b697891d3eb" providerId="ADAL" clId="{1E82F5CA-06CB-5569-B40B-7CFA0163A4AB}" dt="2026-09-04T14:27:05.868" v="1369" actId="1076"/>
          <ac:picMkLst>
            <pc:docMk/>
            <pc:sldMk cId="966194257" sldId="339"/>
            <ac:picMk id="3" creationId="{EA05A2E8-4846-1E4A-1748-C1F8A6A66AEF}"/>
          </ac:picMkLst>
        </pc:picChg>
        <pc:picChg chg="add mod">
          <ac:chgData name="Min Wang" userId="40c509f2-6e44-41ac-be95-0b697891d3eb" providerId="ADAL" clId="{1E82F5CA-06CB-5569-B40B-7CFA0163A4AB}" dt="2026-09-04T14:27:58.217" v="1387" actId="164"/>
          <ac:picMkLst>
            <pc:docMk/>
            <pc:sldMk cId="966194257" sldId="339"/>
            <ac:picMk id="4" creationId="{007044F2-BA6F-AC98-3E02-FB6A476F52C9}"/>
          </ac:picMkLst>
        </pc:picChg>
        <pc:picChg chg="add mod">
          <ac:chgData name="Min Wang" userId="40c509f2-6e44-41ac-be95-0b697891d3eb" providerId="ADAL" clId="{1E82F5CA-06CB-5569-B40B-7CFA0163A4AB}" dt="2026-09-04T14:28:53.971" v="1396" actId="164"/>
          <ac:picMkLst>
            <pc:docMk/>
            <pc:sldMk cId="966194257" sldId="339"/>
            <ac:picMk id="9" creationId="{23AF0F73-B024-AEBF-77E3-8766A8E6449F}"/>
          </ac:picMkLst>
        </pc:picChg>
        <pc:picChg chg="add mod">
          <ac:chgData name="Min Wang" userId="40c509f2-6e44-41ac-be95-0b697891d3eb" providerId="ADAL" clId="{1E82F5CA-06CB-5569-B40B-7CFA0163A4AB}" dt="2026-09-04T14:30:04.823" v="1402" actId="167"/>
          <ac:picMkLst>
            <pc:docMk/>
            <pc:sldMk cId="966194257" sldId="339"/>
            <ac:picMk id="11" creationId="{765E50C2-0021-3A50-A214-22C5B79288B7}"/>
          </ac:picMkLst>
        </pc:picChg>
      </pc:sldChg>
      <pc:sldChg chg="addSp modSp add mod">
        <pc:chgData name="Min Wang" userId="40c509f2-6e44-41ac-be95-0b697891d3eb" providerId="ADAL" clId="{1E82F5CA-06CB-5569-B40B-7CFA0163A4AB}" dt="2026-09-04T14:31:21.894" v="1410" actId="1076"/>
        <pc:sldMkLst>
          <pc:docMk/>
          <pc:sldMk cId="3160995355" sldId="340"/>
        </pc:sldMkLst>
        <pc:picChg chg="add mod">
          <ac:chgData name="Min Wang" userId="40c509f2-6e44-41ac-be95-0b697891d3eb" providerId="ADAL" clId="{1E82F5CA-06CB-5569-B40B-7CFA0163A4AB}" dt="2026-09-04T14:30:52.426" v="1406" actId="1076"/>
          <ac:picMkLst>
            <pc:docMk/>
            <pc:sldMk cId="3160995355" sldId="340"/>
            <ac:picMk id="2" creationId="{AB4C053D-EA00-408D-E7F6-25FC7FDBD4AC}"/>
          </ac:picMkLst>
        </pc:picChg>
        <pc:picChg chg="add mod">
          <ac:chgData name="Min Wang" userId="40c509f2-6e44-41ac-be95-0b697891d3eb" providerId="ADAL" clId="{1E82F5CA-06CB-5569-B40B-7CFA0163A4AB}" dt="2026-09-04T14:31:02.331" v="1408" actId="1076"/>
          <ac:picMkLst>
            <pc:docMk/>
            <pc:sldMk cId="3160995355" sldId="340"/>
            <ac:picMk id="3" creationId="{E78E5895-C363-2F55-34E3-4FAAEB638E4F}"/>
          </ac:picMkLst>
        </pc:picChg>
        <pc:picChg chg="add mod">
          <ac:chgData name="Min Wang" userId="40c509f2-6e44-41ac-be95-0b697891d3eb" providerId="ADAL" clId="{1E82F5CA-06CB-5569-B40B-7CFA0163A4AB}" dt="2026-09-04T14:31:21.894" v="1410" actId="1076"/>
          <ac:picMkLst>
            <pc:docMk/>
            <pc:sldMk cId="3160995355" sldId="340"/>
            <ac:picMk id="4" creationId="{813787BF-D3CD-903C-1BF0-D3907238F46D}"/>
          </ac:picMkLst>
        </pc:picChg>
      </pc:sldChg>
      <pc:sldChg chg="addSp modSp add mod">
        <pc:chgData name="Min Wang" userId="40c509f2-6e44-41ac-be95-0b697891d3eb" providerId="ADAL" clId="{1E82F5CA-06CB-5569-B40B-7CFA0163A4AB}" dt="2026-09-04T14:32:25.400" v="1415" actId="1076"/>
        <pc:sldMkLst>
          <pc:docMk/>
          <pc:sldMk cId="2660113598" sldId="341"/>
        </pc:sldMkLst>
        <pc:picChg chg="add mod">
          <ac:chgData name="Min Wang" userId="40c509f2-6e44-41ac-be95-0b697891d3eb" providerId="ADAL" clId="{1E82F5CA-06CB-5569-B40B-7CFA0163A4AB}" dt="2026-09-04T14:32:25.400" v="1415" actId="1076"/>
          <ac:picMkLst>
            <pc:docMk/>
            <pc:sldMk cId="2660113598" sldId="341"/>
            <ac:picMk id="2" creationId="{C796FFEC-C30C-FFCE-3610-33CE30CFEC41}"/>
          </ac:picMkLst>
        </pc:picChg>
        <pc:picChg chg="add mod">
          <ac:chgData name="Min Wang" userId="40c509f2-6e44-41ac-be95-0b697891d3eb" providerId="ADAL" clId="{1E82F5CA-06CB-5569-B40B-7CFA0163A4AB}" dt="2026-09-04T14:32:21.158" v="1414" actId="1076"/>
          <ac:picMkLst>
            <pc:docMk/>
            <pc:sldMk cId="2660113598" sldId="341"/>
            <ac:picMk id="3" creationId="{307C8AD4-9B01-814A-F3E7-EC6F33E6D5E3}"/>
          </ac:picMkLst>
        </pc:picChg>
      </pc:sldChg>
      <pc:sldChg chg="add">
        <pc:chgData name="Min Wang" userId="40c509f2-6e44-41ac-be95-0b697891d3eb" providerId="ADAL" clId="{1E82F5CA-06CB-5569-B40B-7CFA0163A4AB}" dt="2026-08-20T19:30:32.338" v="472" actId="2890"/>
        <pc:sldMkLst>
          <pc:docMk/>
          <pc:sldMk cId="3191824321" sldId="342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0T19:33:12.59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65,'46'0,"-3"0,-22 0,5 0,15 0,17 0,3 0,23 0,-35 0,13 0,-22 0,3 0,2 0,-2 0,-1 0,-3 0,1 0,-1 0,-1 0,0 0,-4 0,-2 0,-3 0,1 0,1 0,0 0,3-5,1 0,4-1,2 1,2 4,1 1,1-1,21 1,-21 0,19 0,-24 0,4-2,-1 0,-1-1,-3-2,-2 2,-2 0,-4 0,0 3,0-2,-4-1,-1 0,1 1,0 0,1 0,0-1,-2 0,0 3,-1 0,-2 0,2-1,0 1,8 0,-7 0,6 0,-10 0,0 0,3 0,-2 0,-2 0,-2 0,-2 0,-3 0,2 0,1 4,-3-3,3 2,5-1,-4 0,9 1,-10-1,-1 0,-2 1,2-1,0 4,-1-5,1 2,0-3,0 0,-1 0,1 4,-1-6,1 3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0T19:33:16.42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87,'36'-9,"-6"2,-23 5,6-1,5-2,-1 2,5-1,-9 4,1 0,12-4,-12 3,8-4,-5 2,-4 1,8 0,-7 2,1-2,4-1,-3 0,3 1,-2 0,-1 0,3-2,-2 0,2 2,-1-1,1 3,-1 0,-2 0,0-1,-1-1,2 0,0 0,-3 0,4 2,-4 0,1 0,4 0,-3 0,3 0,3 0,5 0,1 0,-2 0,-3 0,-8 0,2 0,0 0,-4 0,6 0,-6 0,3 0,3 0,-6 0,6 0,-3 0,-2 0,4 0,-5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19:08:12.54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1 170,'48'0,"-3"0,-11 0,4 0,5 0,6 0,-5 0,7 0,1 0,10 0,8 0,1 0,3 0,-6 0,3 0,-5-3,-5-1,17-7,-24 1,-4 0,0-2,2-1,31-5,-36 9,5 1,-1 1,-2-2,2-2,-4 1,-4 3,-6 2,-7 3,-3-2,-4-1,1 1,0 1,-1 0,1 2,0 1,0 0,0-1,-1 1,0 0,-1 0,9 0,-9 0,8 0,-9 0,2 0,0 0,1 0,-1 0,1 0,-1 0,0 0,-1 0,-1 0,-2 0,1 0,3 0,3 0,1 0,3 0,-2 0,0 0,2 3,1 0,4 0,15 7,-14-6,13 7,-16-3,5-1,0 2,1-2,-1-1,1 1,0-1,0 3,-1-2,-4 2,-4-3,-4-1,-3 0,3-2,2 1,0-1,-4 1,-3 1,0-2,0 3,2-1,-3-1,8 3,-12-4,8 4,-7-2,1-1,1 2,-1 0,-1 0,0-1,-2 1,-2 2,3 4,-5 0,3 1,-5-3,-1 3,0 2,-3 1,-1 4,-3-9,-1 7,-6-3,-3 0,-9-2,-1-8,-4 1,-4-3,0 2,1 1,0-1,2 0,0-2,-3 1,0 0,-1 0,1-1,2-3,-2 0,-4 0,0 0,-15 0,16 0,-13 0,13 0,-4 2,-3 1,-2 1,1-2,-1-1,0-1,0 0,-3 0,-1 0,3 0,-2 2,1 1,-3 1,-3-1,2 0,2 0,3 1,0-1,1-3,0 0,0 0,-13 5,-21-1,10 4,-13-2,26 0,-5-1,3-2,0-2,3-1,4 0,2 0,5 0,4 0,4 0,1 0,2 0,-1 0,1 0,-1 0,0 0,1 0,-4 0,3 0,0 0,-2 0,-4 0,5 0,-8 0,13 0,-2 0,2 0,0 0,0 0,-3 0,-1 0,1 0,-3 0,0 0,-4 0,0 0,-2 0,-3 0,-7 0,-7 0,-2 0,-2 0,1 0,3 0,1 0,4 0,-14 0,7 0,4 0,17 0,18 0,1 0,3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19:08:40.03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1 207,'57'0,"-2"0,7 0,-17 0,23 0,2 0,-10 0,18 0,-18 0,7 0,4 0,4 0,16 0,-7 0,3 0,-20 0,-2 0,-7 0,7-2,-7-2,-4 0,-2-2,0-1,0 0,-1 0,10-2,-14 8,10-5,-12 6,5 0,2 0,0 0,-1 0,0 0,-2 0,2 0,-1 0,-2 0,-5-2,3-1,2-2,9-4,10-3,3 1,4 0,2 3,0 3,1-2,-1 2,-2 1,25 1,-28 2,-8 1,-1 0,-2 0,31 0,-43 0,3 0,1 0,-3 0,2 0,0 3,0 4,-3 0,-1 2,-3-1,-2 1,4 0,-2-2,0-1,2-2,-2 0,3-1,1-3,-1 0,19 0,-20 0,20 0,-22 0,9 0,2 0,0 0,1 0,1 3,-1 1,0-1,4 0,0-3,0 0,-5 0,-4 0,1 0,2 0,2 0,0-2,1-2,-1-2,-3-1,-5 3,-5 0,-5 4,0 0,12-6,-13 5,15-5,-16 6,2 0,0 0,-2 0,0 0,-1-2,-3-2,-5 1,2 0,-3 1,1-1,2-2,1-1,4 2,0-2,1 2,-4 1,1 0,-1 2,-2 1,-3 0,5 0,-9 0,20 0,-20 0,15 0,-12 0,2 0,-3 0,-3 0,-1-3,1 0,2 0,-1 0,-1 3,-1 0,-1 0,2 0,4 0,2 0,0-2,0-1,-3 0,-2 1,-2-1,-1-1,7 1,-6-1,16 0,-19 2,13-4,-14 3,3 0,-2 1,-3 1,4 1,-1 0,-2 0,4 0,-4-3,0 1,14-1,-15 0,21 3,-20 0,10 0,-10 0,0 0,4 0,-7 0,7 0,0 0,-3 0,1 0,4 5,-6-2,9 4,-11-2,-2 0,9 2,-9-3,9 4,-7-7,3 3,5-4,-2 0,4 0,-6 0,0 0,-2 0,1 0,-2 3,3-1,-2 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19:08:44.82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1 106,'49'0,"2"0,-20 0,6 0,10 0,16 0,3 0,11 0,-3 0,-3 0,9-4,-10-2,-5-2,-9-2,-1 4,4 0,-1 0,-1 1,-4 2,0 2,-1 1,-4-1,-5 1,-1 0,6 0,-8 0,6 0,-15 0,3 0,1 0,-3 0,0 0,-2 0,-1 0,1 0,0 0,-3 0,-4 0,-3 0,0 0,0 0,6 0,1 0,0 0,0 0,0 0,1 0,3 0,2 0,14 0,-10 0,11 0,-14 0,3 0,1-2,-2-1,-1-3,0 0,-2 2,-2-2,-2 3,-2 0,0-2,-2 3,-1-2,2 1,1 2,1 0,-1 1,-5 0,-1 0,-3 0,-1 0,0-1,-1 1,6 0,-4 0,6 0,-1 0,4 0,3 0,0 0,-2 0,2 0,-2 0,0 0,1 0,-2 0,-1 0,3 0,0 0,5 0,3 0,5 0,-2 0,-1 0,-3 0,-4 0,-1 0,-3 0,5 0,-12 0,6 0,2 0,-8 0,13 0,-12 0,-2 0,1 0,-1 0,0 0,0 0,-3 0,-1 0,1 0,3 0,3 0,0 0,1 0,-1 0,1 0,-1 0,0 0,0 0,8 0,-10 0,5 0,-11 0,0 0,4 0,-7 0,8 0,-6 0,1 2,8 1,-13 1,10 4,-4-3,-1 0,4-3,-1-2,-6 0,7 0,-4 0,2 0,3 0,0 0,3 0,0 0,-3 0,0 0,-3 0,-2 0,5 0,-8 0,9 0,-9 0,12 0,-8 0,10 0,-5 0,2 0,0 0,-2 0,-1 0,-2 0,-3 0,3 0,-3 0,4 0,-5 0,5 0,-7 0,6 0,-3 0,-1 0,5 0,-7 0,8 0,-4 4,1 0,-3 3,3 1,-5-2,6 3,-2-3,-4 0,4-1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19:11:41.31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1,'57'0,"-8"0,-16 0,2 0,3 0,4 0,3 0,2 0,1 0,0 0,-1 0,0 0,31 0,-22 0,22 0,1 0,-25 0,23 0,-37 0,-1 0,0 0,-3 0,-2 0,-4 0,0 0,-2 0,-5 0,0 0,-5 0,2 2,0 1,-2 0,2-1,0-2,1 1,2-1,-3 0,5 0,-8 0,13 0,-15 0,10 0,-10 0,0 0,2 0,-3 0,7 0,-3 0,0 2,0 1,-4 1,4 1,-2-1,-2 1,3-2,-3 2,0-2,4 5,-6-5,8 4,-5-4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06:53.3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0,'90'5,"-18"-1,-8-4,-6 0,-2 0,-1 0,-8 0,-2 0,10 0,13 0,4 0,11 0,-8 0,-4 0,0 0,-7 0,6 0,-10 0,-10 0,-7 0,-6 0,0 0,2 0,3 0,1 0,0 0,3 0,-2 0,4 0,-1 0,-5 0,12 0,-17 0,12 0,-13 0,6 0,1 0,2 0,-1 0,0 0,-1 3,-4 3,-1 1,-1 2,-3-3,-2-3,-2 0,-3-3,-1 0,-7 0,-4 0,2 0,0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06:55.4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23,'52'0,"-4"0,-17 0,6 0,2 0,3 0,-5 0,-5 0,1 0,0 0,2 0,0 0,-3 0,3 0,8 0,2 0,5 0,-1 0,20 0,-15 0,17 0,-22 0,2 0,1 0,-1 0,-1 0,-3 0,-3 0,-5 0,-1 0,-1 0,-6 0,-1 0,-4 0,1 0,2 0,2 0,0-2,0-1,0 0,-3-2,-1 1,-3 1,-2 1,1 2,7 0,-7 0,7 0,-9 0,5 0,1 0,1 0,-2 0,1 0,1 0,2 0,-3 0,-3 1,-4 2,-2 2,-1 0,-2-2,-1 2,-2-1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00:32.53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1,'0'0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00:34.83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0,'0'0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13:11.79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0 237,'62'0,"-1"0,-23 0,2 0,3 0,-2 0,8 0,-2 0,1 0,3 0,-2 0,2 0,0 0,1-3,18-8,-20 1,17-8,-25 7,7 0,-2 1,1 2,-1 4,1 0,-1 4,1-1,-1 1,-1 0,-3 0,-2 0,-1 0,1 0,2 0,0 0,-1 0,-2 0,-1 0,0 0,4 0,0 0,10 0,-15 0,6 0,-14 0,6 0,1 0,1 0,1 0,0 0,0 0,0 0,0 0,-2 0,0 0,-3 0,-2 0,1 0,1 2,3 1,1 3,4 0,1-2,1-1,2-3,-3 0,4 0,-1 0,10 0,-11 0,11 0,10 0,-13 0,22 0,-26 0,2 0,5 0,1 0,2 0,-1 0,-9 0,-2 0,4 0,3 0,5 0,5 0,2 0,1 0,3 0,-3 0,-2 0,-1 0,-4 0,16 0,-22 0,15 0,-23 0,2 0,-4 0,2 0,-2 0,0 0,2 0,-3 0,-1 0,-5 0,-5 0,0 0,5 0,4 0,2 0,-1 0,-2 0,3 0,1 0,-1 3,2 3,6 6,-8-2,5 2,13-5,-21 1,22-1,-27-4,4 0,3-3,1 1,4-1,2 0,-6 0,0 0,-3 0,1 0,4 0,-2 0,0 0,-3 0,0 0,-1 0,0 0,-1 0,0 0,19 0,-18 0,45 0,-46 0,29 0,-27 0,6 0,1 0,1 0,-1 0,-5 0,3 0,-6 0,-2 0,2 0,-2 0,5 0,0 0,-3 0,1 0,-1 0,0 0,-1 0,1 0,11 0,-14 0,32 0,-36 0,21 0,-22-3,6 0,2 0,-1 0,1 2,3 1,1 0,2 0,-3 0,-2 0,0 0,1 2,4 1,-1 3,-4 3,-4 0,-1 3,-2-2,1-4,-3 0,12-3,7 0,-6-1,6-2,-22 0,5 0,-1 0,-1 0,0 0,0 0,0 0,-4 0,2 0,-3 0,1 0,2 0,2 0,3 0,1 3,-1-1,-2 4,-1-1,0 1,0 0,0 0,3 1,-6-2,19 6,-22-6,16 4,-16-4,3 1,1-3,-1 0,3-3,-1 0,0 0,-2 0,-4 0,-4 0,-2 0,-1 0,-2 2,4 1,-7 0,8-1,2 3,-1-4,6 4,-4-3,5 1,3 0,2 0,-2-2,1-1,-1 0,-3 0,-4 0,-7 0,-4 0,4 0,-6 10,2 1,-9 10,-4-6,4-1,20-7,-1-2,13-3,-7-2,1 0,5 0,3 0,0 0,-4 0,-5 0,-5 0,-4 0,-1 0,-3 0,-2 0,3 0,-1 0,0 0,1 0,-1 0,4 0,2 0,0 0,4 0,3 0,2-2,2-1,-1 0,0 1,-1-1,-5 0,-2-1,-6 2,-4 1,3 1,-6-8,6 2,-5-6,2 5,3 1,-2-2,13 1,-9-2,1 4,-6 2,1-1,0 3,4-6,0 4,1-3,6 1,1-1,0-3,2 3,-3-2,11 0,-8 2,7-2,-5 0,7 0,8-1,4-1,6 2,4-2,4-1,1 3,-5-1,-1 2,-3 4,2-3,2 1,-2 1,-4 1,-1 2,-5 0,-3 1,-3 0,-3-3,11 0,-16-1,11-1,-15 2,2 0,-1 0,-1 0,-1-1,-1 1,-4 0,-6 0,-4 0,0 0,1 1,4 2,-5 0,3 0,-1 0,6 0,8 0,13-7,8-1,-3 0,3-1,40-6,-24 6,7 0,-5 2,6 1,-5 1,2-2,1 0,-2 1,5 1,-8 1,-8-1,-3 1,3 0,1-1,-2-1,0 0,-5 1,-2 1,31-4,-17 1,-21 4,-11-1,-9 1,-7 3,-2 0,1 0,-6 10,12-5,2 8,15-6,9 5,5 4,1 3,0 1,1-2,0 0,-3-4,-1 0,-5-1,-5 0,-7-2,-6-1,-3 1,-1-1,1 0,-2-1,0-3,0-2,3-1,-2-3,-2 0,2 5,4-3,-8 5,5-2,-14 1,4 3,0 1,1 1,0 0,1 1,-2-1,1 0,-1-3,-1-1,-1-2,0-2,1-1,2 1,0 0,0 0,0 2,0-2,3 3,1-1,1-2,3 1,-4-1,3-1,-3 1,1-2,1-1,4 0,0 0,1 0,2 0,-3 0,1 0,1 0,-3 3,0 0,1 0,-4-1,4-2,0 0,1 0,-1 0,-3 0,0 0,3 0,0 0,0 0,7 0,-12 0,26 0,-24 0,20 0,-19 0,5 0,4 0,-2 0,-1 0,-2 0,-2 0,-3 0,-1-2,0 0,0-1,4 0,-3 2,-3 1,0 0,0 0,-1-1,0 1,0 0,-3 0,8 0,-9 0,15-2,-16 0,10-1,-9-2,1 1,0 1,-3 1,7 1,-7 1,5 0,-3 0,2 0,3 0,2 0,0 0,0 0,1 0,3 0,1 0,2 0,10 0,5 0,-2 0,1 0,-13 0,3 0,-2 0,-1 0,0 0,-3 0,0 0,-2 0,-4 0,-1 0,-1 0,1 0,0 0,2 0,-2 0,-3 0,-4 0,0 0,5 0,-4 0,3 0,-5 0,2 0,5 0,-5-2,0-1,0-4,-1 2,3-2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13:16.15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1,'53'0,"-4"2,-18 4,0 0,0 2,0-2,0-3,-1 0,4-3,4 0,-8 0,5 0,-4 0,-5 0,7 0,-11 0,-1 0,-1 0,-3 0,-3 0,6 0,-8 0,7 0,-6 0,1 0,4 0,-1 0,3 0,-2 0,-1 0,-4 0,6 0,-4 0,1 0,3 0,-7 0,8 0,-5 0,-1 2,11 0,-8 1,9-1,-6-1,0 1,1 1,5 0,1-1,4-2,6 0,-8 0,7 0,-12 0,2 0,-2 0,0 0,0 0,-3 0,-1 0,-2 3,-1-1,2 1,-3-1,1-2,-1 0,-1 0,4 0,-2 0,0 0,0 0,1 3,-1 0,-3 0,2 2,-2-2,3 5,1-5,-4 3,3-3,-4-1,5 5,-1-6,3 4,-6-5,3 0,1 2,-1 0,0 1,0-1,-5-2,8 5,-8-4,8 3,-4-4,5 0,-4 0,0 0,0 4,-4-2,7 2,-8-4,7 0,-4 4,-1-3,5 3,-4-3,1-1,2 0,-2 0,-2 0,5 0,-5 0,0 2,4 0,-2 1,-1-1,3-2,-3 0,0 0,4 0,-4 0,-1 0,4 0,-2 0,-1 0,2 0,3 0,-4 0,4 0,-10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13:31.8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0,'54'0,"-2"0,-17 0,5 0,18 0,-6 0,14 0,-8 0,-3 0,2 0,-1 0,-3 0,1 0,1 0,-4 0,12 0,-18 0,7 0,-18 2,4 1,0 3,0 0,1-2,-3-1,-4-3,-2 3,-2 0,-1 1,-4-1,-3-3,2 0,1 0,4 0,-1 0,-1 0,-4 0,0 0,-4 0,-2 0,2 0,4 0,0 0,6 0,-5 0,1 0,-2 0,-1-3,0 0,-2 0,1 0,-4 3,1 0,2 0,2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13:34.3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1,'61'0,"-2"0,-25 0,3 0,1 0,1 0,-1 0,5 0,4 0,1 0,2 0,11 0,-13 0,15 0,-14 0,5 0,-2 0,0 0,0 0,-3 0,3 0,-1 0,-3 0,2 0,-9 0,-4 0,2 0,-1 0,7 0,1 0,-2 0,-1 0,-3 0,-4 0,-2 0,-3 0,6 0,-9 0,6 0,-8 0,4 0,2 0,1 0,1 0,1 0,4 0,-1 0,-2 0,-3 0,0 2,-3 2,3 1,0 1,0-1,8 1,1 0,1 0,0-2,-7-1,-3 0,-6 0,-4 1,2-2,-6-2,3 0,-5 0,0 0,3 0,-1 0,2 0,2 0,-2 0,-4 0,-3 0,3 0,2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13:57.7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0,'55'0,"-5"0,-15 0,7 0,1 0,1 0,-4 0,-4 0,5 0,2 0,4 0,0 0,1 0,-1 0,1 0,-1 0,-4 0,18 0,-22 0,17 0,-23 0,5 0,0 0,-3 0,0 0,0 0,-2 0,1 0,0 0,0 0,3 0,-5 0,-3 0,0 0,1 0,6 0,2 0,1 0,-1 3,1 0,0 0,-1 0,0-3,15 2,-13 1,13 0,-13 0,3-2,4 0,0 1,-3 2,3-1,-3 2,-1-1,-1 0,-5 1,-1-2,0 1,0 1,2-2,1 0,2 2,2-1,1 2,-2 1,2-4,-1 0,0 0,-1 1,8 5,-13-5,11 1,-16-5,2 0,-5 0,-3 0,-2 0,-3 0,3 0,-1 0,0 0,-1 0,-2 0,0 0,2 0,2 0,3 0,-1 0,1 0,1 0,0 0,2 0,-3 0,1 0,6 0,-14 0,4 0,-12 0,3-4,0-1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14:06.69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0 116,'45'0,"2"0,-15 0,-1 0,6 0,-2 0,8 0,17 0,-15 0,16 0,-16 0,7 0,-1 0,0 0,-2 0,-1 0,2 0,-2 0,1 0,-7 0,-2 0,0 0,1 0,4 0,2 0,0 0,1 0,-1 0,1 0,-1 0,0 0,-1 0,9 0,5 0,-8 0,-2 0,-18 0,2 0,-2 0,2 0,1 0,-4 0,3 0,-5 0,-2 0,2 0,0 0,5 0,3 0,1 0,4 0,5 0,1 0,3 0,0 0,0 0,-1 0,16 0,-21 0,16 0,-19 0,3 0,-1 0,2 0,-2 0,0 0,-2 0,1 0,-1 0,-2 0,2 0,1 0,6 0,8 0,3 0,1 0,3 0,-2 0,1 0,-2 0,-1 0,19 0,-20-2,15-1,-25-3,43-3,-31 1,31 0,-40 2,1 2,-2 0,0 1,1 2,1 1,-4 0,-2 0,-3 0,1 0,2 0,0 0,1 0,0 0,-1 0,-3 3,-1 0,-4 3,11 0,-13 0,23 0,-29-3,13 3,-19-4,4 1,2 0,4-3,3 0,0 0,0 0,-1 0,-4 0,0 0,2 0,3 0,4 0,4 0,-2 0,-1 0,3-3,-2 0,0-1,1-2,12 0,-9-3,37-4,-34 4,21 0,-25 3,1 1,-1 1,1 1,0 2,2 1,0 0,4 0,-5 0,-2 0,4 0,3 0,5 0,1 0,-2-3,-1 0,0-1,-5 1,-1 3,-1-4,12 1,-11-1,10 1,-16 3,2 0,-3 0,3 0,-4 0,1 0,-1 0,-4 0,3 0,0 0,-4 0,-2 0,-4 0,2 0,3 0,4 0,2 0,4 0,0 0,1 0,3 0,1 0,13 0,-17 0,9 0,-20 0,3 0,-1 2,-3 3,-1 2,-3 1,0 0,-1-1,-4 2,0-1,-9-1,-1 0,0 0,0-2,2 3,1-1,0 0,-2 0,2-1,0 0,0 0,3-1,0 1,7 2,-7-3,6 3,4-3,-9 0,11-1,-13 1,1-2,-2 0,-1 0,0-3,-3 0,-2 0,1 0,-3 2,5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14:19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1,'52'0,"-4"0,-11 0,2 0,1 0,1 0,-3 0,-1 0,-3 0,-1 0,2 0,3 0,7 0,1 0,-2 0,-1 0,-3 0,-1 0,0 0,-1 0,10 0,-14 0,22 5,-31-4,14 6,-18-4,-1 0,1-1,-4-1,-2-1,3 0,-4 0,1 0,3 0,-3 0,9 0,0 0,12 0,-8 0,6 0,-11 0,-1 0,-3 0,-5 0,3 0,-2 0,3 0,0 0,0 0,7 0,1 0,1 0,0 0,-6 0,-3 0,-4 0,0 0,5 0,-3 0,5 0,-7 0,0 0,5 0,-7 0,8 0,-5 0,0 0,6 0,-4 0,7 0,-1 0,3 0,11 0,-3 0,12 0,-8 0,4 0,0 0,-1 0,-2 0,1 0,-7 0,1 0,-3 0,-7 0,-4 0,-4 0,-1 0,2 0,1 0,-3 0,3 0,-5 0,7 0,-4 0,-1 0,5 0,-7 0,5 0,0 0,-6 0,10 0,-8 0,5-2,-5-1,3 0,0 1,5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17:21.9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78,'55'0,"1"0,-19 0,7 0,6 0,-2 0,-2 0,0 0,-3 0,11 0,9 0,0 0,6 0,-3 0,-4 0,-1 0,-2 0,2 0,16 0,-19 0,11 0,4 0,-21 0,22 0,-30 0,4 0,3 0,1 0,2 0,-8 0,-2 0,-2-5,0-1,4-2,-3 2,-3 5,-1-3,4 1,0-3,1-1,1 4,-2-3,12 2,-15 1,8 0,-14 3,1 0,0 0,0 0,0 0,0 0,0-3,-3 0,-2-1,0 2,-6 2,2 0,-4 0,3 0,3 0,0 0,0 0,2 0,-2 0,0 0,2 0,-3 0,0 0,13 0,-13 0,15 0,-14 0,5 0,0 0,0 0,1 0,1 0,-3 0,-1 0,-2 0,1 0,-2 0,2 0,-4 0,1 0,5 0,3 0,-1 0,-2 0,-4 0,-4 0,0 0,-1 0,-3 0,5 0,-9 0,6 0,-9 0,7 0,-4 0,5 0,-4 0,0 2,-1 1,1 0,-2 1,0-2,4 3,-3-1,5 2,-5-1,1 0,0 0,0-2,-2 2,1-2,-2 0,8 4,-8-4,7 4,-8-2,0-1,5 0,-5-2,6 3,-4-4,0 3,-1-4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17:32.1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27,'57'0,"-9"0,-23 0,3 0,5 0,10 0,6 0,6 0,9 0,3 0,4 0,-4 0,-2 0,-4 0,3 0,-3 0,-5 0,3 0,-1 0,6 0,1 0,-2 0,-2 0,-3 0,-1 0,-1 0,-4 0,-2 0,-5 0,20 0,-19 0,18-2,-21-2,0 1,0-1,-3 4,-4-1,-1-1,-1-2,1 1,-1 0,-5 3,0 0,-3 0,2 0,2 0,-2 0,0 0,-1 0,1 0,0 0,2 0,4 0,-3 0,1 0,8 0,-10 0,10 0,-12 0,3 0,0 0,0 0,3 0,1 0,3 0,-1 0,-1 0,2 0,6 0,4 0,6 0,2 0,-1 0,2 0,-1 0,1 0,3 0,1 0,3 0,29 0,-25 0,32 0,-29 0,9 0,4 0,-1 0,-1 0,-2 0,-4 0,0 0,-5 0,-2 0,-9 0,6 0,1 0,-4 0,5 0,-6 0,5 0,-2 0,-3 0,-3 0,-3 0,-1 0,16 0,-21 0,16 0,-24 0,7 0,-2 0,1 0,0 0,-1 0,0 0,-3 0,2 0,-3 0,-3 0,0 0,-1 0,2 0,5 0,1 0,-2 0,-2 0,-7 0,0 0,-1 0,4 0,3 0,3 0,16 0,-13 0,14 0,8 0,-23 0,24 0,-31 0,7 0,0 0,-4 0,2 0,-7 0,1 0,1 0,-2 0,6 0,-1 0,1 0,2 0,2 0,1 2,1 5,-3 2,8 8,-17-5,27 6,-35-10,19-1,-21-2,0-1,0 0,-4-2,3-2,0 0,3 0,0 0,-4 0,0 0,0 0,4 0,2 0,2 0,-3 0,1 0,2 0,-2 0,-1 0,-1 0,6 0,-4 0,16 0,-6 0,8 0,3 0,4 0,8 0,15 0,0 0,2 0,-6-3,-10 0,6-4,-13-2,-2 2,-5-2,-5 2,-2 2,-8 2,-10 2,-5-2,-1 0,-3 0,-2 0,6 3,-10 0,11 0,-11 0,6 0,1 0,-5 0,3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17:36.44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0,'82'0,"-26"0,-3 0,1 0,30 0,-32 0,12 0,8 0,2 0,2 0,10 0,2 0,5 0,-2 3,-37 3,0 1,31 4,-30-1,0 0,30 4,6 2,1 0,-4-3,-5-2,-1-2,-5-4,-1-2,3-2,1-1,-11 0,-5 0,-5 0,-1 0,9 0,-2 0,1 0,1 0,-1 0,1 0,0 0,2 0,15 0,-19 0,14 0,-22 0,6 0,1 0,2-3,-3 0,2-4,-3 0,0 2,2 2,-3 3,-2-1,-6 1,-6 0,0 0,2 0,5 0,2 0,-3 0,-1 0,0 0,-3 0,-2 0,-1 0,-4 0,13 0,-12 0,11 0,-13 0,8 0,-1 0,3 0,-3 0,-4 0,-1 0,-5 0,0 0,-5 0,0 0,2 0,2 0,5 0,3 0,-2 0,1 0,-1 0,1 0,-1 3,0 1,-1 2,10 0,-9-3,17 0,-11-3,9 0,2 0,5 0,0 0,1 0,0 0,1 0,-3 0,0 0,-6-2,-5-1,-2 0,-5-1,1 3,-6 0,-10 1,-7 0,-9 0,-3 0,12-1,-5 1,8 0,-2 0,-8 0,9 0,-2 0,6 0,-3 0,-2 2,-7 1,-3 0,8 0,3-3,2 0,-1 0,-7 0,-1 0,0 0,-2 0,-2 0,1 0,-1 0,9 0,0 0,11 0,-8 0,3 0,17 0,-18 0,26 0,-23 0,5 0,2 0,-1 0,1 0,-5 0,-1 0,-4 0,-2 0,2 2,-1 3,0 1,-1 2,-2 1,-1-3,-3 0,-1 0,0-3,6 0,-6 0,6-3,-2 0,-5 0,5 0,-12 0,4 0,1 0,2 0,0 0,-4 0,-1 0,10 0,-4 0,9 0,-6 0,1 0,-1 0,1 0,-4 0,0 0,-7 0,5 0,-5 0,5 0,0 0,-3 0,3-3,-12-17,1-8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24:44.63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1,'0'0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46:08.9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1 117,'46'0,"-1"0,-11 0,7 0,8 0,-1 0,3 0,-1 0,20 0,-17 0,18 0,-25 0,5 0,-3-3,-4 0,0-3,-5 0,5-1,-1-2,-1 2,-1-3,-5 2,2 0,6-2,5 1,5 2,-2-1,0 1,0 3,-3 1,-1 2,-6 1,-3 0,-4 0,-2 0,6 0,5 0,-6 0,-4 0,-15 0,-2 0,-3 0,5 0,-4 0,0 0,2 0,-1 4,0-1,-1 4,2 2,-8-3,11 5,-7-4,2 2,0 0,0 0,-3-1,7 4,-9-6,5 5,-2-4,0 1,3 1,-3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46:13.31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1,'63'0,"-5"0,-17 0,3 0,6 0,14 0,8 0,-1 0,-3 0,21 0,-24 0,31 0,-29 0,4 0,-1 0,1 0,-2 0,-2 0,-9 0,-7 0,-2 0,-6 0,0 0,-3 0,1 0,5 0,0 0,1 0,-3 0,-4 0,-3 0,-6 0,0 0,9 0,-8 0,10 0,-8 0,6 0,2 0,1 0,0 0,-7 0,-3 0,-6 0,-6 0,-1 0,-4 0,-2 0,8 0,-6 0,4 0,-6 0,2 0,1 0,4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49:54.19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2357,'91'0,"6"-3,-9-1,-37 2,2 0,-1 1,2 1,4 3,1 1,1 2,1 2,1 2,1 0,3 0,2-1,-2-2,-1-1,3-3,0-1,-1-2,-1 1,-4-1,2 0,24 0,-1 0,-27 0,0 0,20 0,-1 0,18-3,-46-3,1-1,-2-3,1-3,1-3,-1-2,-1-2,-1-2,-1 1,-1-2,40-24,-5-3,-6 1,-11 2,-6-1,-5 3,-1-5,5-4,-1-3,0-3,0 0,-2-2,2 1,-8 5,-5 1,-5 6,-7-7,-10 14,2-27,-17 29,3-21,-10 17,0-6,0 2,-6-3,-7 4,-4 4,-5-2,3 8,2 3,-1 4,0 6,-3-5,-3 1,-3 0,-1 0,-2 2,-2-2,0-1,-3-3,-15-17,-11-10,3 6,-4-2,21 24,-5-1,2 1,0 6,0 2,8 3,2 4,0 0,4 5,-3 0,1 3,-2 1,-6 3,-2 1,-4-1,-5 0,2 1,-2 3,-1-1,0 1,-7 0,-19 0,16 0,-17 0,21 0,-8 0,0 0,-4 3,-1 1,-2 2,2 5,4 0,3 2,4 1,6-1,3-2,4 1,-2 2,-5 3,-2 3,-1 1,4-1,4 0,9 0,7 1,3-3,2 2,-6 6,5-8,-4 10,8-10,-1 5,-1 0,-1 1,-3 0,0 4,-2 4,-3 5,2 2,-2 0,6-6,5-2,0-4,6 0,-2 2,2 2,2 3,2 1,1 3,1 1,2-1,2 4,2 3,3 24,1 14,3-5,0 4,0-26,0 4,0-3,0 1,3-6,3-5,3-9,2-11,-3-6,-1-7,-2-1,1 1,13-4,-12-1,9-6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50:00.10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0,'47'0,"1"0,-10 0,2 0,5 0,1 0,2 0,2 0,-3 0,18 0,-19 0,17 0,-21 0,2 0,-1 0,0 0,1 0,-1 0,0 0,-1 0,1 0,2 0,-3 0,-2 0,3 0,-1 0,7 0,-2 0,1 0,3 0,-2 0,-2 0,-4 0,-8 0,-5 0,2 0,-13 0,8 0,-11 0,2 0,2 0,-2 0,2 0,0 0,0 0,3 0,0 0,-3 0,0 0,-3 0,0 0,3 0,-2 0,-1 2,0 1,0-1,1 1,1-3,1 0,0 0,10 0,-9 2,15 1,-22-1,8 1,-7-1,-4 1,8 1,-5 1,1-1,-1 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58:00.7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0,'41'0,"-4"0,-22 0,1 0,1 0,0 0,2 2,-4 1,0 0,-1 3,1-3,-1 3,5-1,-7 0,5 1,-4 1,1 0,0 1,-1-1,-1-2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23T20:58:03.35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0,'44'0,"-7"0,-18 0,-2 0,-2 0,2 0,-2 0,2 0,0 0,1 3,1 0,-1 0,2 2,-3-2,0 4,-4-3,5 0,-2-2,0 1,4 2,-9 0,6-1,-7 8,2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31T13:53:59.49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0,'69'0,"-9"0,-21 0,-2 0,3 0,2 0,6 0,10 0,-12 0,-1 2,-20 1,0 0,-4 2,0-2,-1 0,1-1,-1-2,-3 0,-1 0,1 0,4 0,5 0,-2 0,1 0,-1 0,-5 0,-1 0,-4 0,1 2,1 1,0 0,2 4,-7-6,8 8,-5-6,2 4,3-2,-7 0,12 3,-13-5,7 3,-5-1,-7 11,3 0,-9 3,0-5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31T13:54:09.3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1 0,'0'0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31T13:57:47.01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0,'0'0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31T13:57:47.20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0,'0'0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31T13:57:48.06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0,'0'0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31T14:15:24.79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51,'52'0,"-5"0,-23 0,4 0,1 0,5 0,23 0,-14 0,21 0,-18 0,5 0,0 0,-3 0,-4 0,-6 0,-4 0,-3 0,-2 0,6 0,-7 0,6-2,-10-1,3 0,0 1,1 1,0 0,-1 1,0-3,2 0,2-1,3-2,-4 3,3-1,-3 0,-2 1,0 0,-3 0,-3 2,-4 1,-3-1,3 1,3 0,7 0,5 0,15 0,-11 0,12 0,-14 0,3 0,1 0,-3 0,0 0,-1 0,1 0,3 0,-4 0,2 0,-2 0,-1 0,3 0,-3 0,4 0,4 0,1 0,1 0,-1 0,-2 0,-5 0,-4 0,-5 0,-10 0,-1 0,0 0,1 0,7 0,-1 0,-2 0,-1 0,-2 0,-3 0,3 0,-2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8-31T14:15:19.1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</inkml:brush>
  </inkml:definitions>
  <inkml:trace contextRef="#ctx0" brushRef="#br0">0 1,'53'0,"0"0,-7 0,0 0,7 0,-7 0,1 0,3 0,-6 0,7 0,4 0,4 0,7 0,-4 0,28 0,-33 0,23 0,-22 0,15 0,-7 2,8 2,-22-1,2 0,-2-2,-4-1,0 0,-1 0,-5 0,-4 0,-5 0,-2 0,-1 0,4 0,2 0,2 0,5 0,1 0,4 0,3 0,1 0,3 0,18 2,-18 1,18 2,-23 4,6 2,0 0,2-1,-5 0,4 1,0 0,0-1,3-3,-5-3,-6 1,-1-2,0 0,2 0,2-1,0 1,0 0,-1 1,1 2,1-2,-4 3,18-1,-21 0,17 0,-21-3,8 0,-3-2,-2 2,3 0,-4 0,5 0,2-3,2 3,-1 1,-2 0,-7 0,-3-1,-2 2,-3 1,3 0,-2 3,1-2,-5 2,0-3,-3 0,-1 0,-4-2,-3 3,-8-6,5 3,-6 0,17-3,-4 4,8-5,3 0,1 0,11 0,6-3,2-3,5-4,2-4,0-1,-2 1,-8 0,17-4,-24 6,16-2,-24 5,-1 2,-6-2,-6 3,-6 2,-3 1,-2 0,2 0,0 0,5 1,0 2,1-3,1 1,7-2,5 2,5 1,3-2,-4 0,-4-1,-7 1,1 3,-15 0,6 0,1 0,-1-1,6-2,0 0,-4 1,2 0,-1 2,-1-3,-1 0,-7 1,-6-1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7250-0735-1FB1-3099-317EC2CE6F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2A08BE-4644-1536-656D-190B22F17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1089AC-8268-86BA-34F3-03C733295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BBBF3D-FD1A-0ABE-228F-7A9982DE4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AC6E7-1F46-C9CA-53CF-83E428712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4521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1D683-9F1C-39AB-733E-B768EB165A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36B7E-8920-BB3D-9E50-F932C51B0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DAEF34-3EB2-74A3-F533-9E64C36FBE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BDD1F-504A-704D-DEAC-CBB8FF22E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E8BE90-00CE-4613-F827-FB0F99ADA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5189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B0034-B2F9-C056-2725-4673940C0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D7EF78-7D73-A3E7-0ACD-877F231C2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437FA7-96BF-E25E-C06D-BE1608B1A6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2643FD-950E-CFEC-5AF3-7B52E098D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D386B-B0E5-66C3-BFBA-40ED800A1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0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7C362-495D-7E24-8B87-603BAF87A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8CCC8-2C91-5D61-E5D3-39B334AC88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CE54B1-06C7-D00A-57D9-55DA7E6AA4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1FE438-2BC2-F2C8-AC3C-519958BFE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71D2F0-73F5-BA1C-0FA3-7C5FCE32C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DF82B-1B4E-DD49-2893-F1551CC0F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025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C4FC0-9C4A-D4B3-EF10-250F384DF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F05341-897A-0D06-958B-38F8168949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7C384A-5A47-2BE1-1B33-15D0E0BFC8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278CAB9-CA49-AE5C-6E79-87949B93B3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517B86F-B82F-F329-352D-CCB2699FB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227963-B17A-598B-7388-0A21800DD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0C6F6B-C241-CD6F-E003-2B2FB9C9A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1AFEDF8-4A62-4701-D521-471DD8BFB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4595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C9174B-82DA-86FC-0C93-6CAFE7617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B65AC7-DA65-F6AE-B4A1-61A0A5AEF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4C5C36-B695-CC4C-66A6-709B9A010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B807C5-3309-DE88-B1AA-5FD371A31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614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A3BED6-BF66-D6C5-9B0C-7DBB2D0CC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439A17-4CB8-60E8-9C3A-0189AB512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EF56C4-D09A-5CC8-AFDA-FF3DD9C8D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727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A2AC1-FE6F-BC3D-CBC1-AF9D65E45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71B1C-443E-0B9F-027C-9A61BC12F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4155C8-580C-FFDB-F186-E55276A87F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9A29B7-9D4F-C10E-1FBC-B8EE7E8DB2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AA948A-0A8D-1EC3-7A44-BAA9CBF8F1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902042-D9DE-B184-49BA-71610FEFD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138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52F0D-D714-07FD-B168-9BC80F151A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F86379-6254-D74B-2E8F-CE84E2C5D7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2379B6-3C38-1920-816A-85846E82B9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D569AE-A386-038A-B3B8-607DB4605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061B7B-902F-C400-DDC1-4138173EB0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FCC336-9A00-B0D1-56F4-9657DC27F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2843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8AC-DAA5-18E9-1326-2535B9155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6DD5A8-A962-C9A4-E3C2-BEC61F945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0DAD50-A5DB-E697-31CD-27C5AFF18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DD7269-7B03-FB4A-81D2-A59EE7CD5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DB90E-1592-9C67-6CD0-8E4476C1EB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51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FAC7D17-A6E7-5B28-35F3-CC5ABB1DA4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6FD86B-4DEE-304D-71B0-149BC12B84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099A8-2CA7-64E1-3F33-D8DF6BB45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243CAC-15C6-5D3B-10CA-74132C618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53D507-B1CC-D815-00EE-9124118FC9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019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04B5EC-00F7-A907-0299-48F88FBDE9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10663E-0544-A41F-37C4-1804158EEE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3332C9-991F-E71A-5B1E-F3B0048BF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E77AAE-2F44-5C47-B387-1EEC3C22D174}" type="datetimeFigureOut">
              <a:rPr lang="en-US" smtClean="0"/>
              <a:t>9/4/26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9C1EB-C445-D984-266A-0EAE0EF0DD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9BB98E-5C6D-C441-D656-7A88F7F84E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7E9B1-F24B-3D45-AF76-8902742EDB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150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customXml" Target="../ink/ink1.xm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customXml" Target="../ink/ink2.xml"/><Relationship Id="rId10" Type="http://schemas.openxmlformats.org/officeDocument/2006/relationships/image" Target="../media/image7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1.png"/><Relationship Id="rId7" Type="http://schemas.openxmlformats.org/officeDocument/2006/relationships/customXml" Target="../ink/ink4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22.png"/><Relationship Id="rId10" Type="http://schemas.openxmlformats.org/officeDocument/2006/relationships/image" Target="../media/image25.png"/><Relationship Id="rId4" Type="http://schemas.openxmlformats.org/officeDocument/2006/relationships/customXml" Target="../ink/ink3.xml"/><Relationship Id="rId9" Type="http://schemas.openxmlformats.org/officeDocument/2006/relationships/customXml" Target="../ink/ink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8.png"/><Relationship Id="rId7" Type="http://schemas.openxmlformats.org/officeDocument/2006/relationships/customXml" Target="../ink/ink6.xm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1.png"/><Relationship Id="rId7" Type="http://schemas.openxmlformats.org/officeDocument/2006/relationships/customXml" Target="../ink/ink7.xml"/><Relationship Id="rId12" Type="http://schemas.openxmlformats.org/officeDocument/2006/relationships/image" Target="../media/image4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7.png"/><Relationship Id="rId5" Type="http://schemas.openxmlformats.org/officeDocument/2006/relationships/image" Target="../media/image43.png"/><Relationship Id="rId10" Type="http://schemas.openxmlformats.org/officeDocument/2006/relationships/image" Target="../media/image46.png"/><Relationship Id="rId4" Type="http://schemas.openxmlformats.org/officeDocument/2006/relationships/image" Target="../media/image42.png"/><Relationship Id="rId9" Type="http://schemas.openxmlformats.org/officeDocument/2006/relationships/customXml" Target="../ink/ink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5.png"/><Relationship Id="rId11" Type="http://schemas.openxmlformats.org/officeDocument/2006/relationships/customXml" Target="../ink/ink10.xml"/><Relationship Id="rId5" Type="http://schemas.openxmlformats.org/officeDocument/2006/relationships/image" Target="../media/image54.png"/><Relationship Id="rId10" Type="http://schemas.openxmlformats.org/officeDocument/2006/relationships/image" Target="../media/image58.png"/><Relationship Id="rId4" Type="http://schemas.openxmlformats.org/officeDocument/2006/relationships/image" Target="../media/image53.png"/><Relationship Id="rId9" Type="http://schemas.openxmlformats.org/officeDocument/2006/relationships/customXml" Target="../ink/ink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13" Type="http://schemas.openxmlformats.org/officeDocument/2006/relationships/customXml" Target="../ink/ink15.xml"/><Relationship Id="rId18" Type="http://schemas.openxmlformats.org/officeDocument/2006/relationships/image" Target="../media/image71.png"/><Relationship Id="rId3" Type="http://schemas.openxmlformats.org/officeDocument/2006/relationships/image" Target="../media/image63.png"/><Relationship Id="rId7" Type="http://schemas.openxmlformats.org/officeDocument/2006/relationships/customXml" Target="../ink/ink12.xml"/><Relationship Id="rId12" Type="http://schemas.openxmlformats.org/officeDocument/2006/relationships/image" Target="../media/image68.png"/><Relationship Id="rId17" Type="http://schemas.openxmlformats.org/officeDocument/2006/relationships/customXml" Target="../ink/ink17.xml"/><Relationship Id="rId2" Type="http://schemas.openxmlformats.org/officeDocument/2006/relationships/image" Target="../media/image62.png"/><Relationship Id="rId16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customXml" Target="../ink/ink14.xml"/><Relationship Id="rId5" Type="http://schemas.openxmlformats.org/officeDocument/2006/relationships/customXml" Target="../ink/ink11.xml"/><Relationship Id="rId15" Type="http://schemas.openxmlformats.org/officeDocument/2006/relationships/customXml" Target="../ink/ink16.xml"/><Relationship Id="rId10" Type="http://schemas.openxmlformats.org/officeDocument/2006/relationships/image" Target="../media/image67.png"/><Relationship Id="rId4" Type="http://schemas.openxmlformats.org/officeDocument/2006/relationships/image" Target="../media/image64.png"/><Relationship Id="rId9" Type="http://schemas.openxmlformats.org/officeDocument/2006/relationships/customXml" Target="../ink/ink13.xml"/><Relationship Id="rId14" Type="http://schemas.openxmlformats.org/officeDocument/2006/relationships/image" Target="../media/image6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customXml" Target="../ink/ink20.xml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12" Type="http://schemas.openxmlformats.org/officeDocument/2006/relationships/image" Target="../media/image80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11" Type="http://schemas.openxmlformats.org/officeDocument/2006/relationships/customXml" Target="../ink/ink19.xml"/><Relationship Id="rId5" Type="http://schemas.openxmlformats.org/officeDocument/2006/relationships/image" Target="../media/image75.png"/><Relationship Id="rId10" Type="http://schemas.openxmlformats.org/officeDocument/2006/relationships/image" Target="../media/image79.png"/><Relationship Id="rId4" Type="http://schemas.openxmlformats.org/officeDocument/2006/relationships/image" Target="../media/image74.png"/><Relationship Id="rId9" Type="http://schemas.openxmlformats.org/officeDocument/2006/relationships/customXml" Target="../ink/ink18.xml"/><Relationship Id="rId14" Type="http://schemas.openxmlformats.org/officeDocument/2006/relationships/image" Target="../media/image8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5.png"/><Relationship Id="rId4" Type="http://schemas.openxmlformats.org/officeDocument/2006/relationships/image" Target="../media/image8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7" Type="http://schemas.openxmlformats.org/officeDocument/2006/relationships/image" Target="../media/image91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customXml" Target="../ink/ink21.xml"/><Relationship Id="rId4" Type="http://schemas.openxmlformats.org/officeDocument/2006/relationships/image" Target="../media/image96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customXml" Target="../ink/ink22.xml"/><Relationship Id="rId3" Type="http://schemas.openxmlformats.org/officeDocument/2006/relationships/image" Target="../media/image98.png"/><Relationship Id="rId7" Type="http://schemas.openxmlformats.org/officeDocument/2006/relationships/image" Target="../media/image102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11" Type="http://schemas.openxmlformats.org/officeDocument/2006/relationships/image" Target="../media/image104.png"/><Relationship Id="rId5" Type="http://schemas.openxmlformats.org/officeDocument/2006/relationships/image" Target="../media/image100.png"/><Relationship Id="rId10" Type="http://schemas.openxmlformats.org/officeDocument/2006/relationships/customXml" Target="../ink/ink23.xml"/><Relationship Id="rId4" Type="http://schemas.openxmlformats.org/officeDocument/2006/relationships/image" Target="../media/image99.png"/><Relationship Id="rId9" Type="http://schemas.openxmlformats.org/officeDocument/2006/relationships/image" Target="../media/image10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6.png"/><Relationship Id="rId7" Type="http://schemas.openxmlformats.org/officeDocument/2006/relationships/image" Target="../media/image108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5.xml"/><Relationship Id="rId5" Type="http://schemas.openxmlformats.org/officeDocument/2006/relationships/image" Target="../media/image107.png"/><Relationship Id="rId4" Type="http://schemas.openxmlformats.org/officeDocument/2006/relationships/customXml" Target="../ink/ink2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3.png"/><Relationship Id="rId4" Type="http://schemas.openxmlformats.org/officeDocument/2006/relationships/image" Target="../media/image11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customXml" Target="../ink/ink27.xml"/><Relationship Id="rId3" Type="http://schemas.openxmlformats.org/officeDocument/2006/relationships/image" Target="../media/image115.png"/><Relationship Id="rId7" Type="http://schemas.openxmlformats.org/officeDocument/2006/relationships/image" Target="../media/image118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6.xml"/><Relationship Id="rId5" Type="http://schemas.openxmlformats.org/officeDocument/2006/relationships/image" Target="../media/image117.png"/><Relationship Id="rId4" Type="http://schemas.openxmlformats.org/officeDocument/2006/relationships/image" Target="../media/image116.png"/><Relationship Id="rId9" Type="http://schemas.openxmlformats.org/officeDocument/2006/relationships/image" Target="../media/image119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22.png"/><Relationship Id="rId7" Type="http://schemas.openxmlformats.org/officeDocument/2006/relationships/image" Target="../media/image124.png"/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9.xml"/><Relationship Id="rId5" Type="http://schemas.openxmlformats.org/officeDocument/2006/relationships/image" Target="../media/image123.png"/><Relationship Id="rId4" Type="http://schemas.openxmlformats.org/officeDocument/2006/relationships/customXml" Target="../ink/ink28.xml"/><Relationship Id="rId9" Type="http://schemas.openxmlformats.org/officeDocument/2006/relationships/image" Target="../media/image126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image" Target="../media/image128.png"/><Relationship Id="rId7" Type="http://schemas.openxmlformats.org/officeDocument/2006/relationships/customXml" Target="../ink/ink32.xml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1.xml"/><Relationship Id="rId5" Type="http://schemas.openxmlformats.org/officeDocument/2006/relationships/image" Target="../media/image124.png"/><Relationship Id="rId4" Type="http://schemas.openxmlformats.org/officeDocument/2006/relationships/customXml" Target="../ink/ink30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image" Target="../media/image1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6.png"/><Relationship Id="rId4" Type="http://schemas.openxmlformats.org/officeDocument/2006/relationships/image" Target="../media/image13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0.png"/><Relationship Id="rId4" Type="http://schemas.openxmlformats.org/officeDocument/2006/relationships/customXml" Target="../ink/ink3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ustomXml" Target="../ink/ink34.xml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7" Type="http://schemas.openxmlformats.org/officeDocument/2006/relationships/image" Target="../media/image148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.png"/><Relationship Id="rId5" Type="http://schemas.openxmlformats.org/officeDocument/2006/relationships/image" Target="../media/image146.png"/><Relationship Id="rId4" Type="http://schemas.openxmlformats.org/officeDocument/2006/relationships/image" Target="../media/image14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png"/><Relationship Id="rId5" Type="http://schemas.openxmlformats.org/officeDocument/2006/relationships/image" Target="../media/image156.png"/><Relationship Id="rId4" Type="http://schemas.openxmlformats.org/officeDocument/2006/relationships/image" Target="../media/image15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2.png"/><Relationship Id="rId4" Type="http://schemas.openxmlformats.org/officeDocument/2006/relationships/image" Target="../media/image16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6.png"/><Relationship Id="rId4" Type="http://schemas.openxmlformats.org/officeDocument/2006/relationships/image" Target="../media/image165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0.png"/><Relationship Id="rId3" Type="http://schemas.openxmlformats.org/officeDocument/2006/relationships/image" Target="../media/image164.png"/><Relationship Id="rId7" Type="http://schemas.openxmlformats.org/officeDocument/2006/relationships/image" Target="../media/image169.png"/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8.png"/><Relationship Id="rId5" Type="http://schemas.openxmlformats.org/officeDocument/2006/relationships/image" Target="../media/image167.png"/><Relationship Id="rId4" Type="http://schemas.openxmlformats.org/officeDocument/2006/relationships/image" Target="../media/image166.png"/><Relationship Id="rId9" Type="http://schemas.openxmlformats.org/officeDocument/2006/relationships/image" Target="../media/image171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6.png"/><Relationship Id="rId5" Type="http://schemas.openxmlformats.org/officeDocument/2006/relationships/image" Target="../media/image175.png"/><Relationship Id="rId4" Type="http://schemas.openxmlformats.org/officeDocument/2006/relationships/image" Target="../media/image17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8.png"/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FED06-E9C4-21C5-C760-6FE50ADBC0F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Method of Separation of Variables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6D7F37-9B7E-7196-5D90-A888B84CFA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0039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7FB78-EEB0-FE43-AF94-DD0C4E8722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FCEBD0-0822-6B26-C6F8-20C69473C77F}"/>
              </a:ext>
            </a:extLst>
          </p:cNvPr>
          <p:cNvSpPr txBox="1"/>
          <p:nvPr/>
        </p:nvSpPr>
        <p:spPr>
          <a:xfrm>
            <a:off x="1220152" y="831265"/>
            <a:ext cx="93754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Use a technique called the </a:t>
            </a:r>
            <a:r>
              <a:rPr lang="en-US" b="1" dirty="0"/>
              <a:t>method of separation of variables </a:t>
            </a:r>
            <a:r>
              <a:rPr lang="en-US" dirty="0"/>
              <a:t>to solve the heat equations.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8CDF6F-D038-A11E-0956-EABFE1BC5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510" y="1431828"/>
            <a:ext cx="7772400" cy="86252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35BDCBD-CB11-FD4D-E0B0-7F6C3F0624A5}"/>
                  </a:ext>
                </a:extLst>
              </p14:cNvPr>
              <p14:cNvContentPartPr/>
              <p14:nvPr/>
            </p14:nvContentPartPr>
            <p14:xfrm>
              <a:off x="4185000" y="2031750"/>
              <a:ext cx="1013760" cy="2340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35BDCBD-CB11-FD4D-E0B0-7F6C3F0624A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31000" y="1923750"/>
                <a:ext cx="1121400" cy="23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83D6C7FE-C836-6290-66ED-2680E09BC23B}"/>
                  </a:ext>
                </a:extLst>
              </p14:cNvPr>
              <p14:cNvContentPartPr/>
              <p14:nvPr/>
            </p14:nvContentPartPr>
            <p14:xfrm>
              <a:off x="3358440" y="2047230"/>
              <a:ext cx="379440" cy="313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83D6C7FE-C836-6290-66ED-2680E09BC23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3304800" y="1939590"/>
                <a:ext cx="487080" cy="246960"/>
              </a:xfrm>
              <a:prstGeom prst="rect">
                <a:avLst/>
              </a:prstGeom>
            </p:spPr>
          </p:pic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1324422F-40E6-5CB5-DDD7-B94A8B2F153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2560" y="3406139"/>
            <a:ext cx="7772400" cy="7921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799023-564A-0991-1613-694A0C6D5D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0152" y="2452553"/>
            <a:ext cx="3187700" cy="914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341FC69-A901-0575-BC0F-2A8E11548D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58440" y="4167591"/>
            <a:ext cx="4114800" cy="622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D3A258-9425-935E-21C2-65ABA98CDB0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2560" y="4789892"/>
            <a:ext cx="7042770" cy="390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488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53A11-8699-7039-7881-B0AD35AF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49B42E-0EA8-CA23-E0AC-10B0595D956A}"/>
              </a:ext>
            </a:extLst>
          </p:cNvPr>
          <p:cNvSpPr txBox="1"/>
          <p:nvPr/>
        </p:nvSpPr>
        <p:spPr>
          <a:xfrm>
            <a:off x="1094423" y="889754"/>
            <a:ext cx="609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Heat operator</a:t>
            </a:r>
            <a:r>
              <a:rPr lang="en-US" dirty="0"/>
              <a:t>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9B4845A-EA21-5143-9454-864029A10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8008" y="1074420"/>
            <a:ext cx="2616200" cy="952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1CA174-4C81-D210-4285-91D76E77BCA5}"/>
              </a:ext>
            </a:extLst>
          </p:cNvPr>
          <p:cNvSpPr txBox="1"/>
          <p:nvPr/>
        </p:nvSpPr>
        <p:spPr>
          <a:xfrm>
            <a:off x="1094423" y="2026920"/>
            <a:ext cx="77636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Show the heat operator is a linear operator and satisfies the linearity property</a:t>
            </a:r>
          </a:p>
        </p:txBody>
      </p:sp>
    </p:spTree>
    <p:extLst>
      <p:ext uri="{BB962C8B-B14F-4D97-AF65-F5344CB8AC3E}">
        <p14:creationId xmlns:p14="http://schemas.microsoft.com/office/powerpoint/2010/main" val="15514874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7CA6A-4304-31FE-0C97-60C8026E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09425440-9897-752F-BC87-B5D72E423C09}"/>
              </a:ext>
            </a:extLst>
          </p:cNvPr>
          <p:cNvGrpSpPr/>
          <p:nvPr/>
        </p:nvGrpSpPr>
        <p:grpSpPr>
          <a:xfrm>
            <a:off x="789940" y="768350"/>
            <a:ext cx="10021337" cy="3345180"/>
            <a:chOff x="789940" y="768350"/>
            <a:chExt cx="10021337" cy="334518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172F2BC9-B862-DA58-F4BD-E5641028EC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89940" y="768350"/>
              <a:ext cx="5651500" cy="520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249B391-B638-8FAC-CFFF-DB0237CC3D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78395" y="1289050"/>
              <a:ext cx="1553340" cy="648482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BD48D55D-51CD-1E4F-710E-E7D1FD12B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9940" y="2171771"/>
              <a:ext cx="10021337" cy="832975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43E8E9D-880C-8A64-12EB-D9E3F6AFCD9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44185" y="3110230"/>
              <a:ext cx="3975100" cy="1003300"/>
            </a:xfrm>
            <a:prstGeom prst="rect">
              <a:avLst/>
            </a:prstGeom>
          </p:spPr>
        </p:pic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583EFA7B-581F-C9A3-1DB7-18B530B049C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3998" y="2002032"/>
            <a:ext cx="5010669" cy="21501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65624A8-1026-F3D7-A2B0-5722C78C0A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8372" y="3371213"/>
            <a:ext cx="4724400" cy="69302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6B6FFAB-2E37-632E-A071-8B38CE3876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901" y="2653785"/>
            <a:ext cx="2750722" cy="1041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29C5C7-ED0D-175C-7FE1-FBBE82FC28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91736" y="3371213"/>
            <a:ext cx="1976636" cy="1041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41CE99C-FF2E-335B-2DEA-8B7946F0F0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6930" y="4113530"/>
            <a:ext cx="3073400" cy="1003300"/>
          </a:xfrm>
          <a:prstGeom prst="rect">
            <a:avLst/>
          </a:prstGeom>
        </p:spPr>
      </p:pic>
      <p:sp>
        <p:nvSpPr>
          <p:cNvPr id="16" name="Left-Right Arrow 15">
            <a:extLst>
              <a:ext uri="{FF2B5EF4-FFF2-40B4-BE49-F238E27FC236}">
                <a16:creationId xmlns:a16="http://schemas.microsoft.com/office/drawing/2014/main" id="{2567BF72-EC12-7C82-EF95-187245A07F8A}"/>
              </a:ext>
            </a:extLst>
          </p:cNvPr>
          <p:cNvSpPr/>
          <p:nvPr/>
        </p:nvSpPr>
        <p:spPr>
          <a:xfrm>
            <a:off x="5297082" y="4448419"/>
            <a:ext cx="875011" cy="295422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83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FDB58-8BE9-B203-9DAE-1529DF929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3C1ED62-1206-FED1-C1D6-B1DC3718B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384" y="839838"/>
            <a:ext cx="9525111" cy="93269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6693DA4-BB70-E210-C826-6BE8171667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7011" y="1943859"/>
            <a:ext cx="2159000" cy="1104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FA48A8-9198-8E83-88A6-9111352A5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8067" y="3389361"/>
            <a:ext cx="3352800" cy="4445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DB4DB8A-38AE-4D6B-037A-C91FB5E4D5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4384" y="3390142"/>
            <a:ext cx="4432300" cy="419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5985FCA-8FE4-665E-AA95-88215E7359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4316" y="668508"/>
            <a:ext cx="2273300" cy="965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4EF2756-62C0-15B3-EB22-2A7561C1AC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5479" y="1375593"/>
            <a:ext cx="6843444" cy="16731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9B95A79-AE3E-6AD7-9B76-F161743E55CE}"/>
              </a:ext>
            </a:extLst>
          </p:cNvPr>
          <p:cNvSpPr txBox="1"/>
          <p:nvPr/>
        </p:nvSpPr>
        <p:spPr>
          <a:xfrm>
            <a:off x="8834316" y="3429000"/>
            <a:ext cx="6098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(the </a:t>
            </a:r>
            <a:r>
              <a:rPr lang="en-US" i="1" dirty="0"/>
              <a:t>trivial</a:t>
            </a:r>
            <a:r>
              <a:rPr lang="en-US" dirty="0"/>
              <a:t> solution)</a:t>
            </a:r>
          </a:p>
        </p:txBody>
      </p:sp>
    </p:spTree>
    <p:extLst>
      <p:ext uri="{BB962C8B-B14F-4D97-AF65-F5344CB8AC3E}">
        <p14:creationId xmlns:p14="http://schemas.microsoft.com/office/powerpoint/2010/main" val="1754316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44963-12DF-E0F1-80B7-2B6A6DCF2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4A40085-5F24-2477-1E7A-E7B4B244E76F}"/>
              </a:ext>
            </a:extLst>
          </p:cNvPr>
          <p:cNvGrpSpPr/>
          <p:nvPr/>
        </p:nvGrpSpPr>
        <p:grpSpPr>
          <a:xfrm>
            <a:off x="1182856" y="876984"/>
            <a:ext cx="9230958" cy="1753674"/>
            <a:chOff x="1182856" y="876984"/>
            <a:chExt cx="9230958" cy="175367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F233631-49ED-04A6-C4D8-188842FF3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82857" y="1045318"/>
              <a:ext cx="9230957" cy="158534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A952968-68D5-7123-24A3-E86D6FD20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82856" y="876984"/>
              <a:ext cx="5654041" cy="546100"/>
            </a:xfrm>
            <a:prstGeom prst="rect">
              <a:avLst/>
            </a:prstGeom>
          </p:spPr>
        </p:pic>
      </p:grp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A85DAAEB-A0F4-D569-FF0E-87F8B3B6B17F}"/>
                  </a:ext>
                </a:extLst>
              </p14:cNvPr>
              <p14:cNvContentPartPr/>
              <p14:nvPr/>
            </p14:nvContentPartPr>
            <p14:xfrm>
              <a:off x="6845760" y="1940760"/>
              <a:ext cx="1329480" cy="19332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A85DAAEB-A0F4-D569-FF0E-87F8B3B6B17F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92120" y="1832760"/>
                <a:ext cx="1437120" cy="40896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CF3091-A5F1-F174-3008-9EF8B29782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82856" y="3429000"/>
            <a:ext cx="9708220" cy="1804182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C5513966-80EA-1F8B-F6EA-64FF5CE06258}"/>
                  </a:ext>
                </a:extLst>
              </p14:cNvPr>
              <p14:cNvContentPartPr/>
              <p14:nvPr/>
            </p14:nvContentPartPr>
            <p14:xfrm>
              <a:off x="1505880" y="3719160"/>
              <a:ext cx="2932920" cy="748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C5513966-80EA-1F8B-F6EA-64FF5CE0625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452240" y="3611160"/>
                <a:ext cx="3040560" cy="290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54A259BE-57CA-93F0-7F1C-9954FF55D353}"/>
                  </a:ext>
                </a:extLst>
              </p14:cNvPr>
              <p14:cNvContentPartPr/>
              <p14:nvPr/>
            </p14:nvContentPartPr>
            <p14:xfrm>
              <a:off x="3687120" y="4408200"/>
              <a:ext cx="1907640" cy="381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54A259BE-57CA-93F0-7F1C-9954FF55D353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633480" y="4300200"/>
                <a:ext cx="2015280" cy="253800"/>
              </a:xfrm>
              <a:prstGeom prst="rect">
                <a:avLst/>
              </a:prstGeom>
            </p:spPr>
          </p:pic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E0092AB8-790C-B6E2-8CC6-982DCE60D694}"/>
              </a:ext>
            </a:extLst>
          </p:cNvPr>
          <p:cNvSpPr txBox="1"/>
          <p:nvPr/>
        </p:nvSpPr>
        <p:spPr>
          <a:xfrm>
            <a:off x="1591768" y="5496104"/>
            <a:ext cx="6098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Proof: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68421D8-110D-B0D4-32B7-13F29507461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06800" y="5383665"/>
            <a:ext cx="4064000" cy="53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7884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7E2EC-9417-FF56-DD6A-55B29531F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B8FA138-4671-035B-8E80-119C2AD2B9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5566" y="805268"/>
            <a:ext cx="7772400" cy="10834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FFAC08-308D-0DCB-C354-9D09DE419E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707" y="1927379"/>
            <a:ext cx="1816100" cy="685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9AF61A9-78D8-48F2-64AB-1BC343343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0329" y="2613179"/>
            <a:ext cx="2171700" cy="1066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0F87D4-95F7-40F6-ACFC-5223D2263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2707" y="3464665"/>
            <a:ext cx="1765300" cy="939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4FD80E-C683-4512-2017-5D9173AA34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0329" y="4531465"/>
            <a:ext cx="3695700" cy="8890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F140CBEA-D478-1E67-0E6E-DD9A697665CD}"/>
                  </a:ext>
                </a:extLst>
              </p14:cNvPr>
              <p14:cNvContentPartPr/>
              <p14:nvPr/>
            </p14:nvContentPartPr>
            <p14:xfrm>
              <a:off x="5180760" y="1333080"/>
              <a:ext cx="677160" cy="2412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F140CBEA-D478-1E67-0E6E-DD9A697665CD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127120" y="1225440"/>
                <a:ext cx="784800" cy="239760"/>
              </a:xfrm>
              <a:prstGeom prst="rect">
                <a:avLst/>
              </a:prstGeom>
            </p:spPr>
          </p:pic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8A6EC4F2-F2B7-4CC2-C2FB-A4FEFAFEF058}"/>
              </a:ext>
            </a:extLst>
          </p:cNvPr>
          <p:cNvSpPr txBox="1"/>
          <p:nvPr/>
        </p:nvSpPr>
        <p:spPr>
          <a:xfrm>
            <a:off x="2599007" y="5868066"/>
            <a:ext cx="6098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Homogeneous?</a:t>
            </a:r>
          </a:p>
        </p:txBody>
      </p:sp>
    </p:spTree>
    <p:extLst>
      <p:ext uri="{BB962C8B-B14F-4D97-AF65-F5344CB8AC3E}">
        <p14:creationId xmlns:p14="http://schemas.microsoft.com/office/powerpoint/2010/main" val="42414370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4BAC6-3243-AFE6-51D9-9584EA149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C368E81-C4F5-07C6-76AA-178DED18ACD3}"/>
              </a:ext>
            </a:extLst>
          </p:cNvPr>
          <p:cNvSpPr txBox="1"/>
          <p:nvPr/>
        </p:nvSpPr>
        <p:spPr>
          <a:xfrm>
            <a:off x="1023423" y="1011088"/>
            <a:ext cx="69670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Heat Equation with Zero Temperatures At Finite Ends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F801F5C-D38A-90F8-7042-2F1DC4DDAA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1900" y="1997515"/>
            <a:ext cx="3594100" cy="977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B74827-7C83-7F36-472E-DC19B8118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1900" y="3304442"/>
            <a:ext cx="2209800" cy="952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258D2CA-8B76-7F1B-7FBF-2BF9E6B2BC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9051" y="4585969"/>
            <a:ext cx="2324100" cy="647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3062A9A-C9E5-90E1-5F8F-6B4F06A401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6951" y="5244220"/>
            <a:ext cx="7772400" cy="8636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FEE3AD-2392-DCF1-5AD0-836D006359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972" y="5826271"/>
            <a:ext cx="4720785" cy="58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61247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9EDA5-423E-2B70-4804-6C88B8F3A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7EBACEB-FB9E-F13B-D1D7-FF5AF4438C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7603" y="1042449"/>
            <a:ext cx="9729264" cy="276989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933A4F7-4673-D8F2-AFA9-BFF185E10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7648" y="3386895"/>
            <a:ext cx="3469054" cy="850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032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59DBA-E8CC-9870-D8B9-3DF404B96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8AC3FBA-6BAD-F936-93DA-A47F5ADBA4C9}"/>
              </a:ext>
            </a:extLst>
          </p:cNvPr>
          <p:cNvGrpSpPr/>
          <p:nvPr/>
        </p:nvGrpSpPr>
        <p:grpSpPr>
          <a:xfrm>
            <a:off x="1675228" y="940515"/>
            <a:ext cx="7772400" cy="2645588"/>
            <a:chOff x="1675228" y="940515"/>
            <a:chExt cx="7772400" cy="264558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91E4D319-9845-DEE4-6DE2-C6288D62A8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75228" y="940515"/>
              <a:ext cx="7772400" cy="70039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55B6613-352E-6F1C-62BE-B72972A047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49196" y="1525465"/>
              <a:ext cx="2273300" cy="5715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00082B9-B417-B7E0-0B72-4F667BB10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75228" y="2107516"/>
              <a:ext cx="7772400" cy="138592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E9316CD-DF4F-D9B0-A20F-F1B676EBA1C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386124" y="2493666"/>
              <a:ext cx="2061504" cy="935333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B8232F2-E3DD-5B88-E149-EEB5880EF3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75228" y="2874903"/>
              <a:ext cx="5710896" cy="711200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08A4CE07-7B28-279E-53B2-7572BD6772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5228" y="2846767"/>
            <a:ext cx="7772400" cy="241654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6DDA76-F7DE-663A-BBB7-F6D1CEB6F9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6167" y="2860836"/>
            <a:ext cx="876300" cy="35559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030015C-4037-D258-2911-8D01144B832A}"/>
                  </a:ext>
                </a:extLst>
              </p14:cNvPr>
              <p14:cNvContentPartPr/>
              <p14:nvPr/>
            </p14:nvContentPartPr>
            <p14:xfrm>
              <a:off x="8332200" y="4766760"/>
              <a:ext cx="902160" cy="169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030015C-4037-D258-2911-8D01144B832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8278200" y="4658760"/>
                <a:ext cx="1009800" cy="23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86056780-DC0F-3C33-F768-8882B9E46298}"/>
                  </a:ext>
                </a:extLst>
              </p14:cNvPr>
              <p14:cNvContentPartPr/>
              <p14:nvPr/>
            </p14:nvContentPartPr>
            <p14:xfrm>
              <a:off x="1875240" y="5072400"/>
              <a:ext cx="790200" cy="97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86056780-DC0F-3C33-F768-8882B9E4629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821600" y="4964760"/>
                <a:ext cx="897840" cy="225360"/>
              </a:xfrm>
              <a:prstGeom prst="rect">
                <a:avLst/>
              </a:prstGeom>
            </p:spPr>
          </p:pic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80BC67C1-0066-10DD-DD98-63DC309490C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49196" y="5517716"/>
            <a:ext cx="1473200" cy="5842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FC5247D-85A0-B5D6-2B07-1106433EBCC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30676" y="5466916"/>
            <a:ext cx="1587500" cy="68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5328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B950A-9D01-9ED4-5D72-81C5F77F7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5B0DC0-86DA-79D4-6A71-3200458D8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380" y="703287"/>
            <a:ext cx="2717800" cy="977900"/>
          </a:xfrm>
          <a:prstGeom prst="rect">
            <a:avLst/>
          </a:prstGeom>
        </p:spPr>
      </p:pic>
      <p:sp>
        <p:nvSpPr>
          <p:cNvPr id="4" name="Right Arrow 3">
            <a:extLst>
              <a:ext uri="{FF2B5EF4-FFF2-40B4-BE49-F238E27FC236}">
                <a16:creationId xmlns:a16="http://schemas.microsoft.com/office/drawing/2014/main" id="{70EA03C3-5529-0D8B-C6EE-E2B9D08251C4}"/>
              </a:ext>
            </a:extLst>
          </p:cNvPr>
          <p:cNvSpPr/>
          <p:nvPr/>
        </p:nvSpPr>
        <p:spPr>
          <a:xfrm>
            <a:off x="5064369" y="1010725"/>
            <a:ext cx="1237957" cy="33762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B4774D-4B82-8F35-DB19-BEA6546B37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2717" y="379437"/>
            <a:ext cx="2984500" cy="162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0640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5172-8156-2C5C-69E6-023A24F39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992F367-CD1F-7066-3736-441268F63049}"/>
              </a:ext>
            </a:extLst>
          </p:cNvPr>
          <p:cNvGrpSpPr/>
          <p:nvPr/>
        </p:nvGrpSpPr>
        <p:grpSpPr>
          <a:xfrm>
            <a:off x="1099527" y="14960"/>
            <a:ext cx="8221491" cy="3832752"/>
            <a:chOff x="1099527" y="-111652"/>
            <a:chExt cx="8221491" cy="383275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B57EEA9E-2BDB-B3CC-3398-AECED84EF6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48618" y="269348"/>
              <a:ext cx="7772400" cy="176137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97A987E-8697-F429-2E52-C6ACD02AA9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39991" y="2063673"/>
              <a:ext cx="2908300" cy="1028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0404703-EE70-90B4-33FC-4D9C75CB5A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19091" y="3136900"/>
              <a:ext cx="7150100" cy="5842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1ABB897-4C05-7339-1B74-5D2738C0BA0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99527" y="-111652"/>
              <a:ext cx="5962454" cy="762000"/>
            </a:xfrm>
            <a:prstGeom prst="rect">
              <a:avLst/>
            </a:prstGeom>
          </p:spPr>
        </p:pic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C0A67365-434B-0EFB-3DCA-C26C215D94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8618" y="4156229"/>
            <a:ext cx="7772400" cy="6469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77A219-5AE9-59FB-0B4F-2AD1A591BFE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62819" y="4939825"/>
            <a:ext cx="7772400" cy="164246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B7A1101-0658-E224-610E-F825EB3019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05248" y="4424978"/>
            <a:ext cx="1715770" cy="406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B063984-1351-DE6C-6468-8D93F3D2DF0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9090" y="4880317"/>
            <a:ext cx="4376909" cy="406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BD0C70A8-9B51-637C-FFCE-950DC474DD00}"/>
              </a:ext>
            </a:extLst>
          </p:cNvPr>
          <p:cNvSpPr txBox="1"/>
          <p:nvPr/>
        </p:nvSpPr>
        <p:spPr>
          <a:xfrm>
            <a:off x="7605248" y="437220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 …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AE2370-43C7-C188-51E1-96FB4B1B8355}"/>
              </a:ext>
            </a:extLst>
          </p:cNvPr>
          <p:cNvSpPr txBox="1"/>
          <p:nvPr/>
        </p:nvSpPr>
        <p:spPr>
          <a:xfrm>
            <a:off x="5126079" y="4895866"/>
            <a:ext cx="617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 …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10280112-9A23-84D3-982F-8F7521313E4A}"/>
                  </a:ext>
                </a:extLst>
              </p14:cNvPr>
              <p14:cNvContentPartPr/>
              <p14:nvPr/>
            </p14:nvContentPartPr>
            <p14:xfrm>
              <a:off x="6335640" y="2729880"/>
              <a:ext cx="360" cy="36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10280112-9A23-84D3-982F-8F7521313E4A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281640" y="262224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63FF2ED2-3371-99F1-06DC-1BE0441117CF}"/>
                  </a:ext>
                </a:extLst>
              </p14:cNvPr>
              <p14:cNvContentPartPr/>
              <p14:nvPr/>
            </p14:nvContentPartPr>
            <p14:xfrm>
              <a:off x="6280560" y="2715840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63FF2ED2-3371-99F1-06DC-1BE0441117CF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6226560" y="2607840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148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F52DD-65E9-86E2-B2CB-34E6E5FB5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9D82B9-127A-D283-7FC6-772B4157CC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3775" y="855784"/>
            <a:ext cx="2984500" cy="1066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F056B47-5593-1082-1CB7-7082243A75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5727" y="414704"/>
            <a:ext cx="1778000" cy="1104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1F4D6C8-973E-E3F0-6DC6-9BE0491AD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5727" y="1653540"/>
            <a:ext cx="1765300" cy="990600"/>
          </a:xfrm>
          <a:prstGeom prst="rect">
            <a:avLst/>
          </a:prstGeom>
        </p:spPr>
      </p:pic>
      <p:sp>
        <p:nvSpPr>
          <p:cNvPr id="6" name="Right Arrow 5">
            <a:extLst>
              <a:ext uri="{FF2B5EF4-FFF2-40B4-BE49-F238E27FC236}">
                <a16:creationId xmlns:a16="http://schemas.microsoft.com/office/drawing/2014/main" id="{7C253F58-959B-B40A-BB92-52A3CB5977FE}"/>
              </a:ext>
            </a:extLst>
          </p:cNvPr>
          <p:cNvSpPr/>
          <p:nvPr/>
        </p:nvSpPr>
        <p:spPr>
          <a:xfrm>
            <a:off x="4820139" y="1204545"/>
            <a:ext cx="773723" cy="36927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03C445-0370-4FB8-4B21-55208C7AA791}"/>
              </a:ext>
            </a:extLst>
          </p:cNvPr>
          <p:cNvSpPr txBox="1"/>
          <p:nvPr/>
        </p:nvSpPr>
        <p:spPr>
          <a:xfrm>
            <a:off x="8155632" y="782488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5F2217-E1CB-3A88-1F11-7F1A9A91E04B}"/>
              </a:ext>
            </a:extLst>
          </p:cNvPr>
          <p:cNvSpPr txBox="1"/>
          <p:nvPr/>
        </p:nvSpPr>
        <p:spPr>
          <a:xfrm>
            <a:off x="8155631" y="1922584"/>
            <a:ext cx="639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ODE</a:t>
            </a:r>
          </a:p>
        </p:txBody>
      </p:sp>
    </p:spTree>
    <p:extLst>
      <p:ext uri="{BB962C8B-B14F-4D97-AF65-F5344CB8AC3E}">
        <p14:creationId xmlns:p14="http://schemas.microsoft.com/office/powerpoint/2010/main" val="30105033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92DAD0-8798-F5F4-F6E6-6591AC822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D68570-52D2-5EF9-AF51-F6E161F1DC69}"/>
              </a:ext>
            </a:extLst>
          </p:cNvPr>
          <p:cNvSpPr txBox="1"/>
          <p:nvPr/>
        </p:nvSpPr>
        <p:spPr>
          <a:xfrm>
            <a:off x="1037492" y="828208"/>
            <a:ext cx="60983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Boundary Value (Eigenvalue) Problem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3F0838-59F5-4612-9B93-495F9572A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6323" y="463452"/>
            <a:ext cx="1968500" cy="1879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556E54-CDE6-7021-6034-E7656ACC2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492" y="2343052"/>
            <a:ext cx="7772400" cy="41719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C3691C-BE52-4959-DA73-1129C44E46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918" y="2082702"/>
            <a:ext cx="4065368" cy="5207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967A165A-8B36-AEF7-E7D2-0372AFD8E8B2}"/>
                  </a:ext>
                </a:extLst>
              </p14:cNvPr>
              <p14:cNvContentPartPr/>
              <p14:nvPr/>
            </p14:nvContentPartPr>
            <p14:xfrm>
              <a:off x="1867680" y="3027600"/>
              <a:ext cx="6851880" cy="18252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967A165A-8B36-AEF7-E7D2-0372AFD8E8B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813680" y="2919600"/>
                <a:ext cx="6959520" cy="39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05D1C6AC-BD08-F972-3916-221EF100E061}"/>
                  </a:ext>
                </a:extLst>
              </p14:cNvPr>
              <p14:cNvContentPartPr/>
              <p14:nvPr/>
            </p14:nvContentPartPr>
            <p14:xfrm>
              <a:off x="1173960" y="3420360"/>
              <a:ext cx="923760" cy="594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05D1C6AC-BD08-F972-3916-221EF100E06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119960" y="3312720"/>
                <a:ext cx="1031400" cy="27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A5BA26C-9639-734E-D63E-BFF3FEDB137B}"/>
                  </a:ext>
                </a:extLst>
              </p14:cNvPr>
              <p14:cNvContentPartPr/>
              <p14:nvPr/>
            </p14:nvContentPartPr>
            <p14:xfrm>
              <a:off x="4262760" y="3490920"/>
              <a:ext cx="660600" cy="133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A5BA26C-9639-734E-D63E-BFF3FEDB137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4209120" y="3382920"/>
                <a:ext cx="768240" cy="2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E61D253-DD81-DD03-E391-9867EAAE9F52}"/>
                  </a:ext>
                </a:extLst>
              </p14:cNvPr>
              <p14:cNvContentPartPr/>
              <p14:nvPr/>
            </p14:nvContentPartPr>
            <p14:xfrm>
              <a:off x="1783800" y="4120200"/>
              <a:ext cx="1010160" cy="216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E61D253-DD81-DD03-E391-9867EAAE9F5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730160" y="4012560"/>
                <a:ext cx="1117800" cy="23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66320BB-48FE-0CCF-ED3C-01F53A18E4AC}"/>
                  </a:ext>
                </a:extLst>
              </p14:cNvPr>
              <p14:cNvContentPartPr/>
              <p14:nvPr/>
            </p14:nvContentPartPr>
            <p14:xfrm>
              <a:off x="5958000" y="5363640"/>
              <a:ext cx="1314360" cy="446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66320BB-48FE-0CCF-ED3C-01F53A18E4A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904360" y="5255640"/>
                <a:ext cx="1422000" cy="260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8B3FDB19-EE8D-7E6F-4518-7DB7DC7E98BC}"/>
                  </a:ext>
                </a:extLst>
              </p14:cNvPr>
              <p14:cNvContentPartPr/>
              <p14:nvPr/>
            </p14:nvContentPartPr>
            <p14:xfrm>
              <a:off x="2835360" y="5738040"/>
              <a:ext cx="3469680" cy="694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8B3FDB19-EE8D-7E6F-4518-7DB7DC7E98BC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781360" y="5630400"/>
                <a:ext cx="3577320" cy="285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ABA3ABC9-BC2B-BE3A-D316-7C3722280563}"/>
                  </a:ext>
                </a:extLst>
              </p14:cNvPr>
              <p14:cNvContentPartPr/>
              <p14:nvPr/>
            </p14:nvContentPartPr>
            <p14:xfrm>
              <a:off x="6502680" y="6123600"/>
              <a:ext cx="1011600" cy="82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ABA3ABC9-BC2B-BE3A-D316-7C3722280563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448680" y="6015960"/>
                <a:ext cx="1119240" cy="223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225495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768B0-5422-E199-872F-38E57EAC1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9C3803-1B88-84FF-AF5D-977418A7B2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2020" y="1176704"/>
            <a:ext cx="4813300" cy="5588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4275ECB-8F3A-1934-3491-D7BE497EC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320" y="552450"/>
            <a:ext cx="4826000" cy="5715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7D53EC8-BC23-C1E5-7590-B3D7A66A08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208" y="1927958"/>
            <a:ext cx="2527300" cy="4699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16EBED7-B040-B371-7C77-77C69A3C10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9508" y="1788258"/>
            <a:ext cx="3543300" cy="889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0DA237A-DE62-A98E-63F1-073DCACEDD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2020" y="2795466"/>
            <a:ext cx="7188200" cy="546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DE86AC-AEE8-1459-AC3D-C7E3EB4F8D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7608" y="3309914"/>
            <a:ext cx="3505200" cy="7493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EEAC52-F192-F6C5-2803-628CAA3EC71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208" y="4001730"/>
            <a:ext cx="8845494" cy="130178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2E86769-A53F-0DBD-2E24-717E95452AF4}"/>
                  </a:ext>
                </a:extLst>
              </p14:cNvPr>
              <p14:cNvContentPartPr/>
              <p14:nvPr/>
            </p14:nvContentPartPr>
            <p14:xfrm>
              <a:off x="1868040" y="4358160"/>
              <a:ext cx="1581120" cy="367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2E86769-A53F-0DBD-2E24-717E95452AF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814400" y="4250520"/>
                <a:ext cx="1688760" cy="25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A229697-B3FE-6060-22AF-499AD1729692}"/>
                  </a:ext>
                </a:extLst>
              </p14:cNvPr>
              <p14:cNvContentPartPr/>
              <p14:nvPr/>
            </p14:nvContentPartPr>
            <p14:xfrm>
              <a:off x="6154560" y="4787640"/>
              <a:ext cx="3564720" cy="34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A229697-B3FE-6060-22AF-499AD172969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100560" y="4680000"/>
                <a:ext cx="3672360" cy="25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ED411D02-A2D0-6D36-1B11-A6AB7C9B233D}"/>
                  </a:ext>
                </a:extLst>
              </p14:cNvPr>
              <p14:cNvContentPartPr/>
              <p14:nvPr/>
            </p14:nvContentPartPr>
            <p14:xfrm>
              <a:off x="1278360" y="5164200"/>
              <a:ext cx="3106440" cy="662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ED411D02-A2D0-6D36-1B11-A6AB7C9B233D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224360" y="5056200"/>
                <a:ext cx="3214080" cy="281880"/>
              </a:xfrm>
              <a:prstGeom prst="rect">
                <a:avLst/>
              </a:prstGeom>
            </p:spPr>
          </p:pic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F9B199A-60A9-E85E-B3F2-1DC3B776B9BE}"/>
              </a:ext>
            </a:extLst>
          </p:cNvPr>
          <p:cNvSpPr txBox="1"/>
          <p:nvPr/>
        </p:nvSpPr>
        <p:spPr>
          <a:xfrm>
            <a:off x="8110220" y="208081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8471979-2EBE-D3CB-41BB-4F077CA156E2}"/>
              </a:ext>
            </a:extLst>
          </p:cNvPr>
          <p:cNvSpPr txBox="1"/>
          <p:nvPr/>
        </p:nvSpPr>
        <p:spPr>
          <a:xfrm>
            <a:off x="8070132" y="353608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6073245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E8EFC3-C891-8422-AF19-8E14BC5CD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BA01DA0-0F24-BF4E-3290-50181D21CD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182" y="839853"/>
            <a:ext cx="7772400" cy="45154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68E5DEF-5C73-3948-1F14-BD32786D9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447" y="1681089"/>
            <a:ext cx="4533900" cy="4572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BF90018-15E6-3DA4-1DD9-A0E37BF29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3674" y="2527977"/>
            <a:ext cx="3911600" cy="647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BA4884E-DA96-307A-258D-94FD7389F4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8024" y="3349465"/>
            <a:ext cx="425450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04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CFFCE-27DE-515D-1864-82A0521C3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59AD94-6775-1CDE-8398-117B1CED7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222" y="618783"/>
            <a:ext cx="4127500" cy="584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B576E01-91A2-5396-F285-FE51E0EB4E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1034" y="1432267"/>
            <a:ext cx="2032000" cy="17145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F36D338-ABF1-D661-E324-DFF6A13888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0522" y="3146767"/>
            <a:ext cx="9492992" cy="9469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4660CA-2091-B550-303A-A7E776DB85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0934" y="3997667"/>
            <a:ext cx="1562100" cy="8636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50FFFDB-F767-EA76-5D6E-27E8886BD3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3196" y="4906882"/>
            <a:ext cx="9313395" cy="62172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176141-8F41-F21D-A0B7-708603AE04F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0934" y="5574218"/>
            <a:ext cx="2044700" cy="8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8015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5A47C-75BA-E5F2-CB32-FDA352B9B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7603389-3F52-312D-397B-E80295F07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806" y="823995"/>
            <a:ext cx="9020160" cy="17363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DCFB2E8-F2ED-A5FA-87B0-3FC220D53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900" y="2322831"/>
            <a:ext cx="7442200" cy="394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4682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34B7E-E640-BA55-7A1B-F5D9E5C81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2142E0E-E7AE-1EDC-C6C0-3C843F0CF740}"/>
              </a:ext>
            </a:extLst>
          </p:cNvPr>
          <p:cNvSpPr txBox="1"/>
          <p:nvPr/>
        </p:nvSpPr>
        <p:spPr>
          <a:xfrm>
            <a:off x="1318846" y="856343"/>
            <a:ext cx="60983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Time-Dependent Ordinary Differential Equation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B9B03D-A610-C14C-615A-9C150B1A94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652" y="1619054"/>
            <a:ext cx="1930400" cy="1003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6598A6C-DD1E-6A3B-8FC3-37DD411B2A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753556"/>
            <a:ext cx="1892300" cy="7493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3F2A62-9194-3F33-DAAE-72F141BCD9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723" y="2859845"/>
            <a:ext cx="4813300" cy="4953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273CE893-C492-7853-ADCB-AD1A166D7DB0}"/>
                  </a:ext>
                </a:extLst>
              </p14:cNvPr>
              <p14:cNvContentPartPr/>
              <p14:nvPr/>
            </p14:nvContentPartPr>
            <p14:xfrm>
              <a:off x="7159680" y="3148200"/>
              <a:ext cx="360" cy="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273CE893-C492-7853-ADCB-AD1A166D7DB0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105680" y="3040560"/>
                <a:ext cx="10800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9520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BFEE2F-BCEF-9488-0094-C7702174A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70FA8F-1196-3765-1892-C3F65881CE20}"/>
              </a:ext>
            </a:extLst>
          </p:cNvPr>
          <p:cNvSpPr txBox="1"/>
          <p:nvPr/>
        </p:nvSpPr>
        <p:spPr>
          <a:xfrm>
            <a:off x="1107830" y="1011088"/>
            <a:ext cx="60983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Product Solutions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0C50C7-4C0A-BED7-389F-39D7D9852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6203" y="1590333"/>
            <a:ext cx="1828800" cy="469900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FD6F2FF4-2F3F-0030-A85D-F8C5F76842C2}"/>
              </a:ext>
            </a:extLst>
          </p:cNvPr>
          <p:cNvGrpSpPr/>
          <p:nvPr/>
        </p:nvGrpSpPr>
        <p:grpSpPr>
          <a:xfrm>
            <a:off x="1436077" y="2175412"/>
            <a:ext cx="9144781" cy="1614903"/>
            <a:chOff x="1436077" y="2175412"/>
            <a:chExt cx="9144781" cy="1614903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312A5645-3461-EB4B-816A-0736F4F2D69E}"/>
                </a:ext>
              </a:extLst>
            </p:cNvPr>
            <p:cNvGrpSpPr/>
            <p:nvPr/>
          </p:nvGrpSpPr>
          <p:grpSpPr>
            <a:xfrm>
              <a:off x="1436077" y="2175412"/>
              <a:ext cx="9144781" cy="1614903"/>
              <a:chOff x="1436077" y="2175412"/>
              <a:chExt cx="9144781" cy="1614903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C2E5FC99-BE10-3DF9-C36F-99100D6E55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93867" y="2175412"/>
                <a:ext cx="3403600" cy="1016000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F60B2582-F157-DB7D-0DB5-1EF4354D56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97467" y="2442112"/>
                <a:ext cx="1282700" cy="482600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29334228-9303-F9AB-198B-EAB8592A45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701258" y="2391312"/>
                <a:ext cx="1879600" cy="5842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748A0800-AC40-1A2E-5F5E-361375F195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386787" y="2506979"/>
                <a:ext cx="88900" cy="3810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44EBC0D3-018B-09AB-CE3F-898A8596AB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436077" y="3344545"/>
                <a:ext cx="7772400" cy="445770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E9A6AB0A-E8A8-30C6-42A1-689114108D1A}"/>
                    </a:ext>
                  </a:extLst>
                </p14:cNvPr>
                <p14:cNvContentPartPr/>
                <p14:nvPr/>
              </p14:nvContentPartPr>
              <p14:xfrm>
                <a:off x="2940840" y="3565800"/>
                <a:ext cx="776520" cy="52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E9A6AB0A-E8A8-30C6-42A1-689114108D1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87200" y="3458160"/>
                  <a:ext cx="884160" cy="26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C1BD0A92-71EE-F139-B0CB-A8BBFD4A82FE}"/>
                    </a:ext>
                  </a:extLst>
                </p14:cNvPr>
                <p14:cNvContentPartPr/>
                <p14:nvPr/>
              </p14:nvContentPartPr>
              <p14:xfrm>
                <a:off x="8223480" y="3630960"/>
                <a:ext cx="883080" cy="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C1BD0A92-71EE-F139-B0CB-A8BBFD4A82F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8169480" y="3523320"/>
                  <a:ext cx="990720" cy="2160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Right Arrow 14">
            <a:extLst>
              <a:ext uri="{FF2B5EF4-FFF2-40B4-BE49-F238E27FC236}">
                <a16:creationId xmlns:a16="http://schemas.microsoft.com/office/drawing/2014/main" id="{1BE0A6BF-75A9-6F46-D502-BF33B95A9C09}"/>
              </a:ext>
            </a:extLst>
          </p:cNvPr>
          <p:cNvSpPr/>
          <p:nvPr/>
        </p:nvSpPr>
        <p:spPr>
          <a:xfrm>
            <a:off x="1566203" y="2683412"/>
            <a:ext cx="914400" cy="2921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EB9A4CD-DAEF-5971-0B51-1901374E1727}"/>
              </a:ext>
            </a:extLst>
          </p:cNvPr>
          <p:cNvSpPr txBox="1"/>
          <p:nvPr/>
        </p:nvSpPr>
        <p:spPr>
          <a:xfrm>
            <a:off x="1603717" y="4797083"/>
            <a:ext cx="309283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Also need to consider IC!</a:t>
            </a:r>
          </a:p>
        </p:txBody>
      </p:sp>
    </p:spTree>
    <p:extLst>
      <p:ext uri="{BB962C8B-B14F-4D97-AF65-F5344CB8AC3E}">
        <p14:creationId xmlns:p14="http://schemas.microsoft.com/office/powerpoint/2010/main" val="1073559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DFC33-954A-F67A-7E9C-E627DB5A9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D3E1101-C874-E7F1-7891-42BB200AE1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9296" y="741401"/>
            <a:ext cx="7772400" cy="12111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343697-5B59-6387-04A5-82C4BEA3D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675" y="1746934"/>
            <a:ext cx="3835400" cy="24638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FBB6875-A73B-2587-FC21-B0255579D981}"/>
                  </a:ext>
                </a:extLst>
              </p14:cNvPr>
              <p14:cNvContentPartPr/>
              <p14:nvPr/>
            </p14:nvContentPartPr>
            <p14:xfrm>
              <a:off x="6391440" y="3186000"/>
              <a:ext cx="1298520" cy="8730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FBB6875-A73B-2587-FC21-B0255579D981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337800" y="3078000"/>
                <a:ext cx="1406160" cy="1088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2307B0C-1960-3457-4A34-DFEE428BFAB7}"/>
                  </a:ext>
                </a:extLst>
              </p14:cNvPr>
              <p14:cNvContentPartPr/>
              <p14:nvPr/>
            </p14:nvContentPartPr>
            <p14:xfrm>
              <a:off x="2693880" y="1306800"/>
              <a:ext cx="824040" cy="15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2307B0C-1960-3457-4A34-DFEE428BFAB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40240" y="1198800"/>
                <a:ext cx="931680" cy="23148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4BB495F2-6EDA-4A0F-FF13-31911790383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1650" y="5062499"/>
            <a:ext cx="3568700" cy="105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657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02EB1-7A2D-950D-4D00-523EB9696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063C3AC-15B9-71DB-06CB-FEDEB6566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569" y="580683"/>
            <a:ext cx="4216400" cy="660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3820BC-73DD-2C58-1132-33327F44EEAC}"/>
              </a:ext>
            </a:extLst>
          </p:cNvPr>
          <p:cNvSpPr txBox="1"/>
          <p:nvPr/>
        </p:nvSpPr>
        <p:spPr>
          <a:xfrm>
            <a:off x="1248507" y="1437473"/>
            <a:ext cx="923192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2000" dirty="0"/>
              <a:t>We will show that these solutions are useful in many other situations; in fact, in all situations. Consider the same PDE and BCs, but instead subject to the initial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A59475-2A79-32D7-D23D-80757E677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862" y="2365213"/>
            <a:ext cx="3721100" cy="800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9116941-4ECD-45E8-63F0-3CBDF7FA2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1726" y="3571131"/>
            <a:ext cx="8598878" cy="8254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F06CF3F-275D-A093-1BA4-5F136C0E09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1765" y="4590756"/>
            <a:ext cx="5638800" cy="9906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FF1F070-71B5-789B-F373-4F8F38943597}"/>
              </a:ext>
            </a:extLst>
          </p:cNvPr>
          <p:cNvSpPr txBox="1"/>
          <p:nvPr/>
        </p:nvSpPr>
        <p:spPr>
          <a:xfrm>
            <a:off x="1631853" y="5590907"/>
            <a:ext cx="2102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More general case?</a:t>
            </a:r>
          </a:p>
        </p:txBody>
      </p:sp>
    </p:spTree>
    <p:extLst>
      <p:ext uri="{BB962C8B-B14F-4D97-AF65-F5344CB8AC3E}">
        <p14:creationId xmlns:p14="http://schemas.microsoft.com/office/powerpoint/2010/main" val="1004969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A7FD8-835A-0B01-DFE3-A2A7B8A68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34878FC-66CD-E828-610C-C2312DBED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061" y="665814"/>
            <a:ext cx="9776384" cy="252755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CF161C9-3259-2712-637A-F7B2E347E5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69" y="3074085"/>
            <a:ext cx="3886200" cy="11811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8794A15-B241-9083-21AA-9FD50A4F44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5061" y="4255185"/>
            <a:ext cx="8974016" cy="16408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906FF09-9A03-E39F-5650-0B31B90AF4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8519" y="5601637"/>
            <a:ext cx="3467100" cy="10668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FD369918-9675-6B5C-810A-5CD6F3048A0D}"/>
                  </a:ext>
                </a:extLst>
              </p14:cNvPr>
              <p14:cNvContentPartPr/>
              <p14:nvPr/>
            </p14:nvContentPartPr>
            <p14:xfrm>
              <a:off x="5318280" y="3708720"/>
              <a:ext cx="126000" cy="266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FD369918-9675-6B5C-810A-5CD6F3048A0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264280" y="3600720"/>
                <a:ext cx="233640" cy="24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248DF11-6A01-2F26-E436-F6AD9D7A6307}"/>
                  </a:ext>
                </a:extLst>
              </p14:cNvPr>
              <p14:cNvContentPartPr/>
              <p14:nvPr/>
            </p14:nvContentPartPr>
            <p14:xfrm>
              <a:off x="6325200" y="6149880"/>
              <a:ext cx="159120" cy="27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248DF11-6A01-2F26-E436-F6AD9D7A63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71560" y="6041880"/>
                <a:ext cx="266760" cy="24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7904831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FC766-92B0-FB56-6154-6FA513B0B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E55CF4-3ADA-40A3-908C-8B12D0D4B8DA}"/>
              </a:ext>
            </a:extLst>
          </p:cNvPr>
          <p:cNvSpPr txBox="1"/>
          <p:nvPr/>
        </p:nvSpPr>
        <p:spPr>
          <a:xfrm>
            <a:off x="1009357" y="760047"/>
            <a:ext cx="60983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The theory of Fourier series states that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785468-F541-67F1-17FD-FFFB027A5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822" y="1584208"/>
            <a:ext cx="8391554" cy="3072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48445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7CB51-7712-2246-F524-2600C8941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B0697C4-632C-71A4-9F1D-81DCEB29E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460" y="987281"/>
            <a:ext cx="7772400" cy="8772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04E4693-BF72-EEC2-79FC-11D019A4D4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792" y="1907367"/>
            <a:ext cx="2921000" cy="12192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AC5BD8B-10EA-FC12-4149-B69109E686D3}"/>
                  </a:ext>
                </a:extLst>
              </p14:cNvPr>
              <p14:cNvContentPartPr/>
              <p14:nvPr/>
            </p14:nvContentPartPr>
            <p14:xfrm>
              <a:off x="6913372" y="1205865"/>
              <a:ext cx="394560" cy="55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AC5BD8B-10EA-FC12-4149-B69109E686D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859732" y="1097865"/>
                <a:ext cx="502200" cy="27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FBC259CB-FD03-552E-B903-2E704E1D37CF}"/>
                  </a:ext>
                </a:extLst>
              </p14:cNvPr>
              <p14:cNvContentPartPr/>
              <p14:nvPr/>
            </p14:nvContentPartPr>
            <p14:xfrm>
              <a:off x="5877292" y="3068505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FBC259CB-FD03-552E-B903-2E704E1D37C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823652" y="2960505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CE47F77-7CE0-DDC6-8660-B3C125F73E2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75460" y="3472025"/>
            <a:ext cx="7772400" cy="8156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18401E-BCF4-3436-2065-F9FB12F8C1B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91000" y="4369435"/>
            <a:ext cx="3810000" cy="128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5535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892F-272E-E0D5-F4CA-C90AB0C78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01CFC5-FC99-DBE6-E3FD-8D6A443C9E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603" y="662306"/>
            <a:ext cx="5410200" cy="927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6D149C2-CFA4-FD11-255E-AF5FD8DBC5F4}"/>
              </a:ext>
            </a:extLst>
          </p:cNvPr>
          <p:cNvSpPr txBox="1"/>
          <p:nvPr/>
        </p:nvSpPr>
        <p:spPr>
          <a:xfrm>
            <a:off x="1221581" y="1589406"/>
            <a:ext cx="6100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How do we determine the coefficients?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7D1659-32C3-4EFE-34E3-90FBB990A481}"/>
              </a:ext>
            </a:extLst>
          </p:cNvPr>
          <p:cNvSpPr txBox="1"/>
          <p:nvPr/>
        </p:nvSpPr>
        <p:spPr>
          <a:xfrm>
            <a:off x="1224438" y="2516506"/>
            <a:ext cx="81710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Note that the eigenfunctions satisfy the following integral property: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CE5FF8-BA13-026F-8BE3-7ABDE84123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4548" y="3265170"/>
            <a:ext cx="5130800" cy="1104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06D92D9-666A-247F-1BF8-615DC49D485F}"/>
              </a:ext>
            </a:extLst>
          </p:cNvPr>
          <p:cNvSpPr txBox="1"/>
          <p:nvPr/>
        </p:nvSpPr>
        <p:spPr>
          <a:xfrm>
            <a:off x="5474970" y="34290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?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28FD6061-4938-8EF5-3571-63DB60BB3617}"/>
                  </a:ext>
                </a:extLst>
              </p14:cNvPr>
              <p14:cNvContentPartPr/>
              <p14:nvPr/>
            </p14:nvContentPartPr>
            <p14:xfrm>
              <a:off x="5621130" y="3780900"/>
              <a:ext cx="360" cy="36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28FD6061-4938-8EF5-3571-63DB60BB361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67130" y="367290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50586F32-71C9-5A7C-74D7-8ABE155A1DCB}"/>
                  </a:ext>
                </a:extLst>
              </p14:cNvPr>
              <p14:cNvContentPartPr/>
              <p14:nvPr/>
            </p14:nvContentPartPr>
            <p14:xfrm>
              <a:off x="5621130" y="3780900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50586F32-71C9-5A7C-74D7-8ABE155A1D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67130" y="3672900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23BA775-EB40-CD85-2849-AD1D55C525B6}"/>
                  </a:ext>
                </a:extLst>
              </p14:cNvPr>
              <p14:cNvContentPartPr/>
              <p14:nvPr/>
            </p14:nvContentPartPr>
            <p14:xfrm>
              <a:off x="5645970" y="3610620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23BA775-EB40-CD85-2849-AD1D55C525B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91970" y="3502620"/>
                <a:ext cx="10800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CDF7BBA2-7957-F7D9-502E-11AC21A4A13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25370" y="4593600"/>
            <a:ext cx="6299200" cy="187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6914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41205-6D1E-4EE3-AB34-0738FB48D8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A0F54EF-228F-08B8-C1DA-5D363B548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087" y="670214"/>
            <a:ext cx="7772400" cy="105987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5A3E059-37FC-C6B8-F6DF-8349535407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6862" y="1860821"/>
            <a:ext cx="7772400" cy="407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6243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F077D-38B7-98FD-C9D5-6DC61BDCF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F699314-C340-C98D-1A63-5E4EC833C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849" y="760968"/>
            <a:ext cx="9558021" cy="5296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8261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F1E33C-EB5F-28AF-575D-CC750AACA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B088514-95EA-4CE5-1A4B-D8A0C434A0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88" y="1239838"/>
            <a:ext cx="3517900" cy="8382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582ACA9-BC76-1193-71B4-09FDBD2C3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638" y="2155826"/>
            <a:ext cx="2628900" cy="939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4ABFEC7-3DC9-0BCA-557C-E5ED40860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9188" y="3173414"/>
            <a:ext cx="3149600" cy="6096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9468EA-D7E7-1FFC-B478-CBF2311675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3168" y="4090353"/>
            <a:ext cx="7391400" cy="2298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42F351-EB93-4274-1359-E29D5895B380}"/>
              </a:ext>
            </a:extLst>
          </p:cNvPr>
          <p:cNvSpPr txBox="1"/>
          <p:nvPr/>
        </p:nvSpPr>
        <p:spPr>
          <a:xfrm>
            <a:off x="814143" y="635733"/>
            <a:ext cx="11940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</a:t>
            </a:r>
          </a:p>
        </p:txBody>
      </p:sp>
    </p:spTree>
    <p:extLst>
      <p:ext uri="{BB962C8B-B14F-4D97-AF65-F5344CB8AC3E}">
        <p14:creationId xmlns:p14="http://schemas.microsoft.com/office/powerpoint/2010/main" val="3661159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41A70D-8DEF-C67D-5319-5736946E2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0BE59ED-AFEB-6BA2-6D2A-9EC0C07A9C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090" y="900470"/>
            <a:ext cx="9898312" cy="5057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41479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86B49D-E9E6-8418-14BD-E92D87941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96CE0C0-2BFE-5ACF-4EFD-4885CC968A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5387" y="592767"/>
            <a:ext cx="9460008" cy="25219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BEFD6F8-C568-F368-D729-2FB1D31E94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6799" y="2952750"/>
            <a:ext cx="4894263" cy="125279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BB97E03-938A-404C-9A28-F1021779A62B}"/>
                  </a:ext>
                </a:extLst>
              </p14:cNvPr>
              <p14:cNvContentPartPr/>
              <p14:nvPr/>
            </p14:nvContentPartPr>
            <p14:xfrm>
              <a:off x="2672572" y="1290105"/>
              <a:ext cx="959760" cy="18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BB97E03-938A-404C-9A28-F1021779A62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618572" y="1182465"/>
                <a:ext cx="1067400" cy="234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563252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54EA-8E41-4F49-34D7-C897020D9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D805F50-052A-8A9F-50B6-FE3369C52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9676" y="1445610"/>
            <a:ext cx="10326634" cy="416937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2DFA978A-F873-F2AC-83C3-918EC28CD387}"/>
                  </a:ext>
                </a:extLst>
              </p14:cNvPr>
              <p14:cNvContentPartPr/>
              <p14:nvPr/>
            </p14:nvContentPartPr>
            <p14:xfrm>
              <a:off x="3853732" y="2375505"/>
              <a:ext cx="2246400" cy="1087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2DFA978A-F873-F2AC-83C3-918EC28CD38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99732" y="2267865"/>
                <a:ext cx="2354040" cy="324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708857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5DD79-CF8E-16D4-C861-F302F0E4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5B9543-CFE1-16D9-60F3-E042EA530B21}"/>
              </a:ext>
            </a:extLst>
          </p:cNvPr>
          <p:cNvSpPr txBox="1"/>
          <p:nvPr/>
        </p:nvSpPr>
        <p:spPr>
          <a:xfrm>
            <a:off x="814143" y="635733"/>
            <a:ext cx="11940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DFA4FC7-DE58-AF3D-DE01-607EFF228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9265" y="1225550"/>
            <a:ext cx="1270000" cy="635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175023-EC2D-6DC2-F5F0-56F798FB91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612" y="1225550"/>
            <a:ext cx="1295400" cy="584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61D4FC6-DB26-1954-8EA8-E37E1F14F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2875" y="1225550"/>
            <a:ext cx="1346200" cy="584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932DA9-1895-BF0A-7926-BE32CB0BF7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9938" y="1390650"/>
            <a:ext cx="1524000" cy="30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308C61-98F3-F93B-3374-EC28B1333A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815" y="5513388"/>
            <a:ext cx="3390900" cy="88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BD23C1-D99D-B8D9-6E0C-9470A60110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29313" y="5541963"/>
            <a:ext cx="4140200" cy="8128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6FEEBA0-0304-5EB1-30CE-AE0C3EB2AF40}"/>
              </a:ext>
            </a:extLst>
          </p:cNvPr>
          <p:cNvSpPr txBox="1"/>
          <p:nvPr/>
        </p:nvSpPr>
        <p:spPr>
          <a:xfrm>
            <a:off x="973931" y="5194856"/>
            <a:ext cx="6100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Eigenvalues and eigenfunctions:</a:t>
            </a:r>
          </a:p>
        </p:txBody>
      </p:sp>
    </p:spTree>
    <p:extLst>
      <p:ext uri="{BB962C8B-B14F-4D97-AF65-F5344CB8AC3E}">
        <p14:creationId xmlns:p14="http://schemas.microsoft.com/office/powerpoint/2010/main" val="4191250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FBD4C-6DE4-DADC-EAF2-265F8B94B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B80848B-40B8-3745-8153-FD0D9046F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0680" y="1083310"/>
            <a:ext cx="4038600" cy="8509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3AC4D5E-9B27-BA36-92E9-45CB43F7EC15}"/>
              </a:ext>
            </a:extLst>
          </p:cNvPr>
          <p:cNvSpPr txBox="1"/>
          <p:nvPr/>
        </p:nvSpPr>
        <p:spPr>
          <a:xfrm>
            <a:off x="1630680" y="2100263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B86D37-FFBF-7401-117F-52E6A2EE0B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125" y="2635648"/>
            <a:ext cx="3746500" cy="106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675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83DE5-E9B0-EEF6-5968-37C3B8425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C73AF39-E25A-DC45-CE7D-C7AF97243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437" y="835025"/>
            <a:ext cx="2870200" cy="11303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10C3304-67AC-E6B6-7519-6E2BBFDBA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537" y="733425"/>
            <a:ext cx="4724400" cy="123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61097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F0A4D-6B32-BB5D-1580-39EAC6B1DA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4D0E40-7EF1-3AEA-5D34-A4865356F2EA}"/>
              </a:ext>
            </a:extLst>
          </p:cNvPr>
          <p:cNvSpPr txBox="1"/>
          <p:nvPr/>
        </p:nvSpPr>
        <p:spPr>
          <a:xfrm>
            <a:off x="814143" y="635733"/>
            <a:ext cx="11940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Example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B92A92-5068-EB5A-8A1E-FDDCF4D85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714" y="1343788"/>
            <a:ext cx="3683000" cy="812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50865A2-CCED-AF5B-3A5A-74A6C4A54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171" y="1343788"/>
            <a:ext cx="4165600" cy="9398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122CB59-5CBB-666A-E606-4E81F53DC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0650" y="1413638"/>
            <a:ext cx="2908300" cy="800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68E0152-13E1-0341-DB7E-879EA24C15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143" y="5644840"/>
            <a:ext cx="5981700" cy="965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42C71E0-21E2-6A2E-4E46-D3DB42F34F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6555" y="5514212"/>
            <a:ext cx="1917700" cy="82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448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12748-EDB3-1505-79BD-3E5DA854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3A65475-8997-7B06-873A-DD7A95E1A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736" y="934103"/>
            <a:ext cx="5981549" cy="556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9688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7FD59-5860-68B9-1368-D51FA8545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1F498C2-23C4-20BC-C5B7-076A68456B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4696" y="3697338"/>
            <a:ext cx="2841383" cy="194896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21C3E74-1DAE-B7ED-7A3A-D0118EE18EA0}"/>
              </a:ext>
            </a:extLst>
          </p:cNvPr>
          <p:cNvSpPr txBox="1"/>
          <p:nvPr/>
        </p:nvSpPr>
        <p:spPr>
          <a:xfrm>
            <a:off x="842010" y="824802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Heat Conduction in a Thin Insulated Circular 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AF6CB7-6A12-1C8A-3377-F10F4B2F80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438" y="1514735"/>
            <a:ext cx="7772400" cy="22736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0CA86A3-B790-6DF0-5867-3145A0F84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0265" y="4293507"/>
            <a:ext cx="1358900" cy="622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5D4A2C4-5DF4-DE33-69B4-F67096DCC5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0438" y="5555215"/>
            <a:ext cx="7772400" cy="1013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079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9EB4B-015E-3A64-EB9C-522E942F6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94E6946-9852-96AD-5354-F81E4BA64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71" y="1281093"/>
            <a:ext cx="7772400" cy="11146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5D85D6E-3D7E-BF51-51AF-BA31B8786D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1913" y="2090939"/>
            <a:ext cx="2184400" cy="609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1D72BA9-3A57-7BAA-F07C-01DE5F9690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71" y="3205585"/>
            <a:ext cx="7772400" cy="707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BB0485-3C6E-8D79-C5CC-E37BD5FE28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1913" y="3959383"/>
            <a:ext cx="26289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E4A4DD-69A0-7072-99C2-635703C41DF4}"/>
              </a:ext>
            </a:extLst>
          </p:cNvPr>
          <p:cNvSpPr txBox="1"/>
          <p:nvPr/>
        </p:nvSpPr>
        <p:spPr>
          <a:xfrm>
            <a:off x="859971" y="526653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Periodic boundary conditions</a:t>
            </a:r>
          </a:p>
        </p:txBody>
      </p:sp>
    </p:spTree>
    <p:extLst>
      <p:ext uri="{BB962C8B-B14F-4D97-AF65-F5344CB8AC3E}">
        <p14:creationId xmlns:p14="http://schemas.microsoft.com/office/powerpoint/2010/main" val="41889909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33284-75AA-C520-3BB2-01256A01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A9D8330-40CC-F270-82B6-C3743C01F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205" y="784497"/>
            <a:ext cx="1358900" cy="6223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9C6538E-33F5-CA46-28A6-24382754E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6013" y="902219"/>
            <a:ext cx="2184400" cy="6096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92CDA1-8370-00F0-5A4D-827243FABA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0633" y="784497"/>
            <a:ext cx="2628900" cy="914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65006CE-252F-9AD5-0C2F-2DE8D6B937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8846" y="902219"/>
            <a:ext cx="1816100" cy="7493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78961FF-846A-D827-9348-93842997096D}"/>
              </a:ext>
            </a:extLst>
          </p:cNvPr>
          <p:cNvSpPr txBox="1"/>
          <p:nvPr/>
        </p:nvSpPr>
        <p:spPr>
          <a:xfrm>
            <a:off x="1516380" y="190931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(a linear homogeneous subject to linear homogeneous BCs)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D9F22DD-6D27-D771-EE18-D316796164BF}"/>
              </a:ext>
            </a:extLst>
          </p:cNvPr>
          <p:cNvGrpSpPr/>
          <p:nvPr/>
        </p:nvGrpSpPr>
        <p:grpSpPr>
          <a:xfrm>
            <a:off x="574767" y="2676139"/>
            <a:ext cx="9258116" cy="1284598"/>
            <a:chOff x="574767" y="2676139"/>
            <a:chExt cx="9258116" cy="128459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EFFD47E-CB88-9CD2-F941-240C8ECA7E51}"/>
                </a:ext>
              </a:extLst>
            </p:cNvPr>
            <p:cNvSpPr txBox="1"/>
            <p:nvPr/>
          </p:nvSpPr>
          <p:spPr>
            <a:xfrm>
              <a:off x="688181" y="2676139"/>
              <a:ext cx="610076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Eigenvalues and eigenfunctions:</a:t>
              </a: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1D7EB52D-DE7F-B5EF-990B-C1E25020F9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932463" y="3160637"/>
              <a:ext cx="3644900" cy="774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93865026-4492-C0B9-D692-9E27767E006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748790" y="3160637"/>
              <a:ext cx="1562100" cy="8001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50E924C-A1DB-6D65-7105-88231775E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143783" y="3183064"/>
              <a:ext cx="1689100" cy="5080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BC6B5BD-E753-A590-7C61-40DF57676F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74767" y="3183064"/>
              <a:ext cx="1104900" cy="6477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202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827D0F-D3BA-C12F-B0A9-A006DA30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65E50C2-0021-3A50-A214-22C5B79288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0150" y="5479296"/>
            <a:ext cx="5080000" cy="13335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E659AEC-52B4-27E2-55AB-796824C5D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10" y="720090"/>
            <a:ext cx="1130300" cy="5715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A05A2E8-4846-1E4A-1748-C1F8A6A66A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9110" y="1159510"/>
            <a:ext cx="7594600" cy="635000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FA61E1F8-2892-FB9B-0D8A-5E7981BBCF94}"/>
              </a:ext>
            </a:extLst>
          </p:cNvPr>
          <p:cNvGrpSpPr/>
          <p:nvPr/>
        </p:nvGrpSpPr>
        <p:grpSpPr>
          <a:xfrm>
            <a:off x="880110" y="2415540"/>
            <a:ext cx="1004751" cy="609600"/>
            <a:chOff x="880110" y="2415540"/>
            <a:chExt cx="1004751" cy="6096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07044F2-BA6F-AC98-3E02-FB6A476F52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80110" y="2415540"/>
              <a:ext cx="647700" cy="6096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AC196ED-5473-03BC-3276-AC062FA186D9}"/>
                </a:ext>
              </a:extLst>
            </p:cNvPr>
            <p:cNvSpPr txBox="1"/>
            <p:nvPr/>
          </p:nvSpPr>
          <p:spPr>
            <a:xfrm>
              <a:off x="1584779" y="2508766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?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C06A146-53B3-B8A5-5D12-24962596C12D}"/>
              </a:ext>
            </a:extLst>
          </p:cNvPr>
          <p:cNvGrpSpPr/>
          <p:nvPr/>
        </p:nvGrpSpPr>
        <p:grpSpPr>
          <a:xfrm>
            <a:off x="880110" y="3872081"/>
            <a:ext cx="8091351" cy="1837839"/>
            <a:chOff x="880110" y="4042261"/>
            <a:chExt cx="8091351" cy="1837839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3D17676-0491-995C-E12A-DA4C4B539707}"/>
                </a:ext>
              </a:extLst>
            </p:cNvPr>
            <p:cNvSpPr txBox="1"/>
            <p:nvPr/>
          </p:nvSpPr>
          <p:spPr>
            <a:xfrm>
              <a:off x="880110" y="4042261"/>
              <a:ext cx="609790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General solution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3AF0F73-B024-AEBF-77E3-8766A8E644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884861" y="4635500"/>
              <a:ext cx="7086600" cy="1244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66194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0CE4F-857C-8348-0429-11A4BDC2F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78E5895-C363-2F55-34E3-4FAAEB638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3429000"/>
            <a:ext cx="4673600" cy="25273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13787BF-D3CD-903C-1BF0-D3907238F4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8858" y="1573893"/>
            <a:ext cx="7213600" cy="135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09953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34591-B6EE-3E61-4C1A-2B90C7B04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796FFEC-C30C-FFCE-3610-33CE30CFE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286" y="420481"/>
            <a:ext cx="7772400" cy="76286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07C8AD4-9B01-814A-F3E7-EC6F33E6D5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3629" y="1063171"/>
            <a:ext cx="7772400" cy="5609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011359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59618-CA86-8AE7-8186-95B175D01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91824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452</TotalTime>
  <Words>179</Words>
  <Application>Microsoft Macintosh PowerPoint</Application>
  <PresentationFormat>Widescreen</PresentationFormat>
  <Paragraphs>35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Aptos</vt:lpstr>
      <vt:lpstr>Aptos Display</vt:lpstr>
      <vt:lpstr>Arial</vt:lpstr>
      <vt:lpstr>Office Theme</vt:lpstr>
      <vt:lpstr>Method of Separation of 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 Wang</dc:creator>
  <cp:lastModifiedBy>Min Wang</cp:lastModifiedBy>
  <cp:revision>1</cp:revision>
  <dcterms:created xsi:type="dcterms:W3CDTF">2026-08-20T15:19:16Z</dcterms:created>
  <dcterms:modified xsi:type="dcterms:W3CDTF">2026-09-04T14:32:34Z</dcterms:modified>
</cp:coreProperties>
</file>