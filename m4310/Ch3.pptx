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3" r:id="rId24"/>
    <p:sldId id="322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4" r:id="rId35"/>
    <p:sldId id="333" r:id="rId36"/>
    <p:sldId id="343" r:id="rId37"/>
    <p:sldId id="335" r:id="rId38"/>
    <p:sldId id="336" r:id="rId39"/>
    <p:sldId id="337" r:id="rId40"/>
    <p:sldId id="33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D3082-7FC1-B440-AF5D-D6CD71F6AA4D}" v="12" dt="2026-10-15T00:38:19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/>
    <p:restoredTop sz="94587"/>
  </p:normalViewPr>
  <p:slideViewPr>
    <p:cSldViewPr snapToGrid="0">
      <p:cViewPr varScale="1">
        <p:scale>
          <a:sx n="111" d="100"/>
          <a:sy n="111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40c509f2-6e44-41ac-be95-0b697891d3eb" providerId="ADAL" clId="{1E82F5CA-06CB-5569-B40B-7CFA0163A4AB}"/>
    <pc:docChg chg="undo custSel addSld delSld modSld sldOrd">
      <pc:chgData name="Min Wang" userId="40c509f2-6e44-41ac-be95-0b697891d3eb" providerId="ADAL" clId="{1E82F5CA-06CB-5569-B40B-7CFA0163A4AB}" dt="2026-10-15T00:40:36.297" v="1101" actId="2696"/>
      <pc:docMkLst>
        <pc:docMk/>
      </pc:docMkLst>
      <pc:sldChg chg="addSp modSp add mod">
        <pc:chgData name="Min Wang" userId="40c509f2-6e44-41ac-be95-0b697891d3eb" providerId="ADAL" clId="{1E82F5CA-06CB-5569-B40B-7CFA0163A4AB}" dt="2026-10-04T19:12:06.278" v="939" actId="9405"/>
        <pc:sldMkLst>
          <pc:docMk/>
          <pc:sldMk cId="1754316033" sldId="303"/>
        </pc:sldMkLst>
        <pc:inkChg chg="add">
          <ac:chgData name="Min Wang" userId="40c509f2-6e44-41ac-be95-0b697891d3eb" providerId="ADAL" clId="{1E82F5CA-06CB-5569-B40B-7CFA0163A4AB}" dt="2026-10-04T19:12:06.278" v="939" actId="9405"/>
          <ac:inkMkLst>
            <pc:docMk/>
            <pc:sldMk cId="1754316033" sldId="303"/>
            <ac:inkMk id="3" creationId="{234CED48-95F9-20EE-6022-1647C06B9336}"/>
          </ac:inkMkLst>
        </pc:inkChg>
      </pc:sldChg>
      <pc:sldChg chg="addSp modSp add mod">
        <pc:chgData name="Min Wang" userId="40c509f2-6e44-41ac-be95-0b697891d3eb" providerId="ADAL" clId="{1E82F5CA-06CB-5569-B40B-7CFA0163A4AB}" dt="2026-10-04T19:43:08.083" v="945" actId="9405"/>
        <pc:sldMkLst>
          <pc:docMk/>
          <pc:sldMk cId="4241437069" sldId="305"/>
        </pc:sldMkLst>
        <pc:inkChg chg="add">
          <ac:chgData name="Min Wang" userId="40c509f2-6e44-41ac-be95-0b697891d3eb" providerId="ADAL" clId="{1E82F5CA-06CB-5569-B40B-7CFA0163A4AB}" dt="2026-10-04T19:43:03.014" v="940" actId="9405"/>
          <ac:inkMkLst>
            <pc:docMk/>
            <pc:sldMk cId="4241437069" sldId="305"/>
            <ac:inkMk id="2" creationId="{2239E8C1-A972-100E-C57F-B9DD81128EE0}"/>
          </ac:inkMkLst>
        </pc:inkChg>
        <pc:inkChg chg="add">
          <ac:chgData name="Min Wang" userId="40c509f2-6e44-41ac-be95-0b697891d3eb" providerId="ADAL" clId="{1E82F5CA-06CB-5569-B40B-7CFA0163A4AB}" dt="2026-10-04T19:43:04.009" v="941" actId="9405"/>
          <ac:inkMkLst>
            <pc:docMk/>
            <pc:sldMk cId="4241437069" sldId="305"/>
            <ac:inkMk id="8" creationId="{B727BE85-BF94-9356-A885-E620D026EA6D}"/>
          </ac:inkMkLst>
        </pc:inkChg>
        <pc:inkChg chg="add">
          <ac:chgData name="Min Wang" userId="40c509f2-6e44-41ac-be95-0b697891d3eb" providerId="ADAL" clId="{1E82F5CA-06CB-5569-B40B-7CFA0163A4AB}" dt="2026-10-04T19:43:05" v="942" actId="9405"/>
          <ac:inkMkLst>
            <pc:docMk/>
            <pc:sldMk cId="4241437069" sldId="305"/>
            <ac:inkMk id="9" creationId="{E4F95099-3BA6-2618-0836-EF489C6CB1C2}"/>
          </ac:inkMkLst>
        </pc:inkChg>
        <pc:inkChg chg="add">
          <ac:chgData name="Min Wang" userId="40c509f2-6e44-41ac-be95-0b697891d3eb" providerId="ADAL" clId="{1E82F5CA-06CB-5569-B40B-7CFA0163A4AB}" dt="2026-10-04T19:43:05.950" v="943" actId="9405"/>
          <ac:inkMkLst>
            <pc:docMk/>
            <pc:sldMk cId="4241437069" sldId="305"/>
            <ac:inkMk id="10" creationId="{FAB3B49E-1B39-25C1-E7BB-6572C8DAECCC}"/>
          </ac:inkMkLst>
        </pc:inkChg>
        <pc:inkChg chg="add">
          <ac:chgData name="Min Wang" userId="40c509f2-6e44-41ac-be95-0b697891d3eb" providerId="ADAL" clId="{1E82F5CA-06CB-5569-B40B-7CFA0163A4AB}" dt="2026-10-04T19:43:06.867" v="944" actId="9405"/>
          <ac:inkMkLst>
            <pc:docMk/>
            <pc:sldMk cId="4241437069" sldId="305"/>
            <ac:inkMk id="11" creationId="{98E9A4D5-C038-EB27-AA7B-FD9D5F1ACF27}"/>
          </ac:inkMkLst>
        </pc:inkChg>
        <pc:inkChg chg="add">
          <ac:chgData name="Min Wang" userId="40c509f2-6e44-41ac-be95-0b697891d3eb" providerId="ADAL" clId="{1E82F5CA-06CB-5569-B40B-7CFA0163A4AB}" dt="2026-10-04T19:43:08.083" v="945" actId="9405"/>
          <ac:inkMkLst>
            <pc:docMk/>
            <pc:sldMk cId="4241437069" sldId="305"/>
            <ac:inkMk id="12" creationId="{2E5F689E-34D5-4E98-0ABF-8E04897C743F}"/>
          </ac:inkMkLst>
        </pc:inkChg>
      </pc:sldChg>
      <pc:sldChg chg="addSp modSp add mod">
        <pc:chgData name="Min Wang" userId="40c509f2-6e44-41ac-be95-0b697891d3eb" providerId="ADAL" clId="{1E82F5CA-06CB-5569-B40B-7CFA0163A4AB}" dt="2026-10-04T19:46:31.306" v="947" actId="9405"/>
        <pc:sldMkLst>
          <pc:docMk/>
          <pc:sldMk cId="2115032359" sldId="307"/>
        </pc:sldMkLst>
        <pc:inkChg chg="add">
          <ac:chgData name="Min Wang" userId="40c509f2-6e44-41ac-be95-0b697891d3eb" providerId="ADAL" clId="{1E82F5CA-06CB-5569-B40B-7CFA0163A4AB}" dt="2026-10-04T19:46:01.893" v="946" actId="9405"/>
          <ac:inkMkLst>
            <pc:docMk/>
            <pc:sldMk cId="2115032359" sldId="307"/>
            <ac:inkMk id="5" creationId="{7B39A161-D2F3-850D-2E39-6D761B112835}"/>
          </ac:inkMkLst>
        </pc:inkChg>
        <pc:inkChg chg="add">
          <ac:chgData name="Min Wang" userId="40c509f2-6e44-41ac-be95-0b697891d3eb" providerId="ADAL" clId="{1E82F5CA-06CB-5569-B40B-7CFA0163A4AB}" dt="2026-10-04T19:46:31.306" v="947" actId="9405"/>
          <ac:inkMkLst>
            <pc:docMk/>
            <pc:sldMk cId="2115032359" sldId="307"/>
            <ac:inkMk id="6" creationId="{6A179BBC-32D1-E7BF-0E7D-9998990DE3DD}"/>
          </ac:inkMkLst>
        </pc:inkChg>
      </pc:sldChg>
      <pc:sldChg chg="addSp delSp modSp add mod modAnim">
        <pc:chgData name="Min Wang" userId="40c509f2-6e44-41ac-be95-0b697891d3eb" providerId="ADAL" clId="{1E82F5CA-06CB-5569-B40B-7CFA0163A4AB}" dt="2026-09-20T20:17:17.574" v="671" actId="1035"/>
        <pc:sldMkLst>
          <pc:docMk/>
          <pc:sldMk cId="3120640261" sldId="309"/>
        </pc:sldMkLst>
        <pc:spChg chg="add mod">
          <ac:chgData name="Min Wang" userId="40c509f2-6e44-41ac-be95-0b697891d3eb" providerId="ADAL" clId="{1E82F5CA-06CB-5569-B40B-7CFA0163A4AB}" dt="2026-09-20T20:12:57.229" v="616" actId="14100"/>
          <ac:spMkLst>
            <pc:docMk/>
            <pc:sldMk cId="3120640261" sldId="309"/>
            <ac:spMk id="3" creationId="{51E79134-54F4-A5B3-2380-3B1910CE69CA}"/>
          </ac:spMkLst>
        </pc:spChg>
        <pc:picChg chg="add mod">
          <ac:chgData name="Min Wang" userId="40c509f2-6e44-41ac-be95-0b697891d3eb" providerId="ADAL" clId="{1E82F5CA-06CB-5569-B40B-7CFA0163A4AB}" dt="2026-09-20T20:17:17.574" v="671" actId="1035"/>
          <ac:picMkLst>
            <pc:docMk/>
            <pc:sldMk cId="3120640261" sldId="309"/>
            <ac:picMk id="5" creationId="{4026C76C-6C3E-201C-A511-4F6E66BE2020}"/>
          </ac:picMkLst>
        </pc:picChg>
        <pc:picChg chg="add mod">
          <ac:chgData name="Min Wang" userId="40c509f2-6e44-41ac-be95-0b697891d3eb" providerId="ADAL" clId="{1E82F5CA-06CB-5569-B40B-7CFA0163A4AB}" dt="2026-09-20T20:17:17.574" v="671" actId="1035"/>
          <ac:picMkLst>
            <pc:docMk/>
            <pc:sldMk cId="3120640261" sldId="309"/>
            <ac:picMk id="6" creationId="{B48F35B6-D796-4C8B-3A74-89D4AFC0B3D7}"/>
          </ac:picMkLst>
        </pc:picChg>
        <pc:picChg chg="add mod">
          <ac:chgData name="Min Wang" userId="40c509f2-6e44-41ac-be95-0b697891d3eb" providerId="ADAL" clId="{1E82F5CA-06CB-5569-B40B-7CFA0163A4AB}" dt="2026-09-20T20:17:17.574" v="671" actId="1035"/>
          <ac:picMkLst>
            <pc:docMk/>
            <pc:sldMk cId="3120640261" sldId="309"/>
            <ac:picMk id="7" creationId="{04143F4D-8248-CE71-E005-B14363446965}"/>
          </ac:picMkLst>
        </pc:picChg>
        <pc:picChg chg="add mod">
          <ac:chgData name="Min Wang" userId="40c509f2-6e44-41ac-be95-0b697891d3eb" providerId="ADAL" clId="{1E82F5CA-06CB-5569-B40B-7CFA0163A4AB}" dt="2026-09-20T20:17:17.574" v="671" actId="1035"/>
          <ac:picMkLst>
            <pc:docMk/>
            <pc:sldMk cId="3120640261" sldId="309"/>
            <ac:picMk id="8" creationId="{8FE6EE4E-7BC0-2980-A702-106223D97D42}"/>
          </ac:picMkLst>
        </pc:picChg>
      </pc:sldChg>
      <pc:sldChg chg="addSp delSp modSp mod">
        <pc:chgData name="Min Wang" userId="40c509f2-6e44-41ac-be95-0b697891d3eb" providerId="ADAL" clId="{1E82F5CA-06CB-5569-B40B-7CFA0163A4AB}" dt="2026-10-04T19:49:00.779" v="948" actId="9405"/>
        <pc:sldMkLst>
          <pc:docMk/>
          <pc:sldMk cId="3211148323" sldId="310"/>
        </pc:sldMkLst>
        <pc:spChg chg="add mod">
          <ac:chgData name="Min Wang" userId="40c509f2-6e44-41ac-be95-0b697891d3eb" providerId="ADAL" clId="{1E82F5CA-06CB-5569-B40B-7CFA0163A4AB}" dt="2026-09-20T20:15:07.854" v="639" actId="14100"/>
          <ac:spMkLst>
            <pc:docMk/>
            <pc:sldMk cId="3211148323" sldId="310"/>
            <ac:spMk id="3" creationId="{2AFA8778-AB3B-93F4-D1E9-4EBB252FAE00}"/>
          </ac:spMkLst>
        </pc:spChg>
        <pc:picChg chg="add mod">
          <ac:chgData name="Min Wang" userId="40c509f2-6e44-41ac-be95-0b697891d3eb" providerId="ADAL" clId="{1E82F5CA-06CB-5569-B40B-7CFA0163A4AB}" dt="2026-09-20T20:15:21.075" v="642" actId="1076"/>
          <ac:picMkLst>
            <pc:docMk/>
            <pc:sldMk cId="3211148323" sldId="310"/>
            <ac:picMk id="4" creationId="{3B4818CC-8429-3E88-434B-620CB77C91E3}"/>
          </ac:picMkLst>
        </pc:picChg>
        <pc:picChg chg="add mod">
          <ac:chgData name="Min Wang" userId="40c509f2-6e44-41ac-be95-0b697891d3eb" providerId="ADAL" clId="{1E82F5CA-06CB-5569-B40B-7CFA0163A4AB}" dt="2026-09-20T20:15:49.022" v="645" actId="14100"/>
          <ac:picMkLst>
            <pc:docMk/>
            <pc:sldMk cId="3211148323" sldId="310"/>
            <ac:picMk id="5" creationId="{C3C95413-C03A-5A19-E099-D0508DEFC1D2}"/>
          </ac:picMkLst>
        </pc:picChg>
        <pc:picChg chg="add mod">
          <ac:chgData name="Min Wang" userId="40c509f2-6e44-41ac-be95-0b697891d3eb" providerId="ADAL" clId="{1E82F5CA-06CB-5569-B40B-7CFA0163A4AB}" dt="2026-09-20T20:16:05.623" v="648" actId="14100"/>
          <ac:picMkLst>
            <pc:docMk/>
            <pc:sldMk cId="3211148323" sldId="310"/>
            <ac:picMk id="6" creationId="{8BE7943D-66EF-5CD3-476C-F0BA989AB153}"/>
          </ac:picMkLst>
        </pc:picChg>
        <pc:inkChg chg="add">
          <ac:chgData name="Min Wang" userId="40c509f2-6e44-41ac-be95-0b697891d3eb" providerId="ADAL" clId="{1E82F5CA-06CB-5569-B40B-7CFA0163A4AB}" dt="2026-10-04T19:49:00.779" v="948" actId="9405"/>
          <ac:inkMkLst>
            <pc:docMk/>
            <pc:sldMk cId="3211148323" sldId="310"/>
            <ac:inkMk id="2" creationId="{8ED91086-D8AD-B9C6-C51D-DB7406DE8BF3}"/>
          </ac:inkMkLst>
        </pc:inkChg>
        <pc:inkChg chg="add">
          <ac:chgData name="Min Wang" userId="40c509f2-6e44-41ac-be95-0b697891d3eb" providerId="ADAL" clId="{1E82F5CA-06CB-5569-B40B-7CFA0163A4AB}" dt="2026-09-20T20:16:19.580" v="649" actId="9405"/>
          <ac:inkMkLst>
            <pc:docMk/>
            <pc:sldMk cId="3211148323" sldId="310"/>
            <ac:inkMk id="7" creationId="{F3B0B3CA-BBC0-F01E-D956-B0A0FEC04D03}"/>
          </ac:inkMkLst>
        </pc:inkChg>
        <pc:inkChg chg="add">
          <ac:chgData name="Min Wang" userId="40c509f2-6e44-41ac-be95-0b697891d3eb" providerId="ADAL" clId="{1E82F5CA-06CB-5569-B40B-7CFA0163A4AB}" dt="2026-09-20T20:20:03.617" v="672" actId="9405"/>
          <ac:inkMkLst>
            <pc:docMk/>
            <pc:sldMk cId="3211148323" sldId="310"/>
            <ac:inkMk id="9" creationId="{088AA413-3E2A-1662-2921-CB57FB11F2B8}"/>
          </ac:inkMkLst>
        </pc:inkChg>
      </pc:sldChg>
      <pc:sldChg chg="addSp delSp modSp mod">
        <pc:chgData name="Min Wang" userId="40c509f2-6e44-41ac-be95-0b697891d3eb" providerId="ADAL" clId="{1E82F5CA-06CB-5569-B40B-7CFA0163A4AB}" dt="2026-10-04T19:51:10.338" v="953" actId="9405"/>
        <pc:sldMkLst>
          <pc:docMk/>
          <pc:sldMk cId="3010503381" sldId="311"/>
        </pc:sldMkLst>
        <pc:picChg chg="add mod">
          <ac:chgData name="Min Wang" userId="40c509f2-6e44-41ac-be95-0b697891d3eb" providerId="ADAL" clId="{1E82F5CA-06CB-5569-B40B-7CFA0163A4AB}" dt="2026-09-20T20:27:45.701" v="682" actId="1076"/>
          <ac:picMkLst>
            <pc:docMk/>
            <pc:sldMk cId="3010503381" sldId="311"/>
            <ac:picMk id="2" creationId="{98AC6665-F210-F7AD-36D8-B47183462E45}"/>
          </ac:picMkLst>
        </pc:picChg>
        <pc:picChg chg="add mod">
          <ac:chgData name="Min Wang" userId="40c509f2-6e44-41ac-be95-0b697891d3eb" providerId="ADAL" clId="{1E82F5CA-06CB-5569-B40B-7CFA0163A4AB}" dt="2026-09-20T20:27:47.161" v="683" actId="1076"/>
          <ac:picMkLst>
            <pc:docMk/>
            <pc:sldMk cId="3010503381" sldId="311"/>
            <ac:picMk id="3" creationId="{CDA3D411-6A74-9457-06B1-0077779BAA0E}"/>
          </ac:picMkLst>
        </pc:picChg>
        <pc:picChg chg="add mod">
          <ac:chgData name="Min Wang" userId="40c509f2-6e44-41ac-be95-0b697891d3eb" providerId="ADAL" clId="{1E82F5CA-06CB-5569-B40B-7CFA0163A4AB}" dt="2026-09-20T20:27:49.448" v="684" actId="1076"/>
          <ac:picMkLst>
            <pc:docMk/>
            <pc:sldMk cId="3010503381" sldId="311"/>
            <ac:picMk id="4" creationId="{585B8CD5-88A8-FC8D-52EE-E16F56B13E87}"/>
          </ac:picMkLst>
        </pc:picChg>
        <pc:picChg chg="add mod">
          <ac:chgData name="Min Wang" userId="40c509f2-6e44-41ac-be95-0b697891d3eb" providerId="ADAL" clId="{1E82F5CA-06CB-5569-B40B-7CFA0163A4AB}" dt="2026-09-20T20:27:52.228" v="685" actId="1076"/>
          <ac:picMkLst>
            <pc:docMk/>
            <pc:sldMk cId="3010503381" sldId="311"/>
            <ac:picMk id="5" creationId="{48BE22B1-BE92-8BE4-CD9F-2E15464A3222}"/>
          </ac:picMkLst>
        </pc:picChg>
        <pc:picChg chg="add mod">
          <ac:chgData name="Min Wang" userId="40c509f2-6e44-41ac-be95-0b697891d3eb" providerId="ADAL" clId="{1E82F5CA-06CB-5569-B40B-7CFA0163A4AB}" dt="2026-09-20T20:28:10.257" v="687" actId="1076"/>
          <ac:picMkLst>
            <pc:docMk/>
            <pc:sldMk cId="3010503381" sldId="311"/>
            <ac:picMk id="6" creationId="{5667C430-3034-803A-B53C-B030BB1C8038}"/>
          </ac:picMkLst>
        </pc:picChg>
        <pc:inkChg chg="add">
          <ac:chgData name="Min Wang" userId="40c509f2-6e44-41ac-be95-0b697891d3eb" providerId="ADAL" clId="{1E82F5CA-06CB-5569-B40B-7CFA0163A4AB}" dt="2026-10-04T19:50:01.400" v="949" actId="9405"/>
          <ac:inkMkLst>
            <pc:docMk/>
            <pc:sldMk cId="3010503381" sldId="311"/>
            <ac:inkMk id="7" creationId="{7A7A21CC-A0B1-EACA-87B4-0FD23B7ED278}"/>
          </ac:inkMkLst>
        </pc:inkChg>
        <pc:inkChg chg="add">
          <ac:chgData name="Min Wang" userId="40c509f2-6e44-41ac-be95-0b697891d3eb" providerId="ADAL" clId="{1E82F5CA-06CB-5569-B40B-7CFA0163A4AB}" dt="2026-09-20T20:30:40.060" v="698" actId="9405"/>
          <ac:inkMkLst>
            <pc:docMk/>
            <pc:sldMk cId="3010503381" sldId="311"/>
            <ac:inkMk id="8" creationId="{A6E2C601-3741-95E1-4E92-C6E2A8E50568}"/>
          </ac:inkMkLst>
        </pc:inkChg>
        <pc:inkChg chg="add">
          <ac:chgData name="Min Wang" userId="40c509f2-6e44-41ac-be95-0b697891d3eb" providerId="ADAL" clId="{1E82F5CA-06CB-5569-B40B-7CFA0163A4AB}" dt="2026-09-20T20:30:42.335" v="699" actId="9405"/>
          <ac:inkMkLst>
            <pc:docMk/>
            <pc:sldMk cId="3010503381" sldId="311"/>
            <ac:inkMk id="9" creationId="{C31DF765-E122-8F95-3F1F-0F8D0AB25027}"/>
          </ac:inkMkLst>
        </pc:inkChg>
        <pc:inkChg chg="add">
          <ac:chgData name="Min Wang" userId="40c509f2-6e44-41ac-be95-0b697891d3eb" providerId="ADAL" clId="{1E82F5CA-06CB-5569-B40B-7CFA0163A4AB}" dt="2026-10-04T19:50:05.951" v="950" actId="9405"/>
          <ac:inkMkLst>
            <pc:docMk/>
            <pc:sldMk cId="3010503381" sldId="311"/>
            <ac:inkMk id="10" creationId="{577F8DF2-C277-C051-81B1-640A0AA2ECEC}"/>
          </ac:inkMkLst>
        </pc:inkChg>
        <pc:inkChg chg="add">
          <ac:chgData name="Min Wang" userId="40c509f2-6e44-41ac-be95-0b697891d3eb" providerId="ADAL" clId="{1E82F5CA-06CB-5569-B40B-7CFA0163A4AB}" dt="2026-10-04T19:50:10.079" v="951" actId="9405"/>
          <ac:inkMkLst>
            <pc:docMk/>
            <pc:sldMk cId="3010503381" sldId="311"/>
            <ac:inkMk id="11" creationId="{21CAF902-4B3A-7570-C9DF-E6F4B67E3B63}"/>
          </ac:inkMkLst>
        </pc:inkChg>
        <pc:inkChg chg="add">
          <ac:chgData name="Min Wang" userId="40c509f2-6e44-41ac-be95-0b697891d3eb" providerId="ADAL" clId="{1E82F5CA-06CB-5569-B40B-7CFA0163A4AB}" dt="2026-10-04T19:50:12.442" v="952" actId="9405"/>
          <ac:inkMkLst>
            <pc:docMk/>
            <pc:sldMk cId="3010503381" sldId="311"/>
            <ac:inkMk id="12" creationId="{2AC4B495-A973-300A-C64C-3360694A7429}"/>
          </ac:inkMkLst>
        </pc:inkChg>
        <pc:inkChg chg="add">
          <ac:chgData name="Min Wang" userId="40c509f2-6e44-41ac-be95-0b697891d3eb" providerId="ADAL" clId="{1E82F5CA-06CB-5569-B40B-7CFA0163A4AB}" dt="2026-10-04T19:51:10.338" v="953" actId="9405"/>
          <ac:inkMkLst>
            <pc:docMk/>
            <pc:sldMk cId="3010503381" sldId="311"/>
            <ac:inkMk id="13" creationId="{398E4A19-E179-D19B-8C0A-A3B67A3FE1EF}"/>
          </ac:inkMkLst>
        </pc:inkChg>
      </pc:sldChg>
      <pc:sldChg chg="addSp modSp mod">
        <pc:chgData name="Min Wang" userId="40c509f2-6e44-41ac-be95-0b697891d3eb" providerId="ADAL" clId="{1E82F5CA-06CB-5569-B40B-7CFA0163A4AB}" dt="2026-09-20T20:31:38.147" v="729" actId="1076"/>
        <pc:sldMkLst>
          <pc:docMk/>
          <pc:sldMk cId="3122549547" sldId="312"/>
        </pc:sldMkLst>
        <pc:picChg chg="add mod">
          <ac:chgData name="Min Wang" userId="40c509f2-6e44-41ac-be95-0b697891d3eb" providerId="ADAL" clId="{1E82F5CA-06CB-5569-B40B-7CFA0163A4AB}" dt="2026-09-20T20:29:40.697" v="692" actId="14100"/>
          <ac:picMkLst>
            <pc:docMk/>
            <pc:sldMk cId="3122549547" sldId="312"/>
            <ac:picMk id="2" creationId="{1E25D60B-B4C3-1B0C-4AFB-5D5734238556}"/>
          </ac:picMkLst>
        </pc:picChg>
        <pc:picChg chg="add mod">
          <ac:chgData name="Min Wang" userId="40c509f2-6e44-41ac-be95-0b697891d3eb" providerId="ADAL" clId="{1E82F5CA-06CB-5569-B40B-7CFA0163A4AB}" dt="2026-09-20T20:31:36.103" v="728" actId="1076"/>
          <ac:picMkLst>
            <pc:docMk/>
            <pc:sldMk cId="3122549547" sldId="312"/>
            <ac:picMk id="3" creationId="{FF0D6421-E1FA-BD7B-4FCB-BB5EB738B03B}"/>
          </ac:picMkLst>
        </pc:picChg>
        <pc:picChg chg="add mod">
          <ac:chgData name="Min Wang" userId="40c509f2-6e44-41ac-be95-0b697891d3eb" providerId="ADAL" clId="{1E82F5CA-06CB-5569-B40B-7CFA0163A4AB}" dt="2026-09-20T20:31:38.147" v="729" actId="1076"/>
          <ac:picMkLst>
            <pc:docMk/>
            <pc:sldMk cId="3122549547" sldId="312"/>
            <ac:picMk id="4" creationId="{FE61D2EA-F53F-4521-E3A5-FCD4BD472D18}"/>
          </ac:picMkLst>
        </pc:picChg>
        <pc:picChg chg="add mod">
          <ac:chgData name="Min Wang" userId="40c509f2-6e44-41ac-be95-0b697891d3eb" providerId="ADAL" clId="{1E82F5CA-06CB-5569-B40B-7CFA0163A4AB}" dt="2026-09-20T20:31:29.115" v="727" actId="1037"/>
          <ac:picMkLst>
            <pc:docMk/>
            <pc:sldMk cId="3122549547" sldId="312"/>
            <ac:picMk id="5" creationId="{89F2CD31-6EF7-0DF6-BF78-210D3B85CDD4}"/>
          </ac:picMkLst>
        </pc:picChg>
      </pc:sldChg>
      <pc:sldChg chg="addSp modSp mod">
        <pc:chgData name="Min Wang" userId="40c509f2-6e44-41ac-be95-0b697891d3eb" providerId="ADAL" clId="{1E82F5CA-06CB-5569-B40B-7CFA0163A4AB}" dt="2026-10-04T20:04:33.495" v="954" actId="9405"/>
        <pc:sldMkLst>
          <pc:docMk/>
          <pc:sldMk cId="1607324547" sldId="313"/>
        </pc:sldMkLst>
        <pc:spChg chg="add mod">
          <ac:chgData name="Min Wang" userId="40c509f2-6e44-41ac-be95-0b697891d3eb" providerId="ADAL" clId="{1E82F5CA-06CB-5569-B40B-7CFA0163A4AB}" dt="2026-09-20T20:32:21.874" v="735" actId="14100"/>
          <ac:spMkLst>
            <pc:docMk/>
            <pc:sldMk cId="1607324547" sldId="313"/>
            <ac:spMk id="3" creationId="{FF93A102-6D4E-3B27-275F-1048E204A16C}"/>
          </ac:spMkLst>
        </pc:spChg>
        <pc:spChg chg="add mod">
          <ac:chgData name="Min Wang" userId="40c509f2-6e44-41ac-be95-0b697891d3eb" providerId="ADAL" clId="{1E82F5CA-06CB-5569-B40B-7CFA0163A4AB}" dt="2026-09-20T20:49:53.076" v="745" actId="1076"/>
          <ac:spMkLst>
            <pc:docMk/>
            <pc:sldMk cId="1607324547" sldId="313"/>
            <ac:spMk id="6" creationId="{2B5BBDF2-438E-BC50-8B86-36A15A6F434D}"/>
          </ac:spMkLst>
        </pc:spChg>
        <pc:picChg chg="add mod">
          <ac:chgData name="Min Wang" userId="40c509f2-6e44-41ac-be95-0b697891d3eb" providerId="ADAL" clId="{1E82F5CA-06CB-5569-B40B-7CFA0163A4AB}" dt="2026-09-20T20:33:09.136" v="738" actId="1076"/>
          <ac:picMkLst>
            <pc:docMk/>
            <pc:sldMk cId="1607324547" sldId="313"/>
            <ac:picMk id="4" creationId="{CADF0137-3DA1-E2B8-B4F2-E49FB2392668}"/>
          </ac:picMkLst>
        </pc:picChg>
        <pc:picChg chg="add mod">
          <ac:chgData name="Min Wang" userId="40c509f2-6e44-41ac-be95-0b697891d3eb" providerId="ADAL" clId="{1E82F5CA-06CB-5569-B40B-7CFA0163A4AB}" dt="2026-09-20T20:33:18.525" v="740" actId="1076"/>
          <ac:picMkLst>
            <pc:docMk/>
            <pc:sldMk cId="1607324547" sldId="313"/>
            <ac:picMk id="5" creationId="{A6CCFC83-9B5E-2C5B-2A2C-57CA8DC81EA4}"/>
          </ac:picMkLst>
        </pc:picChg>
        <pc:picChg chg="add mod">
          <ac:chgData name="Min Wang" userId="40c509f2-6e44-41ac-be95-0b697891d3eb" providerId="ADAL" clId="{1E82F5CA-06CB-5569-B40B-7CFA0163A4AB}" dt="2026-09-20T20:50:25.140" v="748" actId="14100"/>
          <ac:picMkLst>
            <pc:docMk/>
            <pc:sldMk cId="1607324547" sldId="313"/>
            <ac:picMk id="7" creationId="{F14A8A1A-A3A7-31E3-3648-6F72A006B667}"/>
          </ac:picMkLst>
        </pc:picChg>
        <pc:picChg chg="add mod">
          <ac:chgData name="Min Wang" userId="40c509f2-6e44-41ac-be95-0b697891d3eb" providerId="ADAL" clId="{1E82F5CA-06CB-5569-B40B-7CFA0163A4AB}" dt="2026-09-20T20:50:33.032" v="750" actId="1076"/>
          <ac:picMkLst>
            <pc:docMk/>
            <pc:sldMk cId="1607324547" sldId="313"/>
            <ac:picMk id="8" creationId="{BC8F37A2-842C-31E9-5468-39D5B53BB3A1}"/>
          </ac:picMkLst>
        </pc:picChg>
        <pc:picChg chg="add mod">
          <ac:chgData name="Min Wang" userId="40c509f2-6e44-41ac-be95-0b697891d3eb" providerId="ADAL" clId="{1E82F5CA-06CB-5569-B40B-7CFA0163A4AB}" dt="2026-09-20T20:51:16.383" v="758" actId="1076"/>
          <ac:picMkLst>
            <pc:docMk/>
            <pc:sldMk cId="1607324547" sldId="313"/>
            <ac:picMk id="9" creationId="{DF5A840C-7E64-B508-7282-AAB25145EFC1}"/>
          </ac:picMkLst>
        </pc:picChg>
        <pc:picChg chg="add mod">
          <ac:chgData name="Min Wang" userId="40c509f2-6e44-41ac-be95-0b697891d3eb" providerId="ADAL" clId="{1E82F5CA-06CB-5569-B40B-7CFA0163A4AB}" dt="2026-09-20T20:51:36.437" v="763" actId="1076"/>
          <ac:picMkLst>
            <pc:docMk/>
            <pc:sldMk cId="1607324547" sldId="313"/>
            <ac:picMk id="10" creationId="{14CCCA7F-BA2C-DA0C-0612-672A4188164A}"/>
          </ac:picMkLst>
        </pc:picChg>
        <pc:inkChg chg="add">
          <ac:chgData name="Min Wang" userId="40c509f2-6e44-41ac-be95-0b697891d3eb" providerId="ADAL" clId="{1E82F5CA-06CB-5569-B40B-7CFA0163A4AB}" dt="2026-10-04T20:04:33.495" v="954" actId="9405"/>
          <ac:inkMkLst>
            <pc:docMk/>
            <pc:sldMk cId="1607324547" sldId="313"/>
            <ac:inkMk id="2" creationId="{41F33BA1-A955-B73F-85A7-809DEE3DD8FC}"/>
          </ac:inkMkLst>
        </pc:inkChg>
      </pc:sldChg>
      <pc:sldChg chg="addSp modSp mod">
        <pc:chgData name="Min Wang" userId="40c509f2-6e44-41ac-be95-0b697891d3eb" providerId="ADAL" clId="{1E82F5CA-06CB-5569-B40B-7CFA0163A4AB}" dt="2026-09-20T20:54:26.296" v="779" actId="9405"/>
        <pc:sldMkLst>
          <pc:docMk/>
          <pc:sldMk cId="336904915" sldId="314"/>
        </pc:sldMkLst>
        <pc:picChg chg="add mod">
          <ac:chgData name="Min Wang" userId="40c509f2-6e44-41ac-be95-0b697891d3eb" providerId="ADAL" clId="{1E82F5CA-06CB-5569-B40B-7CFA0163A4AB}" dt="2026-09-20T20:52:00.078" v="766" actId="14100"/>
          <ac:picMkLst>
            <pc:docMk/>
            <pc:sldMk cId="336904915" sldId="314"/>
            <ac:picMk id="2" creationId="{4646ECA4-EA83-2F58-B48E-F755CDF68770}"/>
          </ac:picMkLst>
        </pc:picChg>
        <pc:picChg chg="add mod">
          <ac:chgData name="Min Wang" userId="40c509f2-6e44-41ac-be95-0b697891d3eb" providerId="ADAL" clId="{1E82F5CA-06CB-5569-B40B-7CFA0163A4AB}" dt="2026-09-20T20:52:31.204" v="770" actId="1076"/>
          <ac:picMkLst>
            <pc:docMk/>
            <pc:sldMk cId="336904915" sldId="314"/>
            <ac:picMk id="3" creationId="{3FEFC2A5-1A57-4034-5C73-1B80DE8F62EB}"/>
          </ac:picMkLst>
        </pc:picChg>
        <pc:picChg chg="add mod">
          <ac:chgData name="Min Wang" userId="40c509f2-6e44-41ac-be95-0b697891d3eb" providerId="ADAL" clId="{1E82F5CA-06CB-5569-B40B-7CFA0163A4AB}" dt="2026-09-20T20:52:50.762" v="772" actId="1076"/>
          <ac:picMkLst>
            <pc:docMk/>
            <pc:sldMk cId="336904915" sldId="314"/>
            <ac:picMk id="4" creationId="{18777DF5-336C-702C-B316-DC617C4C4FA4}"/>
          </ac:picMkLst>
        </pc:picChg>
        <pc:inkChg chg="add">
          <ac:chgData name="Min Wang" userId="40c509f2-6e44-41ac-be95-0b697891d3eb" providerId="ADAL" clId="{1E82F5CA-06CB-5569-B40B-7CFA0163A4AB}" dt="2026-09-20T20:54:23.663" v="778" actId="9405"/>
          <ac:inkMkLst>
            <pc:docMk/>
            <pc:sldMk cId="336904915" sldId="314"/>
            <ac:inkMk id="5" creationId="{25DCFAEC-BB42-5570-BDB8-8AA1FBF854FD}"/>
          </ac:inkMkLst>
        </pc:inkChg>
        <pc:inkChg chg="add">
          <ac:chgData name="Min Wang" userId="40c509f2-6e44-41ac-be95-0b697891d3eb" providerId="ADAL" clId="{1E82F5CA-06CB-5569-B40B-7CFA0163A4AB}" dt="2026-09-20T20:54:26.296" v="779" actId="9405"/>
          <ac:inkMkLst>
            <pc:docMk/>
            <pc:sldMk cId="336904915" sldId="314"/>
            <ac:inkMk id="6" creationId="{4CDDFB83-B036-6552-7E34-35C39B017323}"/>
          </ac:inkMkLst>
        </pc:inkChg>
      </pc:sldChg>
      <pc:sldChg chg="addSp modSp mod">
        <pc:chgData name="Min Wang" userId="40c509f2-6e44-41ac-be95-0b697891d3eb" providerId="ADAL" clId="{1E82F5CA-06CB-5569-B40B-7CFA0163A4AB}" dt="2026-10-04T20:06:19.790" v="955" actId="9405"/>
        <pc:sldMkLst>
          <pc:docMk/>
          <pc:sldMk cId="4277801599" sldId="315"/>
        </pc:sldMkLst>
        <pc:picChg chg="add mod">
          <ac:chgData name="Min Wang" userId="40c509f2-6e44-41ac-be95-0b697891d3eb" providerId="ADAL" clId="{1E82F5CA-06CB-5569-B40B-7CFA0163A4AB}" dt="2026-09-20T20:53:59.992" v="775" actId="14100"/>
          <ac:picMkLst>
            <pc:docMk/>
            <pc:sldMk cId="4277801599" sldId="315"/>
            <ac:picMk id="2" creationId="{7C65B6CA-BBC3-AA65-62EA-90D5CF8D7F81}"/>
          </ac:picMkLst>
        </pc:picChg>
        <pc:picChg chg="add mod">
          <ac:chgData name="Min Wang" userId="40c509f2-6e44-41ac-be95-0b697891d3eb" providerId="ADAL" clId="{1E82F5CA-06CB-5569-B40B-7CFA0163A4AB}" dt="2026-09-20T20:54:06.746" v="777" actId="1076"/>
          <ac:picMkLst>
            <pc:docMk/>
            <pc:sldMk cId="4277801599" sldId="315"/>
            <ac:picMk id="3" creationId="{EAA799ED-016C-B0F3-B8CA-17AC734FF34F}"/>
          </ac:picMkLst>
        </pc:picChg>
        <pc:inkChg chg="add">
          <ac:chgData name="Min Wang" userId="40c509f2-6e44-41ac-be95-0b697891d3eb" providerId="ADAL" clId="{1E82F5CA-06CB-5569-B40B-7CFA0163A4AB}" dt="2026-09-20T20:54:37.292" v="780" actId="9405"/>
          <ac:inkMkLst>
            <pc:docMk/>
            <pc:sldMk cId="4277801599" sldId="315"/>
            <ac:inkMk id="4" creationId="{7BD40EA8-0144-1FBE-835F-153E8298EE65}"/>
          </ac:inkMkLst>
        </pc:inkChg>
        <pc:inkChg chg="add">
          <ac:chgData name="Min Wang" userId="40c509f2-6e44-41ac-be95-0b697891d3eb" providerId="ADAL" clId="{1E82F5CA-06CB-5569-B40B-7CFA0163A4AB}" dt="2026-09-20T20:54:40.051" v="781" actId="9405"/>
          <ac:inkMkLst>
            <pc:docMk/>
            <pc:sldMk cId="4277801599" sldId="315"/>
            <ac:inkMk id="5" creationId="{445FCAC5-86B6-FAB3-B083-9094BC0C5C3F}"/>
          </ac:inkMkLst>
        </pc:inkChg>
        <pc:inkChg chg="add">
          <ac:chgData name="Min Wang" userId="40c509f2-6e44-41ac-be95-0b697891d3eb" providerId="ADAL" clId="{1E82F5CA-06CB-5569-B40B-7CFA0163A4AB}" dt="2026-10-04T20:06:19.790" v="955" actId="9405"/>
          <ac:inkMkLst>
            <pc:docMk/>
            <pc:sldMk cId="4277801599" sldId="315"/>
            <ac:inkMk id="6" creationId="{93F61CA6-5679-D2DD-81A9-B393FFC1D8D4}"/>
          </ac:inkMkLst>
        </pc:inkChg>
      </pc:sldChg>
      <pc:sldChg chg="addSp modSp mod">
        <pc:chgData name="Min Wang" userId="40c509f2-6e44-41ac-be95-0b697891d3eb" providerId="ADAL" clId="{1E82F5CA-06CB-5569-B40B-7CFA0163A4AB}" dt="2026-09-20T20:57:07.360" v="785" actId="1076"/>
        <pc:sldMkLst>
          <pc:docMk/>
          <pc:sldMk cId="3934468289" sldId="316"/>
        </pc:sldMkLst>
        <pc:picChg chg="add mod">
          <ac:chgData name="Min Wang" userId="40c509f2-6e44-41ac-be95-0b697891d3eb" providerId="ADAL" clId="{1E82F5CA-06CB-5569-B40B-7CFA0163A4AB}" dt="2026-09-20T20:56:22.917" v="783" actId="1076"/>
          <ac:picMkLst>
            <pc:docMk/>
            <pc:sldMk cId="3934468289" sldId="316"/>
            <ac:picMk id="2" creationId="{66D5D99D-79EB-C0BC-19EC-B0CFEDB7D611}"/>
          </ac:picMkLst>
        </pc:picChg>
        <pc:picChg chg="add mod">
          <ac:chgData name="Min Wang" userId="40c509f2-6e44-41ac-be95-0b697891d3eb" providerId="ADAL" clId="{1E82F5CA-06CB-5569-B40B-7CFA0163A4AB}" dt="2026-09-20T20:57:07.360" v="785" actId="1076"/>
          <ac:picMkLst>
            <pc:docMk/>
            <pc:sldMk cId="3934468289" sldId="316"/>
            <ac:picMk id="3" creationId="{9A101273-CA51-F96D-7DD8-4BD23AE3AD56}"/>
          </ac:picMkLst>
        </pc:picChg>
      </pc:sldChg>
      <pc:sldChg chg="addSp modSp mod">
        <pc:chgData name="Min Wang" userId="40c509f2-6e44-41ac-be95-0b697891d3eb" providerId="ADAL" clId="{1E82F5CA-06CB-5569-B40B-7CFA0163A4AB}" dt="2026-09-20T21:00:13.517" v="801" actId="1076"/>
        <pc:sldMkLst>
          <pc:docMk/>
          <pc:sldMk cId="3595205882" sldId="317"/>
        </pc:sldMkLst>
        <pc:picChg chg="add mod">
          <ac:chgData name="Min Wang" userId="40c509f2-6e44-41ac-be95-0b697891d3eb" providerId="ADAL" clId="{1E82F5CA-06CB-5569-B40B-7CFA0163A4AB}" dt="2026-09-20T20:57:25.812" v="788" actId="14100"/>
          <ac:picMkLst>
            <pc:docMk/>
            <pc:sldMk cId="3595205882" sldId="317"/>
            <ac:picMk id="2" creationId="{59D79F4B-7F0C-A814-8F32-35C43B0722BE}"/>
          </ac:picMkLst>
        </pc:picChg>
        <pc:picChg chg="add mod">
          <ac:chgData name="Min Wang" userId="40c509f2-6e44-41ac-be95-0b697891d3eb" providerId="ADAL" clId="{1E82F5CA-06CB-5569-B40B-7CFA0163A4AB}" dt="2026-09-20T20:58:56.385" v="791" actId="1076"/>
          <ac:picMkLst>
            <pc:docMk/>
            <pc:sldMk cId="3595205882" sldId="317"/>
            <ac:picMk id="4" creationId="{23030C48-CA64-9E2A-0B02-CFEBFD2695FE}"/>
          </ac:picMkLst>
        </pc:picChg>
        <pc:picChg chg="add mod">
          <ac:chgData name="Min Wang" userId="40c509f2-6e44-41ac-be95-0b697891d3eb" providerId="ADAL" clId="{1E82F5CA-06CB-5569-B40B-7CFA0163A4AB}" dt="2026-09-20T20:59:18.177" v="793" actId="1076"/>
          <ac:picMkLst>
            <pc:docMk/>
            <pc:sldMk cId="3595205882" sldId="317"/>
            <ac:picMk id="5" creationId="{EB9A6646-5DF4-251B-A2B9-4D03D4B511B3}"/>
          </ac:picMkLst>
        </pc:picChg>
        <pc:picChg chg="add mod">
          <ac:chgData name="Min Wang" userId="40c509f2-6e44-41ac-be95-0b697891d3eb" providerId="ADAL" clId="{1E82F5CA-06CB-5569-B40B-7CFA0163A4AB}" dt="2026-09-20T20:59:35.877" v="795" actId="1076"/>
          <ac:picMkLst>
            <pc:docMk/>
            <pc:sldMk cId="3595205882" sldId="317"/>
            <ac:picMk id="6" creationId="{C629DC9F-BA1E-B711-C39F-2F35D7C3AAB2}"/>
          </ac:picMkLst>
        </pc:picChg>
        <pc:picChg chg="add mod">
          <ac:chgData name="Min Wang" userId="40c509f2-6e44-41ac-be95-0b697891d3eb" providerId="ADAL" clId="{1E82F5CA-06CB-5569-B40B-7CFA0163A4AB}" dt="2026-09-20T20:59:50.742" v="798" actId="1076"/>
          <ac:picMkLst>
            <pc:docMk/>
            <pc:sldMk cId="3595205882" sldId="317"/>
            <ac:picMk id="7" creationId="{9DAD12C6-06C0-8D89-B35D-E2B794E9B564}"/>
          </ac:picMkLst>
        </pc:picChg>
        <pc:picChg chg="add mod">
          <ac:chgData name="Min Wang" userId="40c509f2-6e44-41ac-be95-0b697891d3eb" providerId="ADAL" clId="{1E82F5CA-06CB-5569-B40B-7CFA0163A4AB}" dt="2026-09-20T21:00:13.517" v="801" actId="1076"/>
          <ac:picMkLst>
            <pc:docMk/>
            <pc:sldMk cId="3595205882" sldId="317"/>
            <ac:picMk id="8" creationId="{9EBADE6A-CC6B-8147-A5AE-F96CE52710DF}"/>
          </ac:picMkLst>
        </pc:picChg>
        <pc:inkChg chg="add">
          <ac:chgData name="Min Wang" userId="40c509f2-6e44-41ac-be95-0b697891d3eb" providerId="ADAL" clId="{1E82F5CA-06CB-5569-B40B-7CFA0163A4AB}" dt="2026-09-20T20:57:30.835" v="789" actId="9405"/>
          <ac:inkMkLst>
            <pc:docMk/>
            <pc:sldMk cId="3595205882" sldId="317"/>
            <ac:inkMk id="3" creationId="{460F16FA-9DAE-F665-A876-212247BDB356}"/>
          </ac:inkMkLst>
        </pc:inkChg>
      </pc:sldChg>
      <pc:sldChg chg="addSp modSp mod">
        <pc:chgData name="Min Wang" userId="40c509f2-6e44-41ac-be95-0b697891d3eb" providerId="ADAL" clId="{1E82F5CA-06CB-5569-B40B-7CFA0163A4AB}" dt="2026-09-20T21:02:43.060" v="820" actId="1076"/>
        <pc:sldMkLst>
          <pc:docMk/>
          <pc:sldMk cId="1073559938" sldId="318"/>
        </pc:sldMkLst>
        <pc:picChg chg="add mod">
          <ac:chgData name="Min Wang" userId="40c509f2-6e44-41ac-be95-0b697891d3eb" providerId="ADAL" clId="{1E82F5CA-06CB-5569-B40B-7CFA0163A4AB}" dt="2026-09-20T21:00:36.948" v="803" actId="1076"/>
          <ac:picMkLst>
            <pc:docMk/>
            <pc:sldMk cId="1073559938" sldId="318"/>
            <ac:picMk id="2" creationId="{05B56B40-3FB1-FC0F-459E-C68ED0C68B98}"/>
          </ac:picMkLst>
        </pc:picChg>
        <pc:picChg chg="add mod">
          <ac:chgData name="Min Wang" userId="40c509f2-6e44-41ac-be95-0b697891d3eb" providerId="ADAL" clId="{1E82F5CA-06CB-5569-B40B-7CFA0163A4AB}" dt="2026-09-20T21:01:23.667" v="806" actId="14100"/>
          <ac:picMkLst>
            <pc:docMk/>
            <pc:sldMk cId="1073559938" sldId="318"/>
            <ac:picMk id="3" creationId="{1E2AF186-12E8-66C2-D4C7-220466BC84CB}"/>
          </ac:picMkLst>
        </pc:picChg>
        <pc:picChg chg="add mod">
          <ac:chgData name="Min Wang" userId="40c509f2-6e44-41ac-be95-0b697891d3eb" providerId="ADAL" clId="{1E82F5CA-06CB-5569-B40B-7CFA0163A4AB}" dt="2026-09-20T21:01:32.950" v="808" actId="1076"/>
          <ac:picMkLst>
            <pc:docMk/>
            <pc:sldMk cId="1073559938" sldId="318"/>
            <ac:picMk id="4" creationId="{0B2C6AFB-94AC-B733-C4C7-37637667DC3C}"/>
          </ac:picMkLst>
        </pc:picChg>
        <pc:picChg chg="add mod">
          <ac:chgData name="Min Wang" userId="40c509f2-6e44-41ac-be95-0b697891d3eb" providerId="ADAL" clId="{1E82F5CA-06CB-5569-B40B-7CFA0163A4AB}" dt="2026-09-20T21:02:27.657" v="817" actId="1076"/>
          <ac:picMkLst>
            <pc:docMk/>
            <pc:sldMk cId="1073559938" sldId="318"/>
            <ac:picMk id="5" creationId="{A3F2F0EF-A92C-3240-AF61-565639C4BBFF}"/>
          </ac:picMkLst>
        </pc:picChg>
        <pc:picChg chg="add mod">
          <ac:chgData name="Min Wang" userId="40c509f2-6e44-41ac-be95-0b697891d3eb" providerId="ADAL" clId="{1E82F5CA-06CB-5569-B40B-7CFA0163A4AB}" dt="2026-09-20T21:02:30.324" v="818" actId="1076"/>
          <ac:picMkLst>
            <pc:docMk/>
            <pc:sldMk cId="1073559938" sldId="318"/>
            <ac:picMk id="6" creationId="{1A31CCCE-49FB-BEC2-601B-050417D98357}"/>
          </ac:picMkLst>
        </pc:picChg>
        <pc:picChg chg="add mod">
          <ac:chgData name="Min Wang" userId="40c509f2-6e44-41ac-be95-0b697891d3eb" providerId="ADAL" clId="{1E82F5CA-06CB-5569-B40B-7CFA0163A4AB}" dt="2026-09-20T21:02:43.060" v="820" actId="1076"/>
          <ac:picMkLst>
            <pc:docMk/>
            <pc:sldMk cId="1073559938" sldId="318"/>
            <ac:picMk id="7" creationId="{C6C69735-7FC3-47A5-5E6F-AFB6DDF353FE}"/>
          </ac:picMkLst>
        </pc:picChg>
      </pc:sldChg>
      <pc:sldChg chg="addSp delSp modSp mod">
        <pc:chgData name="Min Wang" userId="40c509f2-6e44-41ac-be95-0b697891d3eb" providerId="ADAL" clId="{1E82F5CA-06CB-5569-B40B-7CFA0163A4AB}" dt="2026-09-20T21:08:15.008" v="842" actId="1076"/>
        <pc:sldMkLst>
          <pc:docMk/>
          <pc:sldMk cId="1219657220" sldId="319"/>
        </pc:sldMkLst>
        <pc:picChg chg="add mod">
          <ac:chgData name="Min Wang" userId="40c509f2-6e44-41ac-be95-0b697891d3eb" providerId="ADAL" clId="{1E82F5CA-06CB-5569-B40B-7CFA0163A4AB}" dt="2026-09-20T21:05:54.165" v="822" actId="1076"/>
          <ac:picMkLst>
            <pc:docMk/>
            <pc:sldMk cId="1219657220" sldId="319"/>
            <ac:picMk id="2" creationId="{E6E8DF75-7E04-E1E8-B6CE-2D7DA4A30A3E}"/>
          </ac:picMkLst>
        </pc:picChg>
        <pc:picChg chg="add mod">
          <ac:chgData name="Min Wang" userId="40c509f2-6e44-41ac-be95-0b697891d3eb" providerId="ADAL" clId="{1E82F5CA-06CB-5569-B40B-7CFA0163A4AB}" dt="2026-09-20T21:06:06.391" v="824" actId="1076"/>
          <ac:picMkLst>
            <pc:docMk/>
            <pc:sldMk cId="1219657220" sldId="319"/>
            <ac:picMk id="3" creationId="{7BF37AEF-E3D0-EB3B-4357-30EFA7EAD930}"/>
          </ac:picMkLst>
        </pc:picChg>
        <pc:picChg chg="add mod">
          <ac:chgData name="Min Wang" userId="40c509f2-6e44-41ac-be95-0b697891d3eb" providerId="ADAL" clId="{1E82F5CA-06CB-5569-B40B-7CFA0163A4AB}" dt="2026-09-20T21:07:33.795" v="835" actId="1076"/>
          <ac:picMkLst>
            <pc:docMk/>
            <pc:sldMk cId="1219657220" sldId="319"/>
            <ac:picMk id="5" creationId="{5469D66E-FAF8-DC48-7EE9-3CC1555C052C}"/>
          </ac:picMkLst>
        </pc:picChg>
        <pc:picChg chg="add mod">
          <ac:chgData name="Min Wang" userId="40c509f2-6e44-41ac-be95-0b697891d3eb" providerId="ADAL" clId="{1E82F5CA-06CB-5569-B40B-7CFA0163A4AB}" dt="2026-09-20T21:08:05.005" v="840" actId="14100"/>
          <ac:picMkLst>
            <pc:docMk/>
            <pc:sldMk cId="1219657220" sldId="319"/>
            <ac:picMk id="6" creationId="{2576949E-48DA-8597-7B1A-499DC61721B8}"/>
          </ac:picMkLst>
        </pc:picChg>
        <pc:picChg chg="add mod">
          <ac:chgData name="Min Wang" userId="40c509f2-6e44-41ac-be95-0b697891d3eb" providerId="ADAL" clId="{1E82F5CA-06CB-5569-B40B-7CFA0163A4AB}" dt="2026-09-20T21:08:15.008" v="842" actId="1076"/>
          <ac:picMkLst>
            <pc:docMk/>
            <pc:sldMk cId="1219657220" sldId="319"/>
            <ac:picMk id="7" creationId="{13B9BB53-6D65-30BC-90E3-B8D629E15134}"/>
          </ac:picMkLst>
        </pc:picChg>
      </pc:sldChg>
      <pc:sldChg chg="addSp delSp modSp mod">
        <pc:chgData name="Min Wang" userId="40c509f2-6e44-41ac-be95-0b697891d3eb" providerId="ADAL" clId="{1E82F5CA-06CB-5569-B40B-7CFA0163A4AB}" dt="2026-09-20T21:10:22.284" v="860"/>
        <pc:sldMkLst>
          <pc:docMk/>
          <pc:sldMk cId="1004969257" sldId="320"/>
        </pc:sldMkLst>
        <pc:picChg chg="add mod">
          <ac:chgData name="Min Wang" userId="40c509f2-6e44-41ac-be95-0b697891d3eb" providerId="ADAL" clId="{1E82F5CA-06CB-5569-B40B-7CFA0163A4AB}" dt="2026-09-20T21:08:56.641" v="848" actId="14100"/>
          <ac:picMkLst>
            <pc:docMk/>
            <pc:sldMk cId="1004969257" sldId="320"/>
            <ac:picMk id="3" creationId="{FBD9F792-E8F4-D7AF-3DF7-E410817C16AD}"/>
          </ac:picMkLst>
        </pc:picChg>
        <pc:picChg chg="add mod">
          <ac:chgData name="Min Wang" userId="40c509f2-6e44-41ac-be95-0b697891d3eb" providerId="ADAL" clId="{1E82F5CA-06CB-5569-B40B-7CFA0163A4AB}" dt="2026-09-20T21:09:07.742" v="850" actId="1076"/>
          <ac:picMkLst>
            <pc:docMk/>
            <pc:sldMk cId="1004969257" sldId="320"/>
            <ac:picMk id="4" creationId="{73DC4697-4ACF-F534-28F0-5174C4B4244D}"/>
          </ac:picMkLst>
        </pc:picChg>
        <pc:picChg chg="add mod">
          <ac:chgData name="Min Wang" userId="40c509f2-6e44-41ac-be95-0b697891d3eb" providerId="ADAL" clId="{1E82F5CA-06CB-5569-B40B-7CFA0163A4AB}" dt="2026-09-20T21:09:17.143" v="852" actId="1076"/>
          <ac:picMkLst>
            <pc:docMk/>
            <pc:sldMk cId="1004969257" sldId="320"/>
            <ac:picMk id="5" creationId="{77E6D0B5-3B57-E773-7087-C66980C11E75}"/>
          </ac:picMkLst>
        </pc:picChg>
        <pc:picChg chg="add mod">
          <ac:chgData name="Min Wang" userId="40c509f2-6e44-41ac-be95-0b697891d3eb" providerId="ADAL" clId="{1E82F5CA-06CB-5569-B40B-7CFA0163A4AB}" dt="2026-09-20T21:09:25.526" v="854" actId="1076"/>
          <ac:picMkLst>
            <pc:docMk/>
            <pc:sldMk cId="1004969257" sldId="320"/>
            <ac:picMk id="6" creationId="{BE379A6A-0545-7B5C-FEE8-C2FC4BF978DE}"/>
          </ac:picMkLst>
        </pc:picChg>
        <pc:picChg chg="add mod">
          <ac:chgData name="Min Wang" userId="40c509f2-6e44-41ac-be95-0b697891d3eb" providerId="ADAL" clId="{1E82F5CA-06CB-5569-B40B-7CFA0163A4AB}" dt="2026-09-20T21:09:39.561" v="857" actId="14100"/>
          <ac:picMkLst>
            <pc:docMk/>
            <pc:sldMk cId="1004969257" sldId="320"/>
            <ac:picMk id="7" creationId="{27DCD3E5-DD45-7861-989E-6C0B6A9C8E65}"/>
          </ac:picMkLst>
        </pc:picChg>
        <pc:picChg chg="add mod">
          <ac:chgData name="Min Wang" userId="40c509f2-6e44-41ac-be95-0b697891d3eb" providerId="ADAL" clId="{1E82F5CA-06CB-5569-B40B-7CFA0163A4AB}" dt="2026-09-20T21:09:53.543" v="859" actId="1076"/>
          <ac:picMkLst>
            <pc:docMk/>
            <pc:sldMk cId="1004969257" sldId="320"/>
            <ac:picMk id="8" creationId="{B94FCA62-897C-6DAA-5A72-41FCF87886E6}"/>
          </ac:picMkLst>
        </pc:picChg>
      </pc:sldChg>
      <pc:sldChg chg="addSp modSp mod">
        <pc:chgData name="Min Wang" userId="40c509f2-6e44-41ac-be95-0b697891d3eb" providerId="ADAL" clId="{1E82F5CA-06CB-5569-B40B-7CFA0163A4AB}" dt="2026-09-20T21:12:25.189" v="885" actId="1076"/>
        <pc:sldMkLst>
          <pc:docMk/>
          <pc:sldMk cId="2354844511" sldId="321"/>
        </pc:sldMkLst>
        <pc:picChg chg="add mod">
          <ac:chgData name="Min Wang" userId="40c509f2-6e44-41ac-be95-0b697891d3eb" providerId="ADAL" clId="{1E82F5CA-06CB-5569-B40B-7CFA0163A4AB}" dt="2026-09-20T21:10:27.531" v="862" actId="1076"/>
          <ac:picMkLst>
            <pc:docMk/>
            <pc:sldMk cId="2354844511" sldId="321"/>
            <ac:picMk id="2" creationId="{D3432567-2C81-9E24-C444-A321C4E998D2}"/>
          </ac:picMkLst>
        </pc:picChg>
        <pc:picChg chg="add mod">
          <ac:chgData name="Min Wang" userId="40c509f2-6e44-41ac-be95-0b697891d3eb" providerId="ADAL" clId="{1E82F5CA-06CB-5569-B40B-7CFA0163A4AB}" dt="2026-09-20T21:10:51.219" v="864" actId="1076"/>
          <ac:picMkLst>
            <pc:docMk/>
            <pc:sldMk cId="2354844511" sldId="321"/>
            <ac:picMk id="3" creationId="{3CE00761-2945-A69F-DDD9-53916510700F}"/>
          </ac:picMkLst>
        </pc:picChg>
        <pc:picChg chg="add mod">
          <ac:chgData name="Min Wang" userId="40c509f2-6e44-41ac-be95-0b697891d3eb" providerId="ADAL" clId="{1E82F5CA-06CB-5569-B40B-7CFA0163A4AB}" dt="2026-09-20T21:11:06.759" v="870" actId="1037"/>
          <ac:picMkLst>
            <pc:docMk/>
            <pc:sldMk cId="2354844511" sldId="321"/>
            <ac:picMk id="4" creationId="{2C3D7607-F988-F0C4-F7B2-FC04E88B10C8}"/>
          </ac:picMkLst>
        </pc:picChg>
        <pc:picChg chg="add mod">
          <ac:chgData name="Min Wang" userId="40c509f2-6e44-41ac-be95-0b697891d3eb" providerId="ADAL" clId="{1E82F5CA-06CB-5569-B40B-7CFA0163A4AB}" dt="2026-09-20T21:11:18.645" v="872" actId="1076"/>
          <ac:picMkLst>
            <pc:docMk/>
            <pc:sldMk cId="2354844511" sldId="321"/>
            <ac:picMk id="5" creationId="{C4CBDB78-B5D9-BDE6-327E-C48BE61D6407}"/>
          </ac:picMkLst>
        </pc:picChg>
        <pc:picChg chg="add mod">
          <ac:chgData name="Min Wang" userId="40c509f2-6e44-41ac-be95-0b697891d3eb" providerId="ADAL" clId="{1E82F5CA-06CB-5569-B40B-7CFA0163A4AB}" dt="2026-09-20T21:11:41.208" v="875" actId="14100"/>
          <ac:picMkLst>
            <pc:docMk/>
            <pc:sldMk cId="2354844511" sldId="321"/>
            <ac:picMk id="6" creationId="{F573C532-26D8-5338-D7B1-DEEAF9DA35E9}"/>
          </ac:picMkLst>
        </pc:picChg>
        <pc:picChg chg="add mod">
          <ac:chgData name="Min Wang" userId="40c509f2-6e44-41ac-be95-0b697891d3eb" providerId="ADAL" clId="{1E82F5CA-06CB-5569-B40B-7CFA0163A4AB}" dt="2026-09-20T21:12:25.189" v="885" actId="1076"/>
          <ac:picMkLst>
            <pc:docMk/>
            <pc:sldMk cId="2354844511" sldId="321"/>
            <ac:picMk id="7" creationId="{56FF07DE-C80F-768F-C969-6B2519D760AF}"/>
          </ac:picMkLst>
        </pc:picChg>
        <pc:picChg chg="add mod">
          <ac:chgData name="Min Wang" userId="40c509f2-6e44-41ac-be95-0b697891d3eb" providerId="ADAL" clId="{1E82F5CA-06CB-5569-B40B-7CFA0163A4AB}" dt="2026-09-20T21:12:23.584" v="884" actId="1076"/>
          <ac:picMkLst>
            <pc:docMk/>
            <pc:sldMk cId="2354844511" sldId="321"/>
            <ac:picMk id="8" creationId="{6469FEA4-FBAA-0F20-A861-0671D042B89E}"/>
          </ac:picMkLst>
        </pc:picChg>
      </pc:sldChg>
      <pc:sldChg chg="addSp delSp modSp mod">
        <pc:chgData name="Min Wang" userId="40c509f2-6e44-41ac-be95-0b697891d3eb" providerId="ADAL" clId="{1E82F5CA-06CB-5569-B40B-7CFA0163A4AB}" dt="2026-10-04T19:00:48.816" v="923" actId="21"/>
        <pc:sldMkLst>
          <pc:docMk/>
          <pc:sldMk cId="3790483184" sldId="322"/>
        </pc:sldMkLst>
        <pc:spChg chg="add mod">
          <ac:chgData name="Min Wang" userId="40c509f2-6e44-41ac-be95-0b697891d3eb" providerId="ADAL" clId="{1E82F5CA-06CB-5569-B40B-7CFA0163A4AB}" dt="2026-10-04T18:59:41.701" v="915" actId="164"/>
          <ac:spMkLst>
            <pc:docMk/>
            <pc:sldMk cId="3790483184" sldId="322"/>
            <ac:spMk id="3" creationId="{5A00CDA3-D341-DFBC-EF6C-B8D19F7F9B61}"/>
          </ac:spMkLst>
        </pc:spChg>
        <pc:grpChg chg="add mod">
          <ac:chgData name="Min Wang" userId="40c509f2-6e44-41ac-be95-0b697891d3eb" providerId="ADAL" clId="{1E82F5CA-06CB-5569-B40B-7CFA0163A4AB}" dt="2026-10-04T18:59:41.701" v="915" actId="164"/>
          <ac:grpSpMkLst>
            <pc:docMk/>
            <pc:sldMk cId="3790483184" sldId="322"/>
            <ac:grpSpMk id="5" creationId="{FA51B639-5BC7-FBBB-293D-D4AD1712C43A}"/>
          </ac:grpSpMkLst>
        </pc:grpChg>
        <pc:picChg chg="add mod">
          <ac:chgData name="Min Wang" userId="40c509f2-6e44-41ac-be95-0b697891d3eb" providerId="ADAL" clId="{1E82F5CA-06CB-5569-B40B-7CFA0163A4AB}" dt="2026-10-04T18:59:41.701" v="915" actId="164"/>
          <ac:picMkLst>
            <pc:docMk/>
            <pc:sldMk cId="3790483184" sldId="322"/>
            <ac:picMk id="2" creationId="{6D95FFCE-AB6D-1F90-6B7F-63A885469660}"/>
          </ac:picMkLst>
        </pc:picChg>
        <pc:picChg chg="add mod">
          <ac:chgData name="Min Wang" userId="40c509f2-6e44-41ac-be95-0b697891d3eb" providerId="ADAL" clId="{1E82F5CA-06CB-5569-B40B-7CFA0163A4AB}" dt="2026-10-04T18:59:41.701" v="915" actId="164"/>
          <ac:picMkLst>
            <pc:docMk/>
            <pc:sldMk cId="3790483184" sldId="322"/>
            <ac:picMk id="4" creationId="{CC992593-DA6C-F7ED-4C07-B6B3906C155D}"/>
          </ac:picMkLst>
        </pc:picChg>
        <pc:inkChg chg="add">
          <ac:chgData name="Min Wang" userId="40c509f2-6e44-41ac-be95-0b697891d3eb" providerId="ADAL" clId="{1E82F5CA-06CB-5569-B40B-7CFA0163A4AB}" dt="2026-10-04T18:59:48.772" v="916" actId="9405"/>
          <ac:inkMkLst>
            <pc:docMk/>
            <pc:sldMk cId="3790483184" sldId="322"/>
            <ac:inkMk id="6" creationId="{E1C7E1F3-4438-6527-80F0-07E7EC74AAEB}"/>
          </ac:inkMkLst>
        </pc:inkChg>
        <pc:inkChg chg="add">
          <ac:chgData name="Min Wang" userId="40c509f2-6e44-41ac-be95-0b697891d3eb" providerId="ADAL" clId="{1E82F5CA-06CB-5569-B40B-7CFA0163A4AB}" dt="2026-10-04T18:59:50.850" v="917" actId="9405"/>
          <ac:inkMkLst>
            <pc:docMk/>
            <pc:sldMk cId="3790483184" sldId="322"/>
            <ac:inkMk id="7" creationId="{17D21A93-386D-B893-BAAC-FDFC0EDFE5F4}"/>
          </ac:inkMkLst>
        </pc:inkChg>
        <pc:inkChg chg="add">
          <ac:chgData name="Min Wang" userId="40c509f2-6e44-41ac-be95-0b697891d3eb" providerId="ADAL" clId="{1E82F5CA-06CB-5569-B40B-7CFA0163A4AB}" dt="2026-10-04T18:59:56.189" v="918" actId="9405"/>
          <ac:inkMkLst>
            <pc:docMk/>
            <pc:sldMk cId="3790483184" sldId="322"/>
            <ac:inkMk id="8" creationId="{9D2BFF5F-190B-9B30-68C2-DCDF5207E7E6}"/>
          </ac:inkMkLst>
        </pc:inkChg>
      </pc:sldChg>
      <pc:sldChg chg="addSp modSp mod ord">
        <pc:chgData name="Min Wang" userId="40c509f2-6e44-41ac-be95-0b697891d3eb" providerId="ADAL" clId="{1E82F5CA-06CB-5569-B40B-7CFA0163A4AB}" dt="2026-10-04T18:58:20.815" v="907" actId="14100"/>
        <pc:sldMkLst>
          <pc:docMk/>
          <pc:sldMk cId="2515535923" sldId="323"/>
        </pc:sldMkLst>
        <pc:picChg chg="add mod">
          <ac:chgData name="Min Wang" userId="40c509f2-6e44-41ac-be95-0b697891d3eb" providerId="ADAL" clId="{1E82F5CA-06CB-5569-B40B-7CFA0163A4AB}" dt="2026-10-04T18:58:20.815" v="907" actId="14100"/>
          <ac:picMkLst>
            <pc:docMk/>
            <pc:sldMk cId="2515535923" sldId="323"/>
            <ac:picMk id="2" creationId="{90D3DC87-58C4-43B1-F898-9EAE4CBFE751}"/>
          </ac:picMkLst>
        </pc:picChg>
      </pc:sldChg>
      <pc:sldChg chg="addSp modSp mod">
        <pc:chgData name="Min Wang" userId="40c509f2-6e44-41ac-be95-0b697891d3eb" providerId="ADAL" clId="{1E82F5CA-06CB-5569-B40B-7CFA0163A4AB}" dt="2026-10-04T19:01:17.927" v="930" actId="1076"/>
        <pc:sldMkLst>
          <pc:docMk/>
          <pc:sldMk cId="546914569" sldId="324"/>
        </pc:sldMkLst>
        <pc:spChg chg="add mod">
          <ac:chgData name="Min Wang" userId="40c509f2-6e44-41ac-be95-0b697891d3eb" providerId="ADAL" clId="{1E82F5CA-06CB-5569-B40B-7CFA0163A4AB}" dt="2026-10-04T19:00:52.853" v="925" actId="1076"/>
          <ac:spMkLst>
            <pc:docMk/>
            <pc:sldMk cId="546914569" sldId="324"/>
            <ac:spMk id="2" creationId="{7E77D250-9730-E32F-27F4-11A18A9D05B7}"/>
          </ac:spMkLst>
        </pc:spChg>
        <pc:picChg chg="add mod">
          <ac:chgData name="Min Wang" userId="40c509f2-6e44-41ac-be95-0b697891d3eb" providerId="ADAL" clId="{1E82F5CA-06CB-5569-B40B-7CFA0163A4AB}" dt="2026-10-04T19:01:03.375" v="928" actId="1076"/>
          <ac:picMkLst>
            <pc:docMk/>
            <pc:sldMk cId="546914569" sldId="324"/>
            <ac:picMk id="3" creationId="{ECA26647-25A9-036C-30D7-ABB948DD4432}"/>
          </ac:picMkLst>
        </pc:picChg>
        <pc:picChg chg="add mod">
          <ac:chgData name="Min Wang" userId="40c509f2-6e44-41ac-be95-0b697891d3eb" providerId="ADAL" clId="{1E82F5CA-06CB-5569-B40B-7CFA0163A4AB}" dt="2026-10-04T19:01:17.927" v="930" actId="1076"/>
          <ac:picMkLst>
            <pc:docMk/>
            <pc:sldMk cId="546914569" sldId="324"/>
            <ac:picMk id="4" creationId="{BC1DAB76-CB9D-E686-A1C6-AF1F3692EC85}"/>
          </ac:picMkLst>
        </pc:picChg>
      </pc:sldChg>
      <pc:sldChg chg="addSp delSp modSp mod">
        <pc:chgData name="Min Wang" userId="40c509f2-6e44-41ac-be95-0b697891d3eb" providerId="ADAL" clId="{1E82F5CA-06CB-5569-B40B-7CFA0163A4AB}" dt="2026-10-04T19:02:35.147" v="938" actId="1076"/>
        <pc:sldMkLst>
          <pc:docMk/>
          <pc:sldMk cId="1670624368" sldId="325"/>
        </pc:sldMkLst>
        <pc:picChg chg="add mod">
          <ac:chgData name="Min Wang" userId="40c509f2-6e44-41ac-be95-0b697891d3eb" providerId="ADAL" clId="{1E82F5CA-06CB-5569-B40B-7CFA0163A4AB}" dt="2026-10-04T19:02:35.147" v="938" actId="1076"/>
          <ac:picMkLst>
            <pc:docMk/>
            <pc:sldMk cId="1670624368" sldId="325"/>
            <ac:picMk id="3" creationId="{E254C858-5554-5A88-1FE3-D1EB9CA5BC9A}"/>
          </ac:picMkLst>
        </pc:picChg>
      </pc:sldChg>
      <pc:sldChg chg="addSp modSp mod">
        <pc:chgData name="Min Wang" userId="40c509f2-6e44-41ac-be95-0b697891d3eb" providerId="ADAL" clId="{1E82F5CA-06CB-5569-B40B-7CFA0163A4AB}" dt="2026-10-04T20:22:27.633" v="970" actId="1076"/>
        <pc:sldMkLst>
          <pc:docMk/>
          <pc:sldMk cId="988826137" sldId="326"/>
        </pc:sldMkLst>
        <pc:picChg chg="add mod">
          <ac:chgData name="Min Wang" userId="40c509f2-6e44-41ac-be95-0b697891d3eb" providerId="ADAL" clId="{1E82F5CA-06CB-5569-B40B-7CFA0163A4AB}" dt="2026-10-04T20:21:34.978" v="960" actId="1076"/>
          <ac:picMkLst>
            <pc:docMk/>
            <pc:sldMk cId="988826137" sldId="326"/>
            <ac:picMk id="3" creationId="{AA29824B-D022-8B9B-F361-1F895B94DD17}"/>
          </ac:picMkLst>
        </pc:picChg>
        <pc:picChg chg="add mod">
          <ac:chgData name="Min Wang" userId="40c509f2-6e44-41ac-be95-0b697891d3eb" providerId="ADAL" clId="{1E82F5CA-06CB-5569-B40B-7CFA0163A4AB}" dt="2026-10-04T20:21:48.086" v="962" actId="1076"/>
          <ac:picMkLst>
            <pc:docMk/>
            <pc:sldMk cId="988826137" sldId="326"/>
            <ac:picMk id="4" creationId="{025C684D-60F9-482A-62A2-B7317110D956}"/>
          </ac:picMkLst>
        </pc:picChg>
        <pc:picChg chg="add mod">
          <ac:chgData name="Min Wang" userId="40c509f2-6e44-41ac-be95-0b697891d3eb" providerId="ADAL" clId="{1E82F5CA-06CB-5569-B40B-7CFA0163A4AB}" dt="2026-10-04T20:21:58.503" v="964" actId="1076"/>
          <ac:picMkLst>
            <pc:docMk/>
            <pc:sldMk cId="988826137" sldId="326"/>
            <ac:picMk id="5" creationId="{D932087D-5366-FF21-40CE-C744D1692306}"/>
          </ac:picMkLst>
        </pc:picChg>
        <pc:picChg chg="add mod">
          <ac:chgData name="Min Wang" userId="40c509f2-6e44-41ac-be95-0b697891d3eb" providerId="ADAL" clId="{1E82F5CA-06CB-5569-B40B-7CFA0163A4AB}" dt="2026-10-04T20:22:27.633" v="970" actId="1076"/>
          <ac:picMkLst>
            <pc:docMk/>
            <pc:sldMk cId="988826137" sldId="326"/>
            <ac:picMk id="6" creationId="{6DA3E08B-4491-4044-3243-DBCBFAD92FA2}"/>
          </ac:picMkLst>
        </pc:picChg>
        <pc:picChg chg="add mod">
          <ac:chgData name="Min Wang" userId="40c509f2-6e44-41ac-be95-0b697891d3eb" providerId="ADAL" clId="{1E82F5CA-06CB-5569-B40B-7CFA0163A4AB}" dt="2026-10-04T20:22:24.224" v="969" actId="1076"/>
          <ac:picMkLst>
            <pc:docMk/>
            <pc:sldMk cId="988826137" sldId="326"/>
            <ac:picMk id="7" creationId="{F557B438-4B1F-6A7A-D994-EA3767459B8A}"/>
          </ac:picMkLst>
        </pc:picChg>
      </pc:sldChg>
      <pc:sldChg chg="addSp modSp mod">
        <pc:chgData name="Min Wang" userId="40c509f2-6e44-41ac-be95-0b697891d3eb" providerId="ADAL" clId="{1E82F5CA-06CB-5569-B40B-7CFA0163A4AB}" dt="2026-10-04T20:35:15.986" v="980" actId="1076"/>
        <pc:sldMkLst>
          <pc:docMk/>
          <pc:sldMk cId="3661159635" sldId="327"/>
        </pc:sldMkLst>
        <pc:picChg chg="add mod">
          <ac:chgData name="Min Wang" userId="40c509f2-6e44-41ac-be95-0b697891d3eb" providerId="ADAL" clId="{1E82F5CA-06CB-5569-B40B-7CFA0163A4AB}" dt="2026-10-04T20:24:07.631" v="973" actId="14100"/>
          <ac:picMkLst>
            <pc:docMk/>
            <pc:sldMk cId="3661159635" sldId="327"/>
            <ac:picMk id="2" creationId="{280E0A97-C824-A9F4-BA45-818FC80C77AA}"/>
          </ac:picMkLst>
        </pc:picChg>
        <pc:picChg chg="add mod">
          <ac:chgData name="Min Wang" userId="40c509f2-6e44-41ac-be95-0b697891d3eb" providerId="ADAL" clId="{1E82F5CA-06CB-5569-B40B-7CFA0163A4AB}" dt="2026-10-04T20:35:15.986" v="980" actId="1076"/>
          <ac:picMkLst>
            <pc:docMk/>
            <pc:sldMk cId="3661159635" sldId="327"/>
            <ac:picMk id="6" creationId="{43293708-47FF-C929-C0CC-3544E12C34A0}"/>
          </ac:picMkLst>
        </pc:picChg>
        <pc:inkChg chg="add">
          <ac:chgData name="Min Wang" userId="40c509f2-6e44-41ac-be95-0b697891d3eb" providerId="ADAL" clId="{1E82F5CA-06CB-5569-B40B-7CFA0163A4AB}" dt="2026-10-04T20:24:48.483" v="974" actId="9405"/>
          <ac:inkMkLst>
            <pc:docMk/>
            <pc:sldMk cId="3661159635" sldId="327"/>
            <ac:inkMk id="3" creationId="{3AFB3B38-CEE1-0FFD-2719-9794778F70E5}"/>
          </ac:inkMkLst>
        </pc:inkChg>
        <pc:inkChg chg="add">
          <ac:chgData name="Min Wang" userId="40c509f2-6e44-41ac-be95-0b697891d3eb" providerId="ADAL" clId="{1E82F5CA-06CB-5569-B40B-7CFA0163A4AB}" dt="2026-10-04T20:24:57.752" v="975" actId="9405"/>
          <ac:inkMkLst>
            <pc:docMk/>
            <pc:sldMk cId="3661159635" sldId="327"/>
            <ac:inkMk id="4" creationId="{E26C0F60-B358-962C-925B-9DB501D3869A}"/>
          </ac:inkMkLst>
        </pc:inkChg>
        <pc:inkChg chg="add">
          <ac:chgData name="Min Wang" userId="40c509f2-6e44-41ac-be95-0b697891d3eb" providerId="ADAL" clId="{1E82F5CA-06CB-5569-B40B-7CFA0163A4AB}" dt="2026-10-04T20:25:01.677" v="976" actId="9405"/>
          <ac:inkMkLst>
            <pc:docMk/>
            <pc:sldMk cId="3661159635" sldId="327"/>
            <ac:inkMk id="5" creationId="{1C8730D4-2BBA-2F32-A8DB-60189E2EB6FF}"/>
          </ac:inkMkLst>
        </pc:inkChg>
      </pc:sldChg>
      <pc:sldChg chg="addSp modSp mod">
        <pc:chgData name="Min Wang" userId="40c509f2-6e44-41ac-be95-0b697891d3eb" providerId="ADAL" clId="{1E82F5CA-06CB-5569-B40B-7CFA0163A4AB}" dt="2026-10-04T20:36:37.462" v="991" actId="1076"/>
        <pc:sldMkLst>
          <pc:docMk/>
          <pc:sldMk cId="1534147969" sldId="328"/>
        </pc:sldMkLst>
        <pc:picChg chg="add mod">
          <ac:chgData name="Min Wang" userId="40c509f2-6e44-41ac-be95-0b697891d3eb" providerId="ADAL" clId="{1E82F5CA-06CB-5569-B40B-7CFA0163A4AB}" dt="2026-10-04T20:35:42.785" v="982" actId="1076"/>
          <ac:picMkLst>
            <pc:docMk/>
            <pc:sldMk cId="1534147969" sldId="328"/>
            <ac:picMk id="2" creationId="{74900073-6BF9-EAB8-7F62-7A01BCB3050F}"/>
          </ac:picMkLst>
        </pc:picChg>
        <pc:picChg chg="add mod">
          <ac:chgData name="Min Wang" userId="40c509f2-6e44-41ac-be95-0b697891d3eb" providerId="ADAL" clId="{1E82F5CA-06CB-5569-B40B-7CFA0163A4AB}" dt="2026-10-04T20:35:57.083" v="985" actId="14100"/>
          <ac:picMkLst>
            <pc:docMk/>
            <pc:sldMk cId="1534147969" sldId="328"/>
            <ac:picMk id="3" creationId="{885FF7F7-3F0B-4CEB-53ED-3910AF7397B2}"/>
          </ac:picMkLst>
        </pc:picChg>
        <pc:picChg chg="add">
          <ac:chgData name="Min Wang" userId="40c509f2-6e44-41ac-be95-0b697891d3eb" providerId="ADAL" clId="{1E82F5CA-06CB-5569-B40B-7CFA0163A4AB}" dt="2026-10-04T20:36:04.689" v="986"/>
          <ac:picMkLst>
            <pc:docMk/>
            <pc:sldMk cId="1534147969" sldId="328"/>
            <ac:picMk id="4" creationId="{5321EF06-5072-95EF-196E-A965C12AC5D7}"/>
          </ac:picMkLst>
        </pc:picChg>
        <pc:picChg chg="add mod">
          <ac:chgData name="Min Wang" userId="40c509f2-6e44-41ac-be95-0b697891d3eb" providerId="ADAL" clId="{1E82F5CA-06CB-5569-B40B-7CFA0163A4AB}" dt="2026-10-04T20:36:26.799" v="989" actId="14100"/>
          <ac:picMkLst>
            <pc:docMk/>
            <pc:sldMk cId="1534147969" sldId="328"/>
            <ac:picMk id="5" creationId="{4A64135B-6299-C4F2-3794-E6AF82082C29}"/>
          </ac:picMkLst>
        </pc:picChg>
        <pc:picChg chg="add mod">
          <ac:chgData name="Min Wang" userId="40c509f2-6e44-41ac-be95-0b697891d3eb" providerId="ADAL" clId="{1E82F5CA-06CB-5569-B40B-7CFA0163A4AB}" dt="2026-10-04T20:36:37.462" v="991" actId="1076"/>
          <ac:picMkLst>
            <pc:docMk/>
            <pc:sldMk cId="1534147969" sldId="328"/>
            <ac:picMk id="6" creationId="{A4C22A6D-04F9-BD8F-9F45-CDE462C1825C}"/>
          </ac:picMkLst>
        </pc:picChg>
      </pc:sldChg>
      <pc:sldChg chg="addSp modSp mod">
        <pc:chgData name="Min Wang" userId="40c509f2-6e44-41ac-be95-0b697891d3eb" providerId="ADAL" clId="{1E82F5CA-06CB-5569-B40B-7CFA0163A4AB}" dt="2026-10-04T20:37:10.240" v="994" actId="14100"/>
        <pc:sldMkLst>
          <pc:docMk/>
          <pc:sldMk cId="2756325201" sldId="329"/>
        </pc:sldMkLst>
        <pc:picChg chg="add mod">
          <ac:chgData name="Min Wang" userId="40c509f2-6e44-41ac-be95-0b697891d3eb" providerId="ADAL" clId="{1E82F5CA-06CB-5569-B40B-7CFA0163A4AB}" dt="2026-10-04T20:37:10.240" v="994" actId="14100"/>
          <ac:picMkLst>
            <pc:docMk/>
            <pc:sldMk cId="2756325201" sldId="329"/>
            <ac:picMk id="2" creationId="{F8A01506-7161-48B4-1DFF-7EC325A8BFB5}"/>
          </ac:picMkLst>
        </pc:picChg>
      </pc:sldChg>
      <pc:sldChg chg="addSp modSp mod">
        <pc:chgData name="Min Wang" userId="40c509f2-6e44-41ac-be95-0b697891d3eb" providerId="ADAL" clId="{1E82F5CA-06CB-5569-B40B-7CFA0163A4AB}" dt="2026-10-04T20:47:04.928" v="1024" actId="9405"/>
        <pc:sldMkLst>
          <pc:docMk/>
          <pc:sldMk cId="2070885701" sldId="330"/>
        </pc:sldMkLst>
        <pc:picChg chg="add mod">
          <ac:chgData name="Min Wang" userId="40c509f2-6e44-41ac-be95-0b697891d3eb" providerId="ADAL" clId="{1E82F5CA-06CB-5569-B40B-7CFA0163A4AB}" dt="2026-10-04T20:38:14.625" v="995"/>
          <ac:picMkLst>
            <pc:docMk/>
            <pc:sldMk cId="2070885701" sldId="330"/>
            <ac:picMk id="2" creationId="{2DF4DD79-48D3-2939-6F83-7FF03287AC71}"/>
          </ac:picMkLst>
        </pc:picChg>
        <pc:picChg chg="add mod">
          <ac:chgData name="Min Wang" userId="40c509f2-6e44-41ac-be95-0b697891d3eb" providerId="ADAL" clId="{1E82F5CA-06CB-5569-B40B-7CFA0163A4AB}" dt="2026-10-04T20:38:32.232" v="998" actId="14100"/>
          <ac:picMkLst>
            <pc:docMk/>
            <pc:sldMk cId="2070885701" sldId="330"/>
            <ac:picMk id="3" creationId="{8F147EE1-8A87-FD02-99BD-BC33B434BC73}"/>
          </ac:picMkLst>
        </pc:picChg>
        <pc:picChg chg="add mod">
          <ac:chgData name="Min Wang" userId="40c509f2-6e44-41ac-be95-0b697891d3eb" providerId="ADAL" clId="{1E82F5CA-06CB-5569-B40B-7CFA0163A4AB}" dt="2026-10-04T20:38:57.962" v="1016" actId="1037"/>
          <ac:picMkLst>
            <pc:docMk/>
            <pc:sldMk cId="2070885701" sldId="330"/>
            <ac:picMk id="4" creationId="{C93F4D2E-E1CB-71A9-EF5D-5F1EE6924B7F}"/>
          </ac:picMkLst>
        </pc:picChg>
        <pc:picChg chg="add mod">
          <ac:chgData name="Min Wang" userId="40c509f2-6e44-41ac-be95-0b697891d3eb" providerId="ADAL" clId="{1E82F5CA-06CB-5569-B40B-7CFA0163A4AB}" dt="2026-10-04T20:40:14.671" v="1020" actId="1076"/>
          <ac:picMkLst>
            <pc:docMk/>
            <pc:sldMk cId="2070885701" sldId="330"/>
            <ac:picMk id="5" creationId="{32202453-F910-B1E4-FD1A-1DD9C7E85671}"/>
          </ac:picMkLst>
        </pc:picChg>
        <pc:inkChg chg="add">
          <ac:chgData name="Min Wang" userId="40c509f2-6e44-41ac-be95-0b697891d3eb" providerId="ADAL" clId="{1E82F5CA-06CB-5569-B40B-7CFA0163A4AB}" dt="2026-10-04T20:43:37.555" v="1021" actId="9405"/>
          <ac:inkMkLst>
            <pc:docMk/>
            <pc:sldMk cId="2070885701" sldId="330"/>
            <ac:inkMk id="6" creationId="{B83E9E9B-0529-DBD4-BB60-F24F83187714}"/>
          </ac:inkMkLst>
        </pc:inkChg>
        <pc:inkChg chg="add">
          <ac:chgData name="Min Wang" userId="40c509f2-6e44-41ac-be95-0b697891d3eb" providerId="ADAL" clId="{1E82F5CA-06CB-5569-B40B-7CFA0163A4AB}" dt="2026-10-04T20:43:45.242" v="1022" actId="9405"/>
          <ac:inkMkLst>
            <pc:docMk/>
            <pc:sldMk cId="2070885701" sldId="330"/>
            <ac:inkMk id="7" creationId="{C0022890-24E6-0E72-EABA-33AD5BB00462}"/>
          </ac:inkMkLst>
        </pc:inkChg>
        <pc:inkChg chg="add">
          <ac:chgData name="Min Wang" userId="40c509f2-6e44-41ac-be95-0b697891d3eb" providerId="ADAL" clId="{1E82F5CA-06CB-5569-B40B-7CFA0163A4AB}" dt="2026-10-04T20:47:02.202" v="1023" actId="9405"/>
          <ac:inkMkLst>
            <pc:docMk/>
            <pc:sldMk cId="2070885701" sldId="330"/>
            <ac:inkMk id="8" creationId="{699AB452-4ABB-782B-043D-BC18E8745A5B}"/>
          </ac:inkMkLst>
        </pc:inkChg>
        <pc:inkChg chg="add">
          <ac:chgData name="Min Wang" userId="40c509f2-6e44-41ac-be95-0b697891d3eb" providerId="ADAL" clId="{1E82F5CA-06CB-5569-B40B-7CFA0163A4AB}" dt="2026-10-04T20:47:04.928" v="1024" actId="9405"/>
          <ac:inkMkLst>
            <pc:docMk/>
            <pc:sldMk cId="2070885701" sldId="330"/>
            <ac:inkMk id="9" creationId="{5C20D9EB-315F-5582-FF11-639CA3EC8BFE}"/>
          </ac:inkMkLst>
        </pc:inkChg>
      </pc:sldChg>
      <pc:sldChg chg="addSp modSp mod">
        <pc:chgData name="Min Wang" userId="40c509f2-6e44-41ac-be95-0b697891d3eb" providerId="ADAL" clId="{1E82F5CA-06CB-5569-B40B-7CFA0163A4AB}" dt="2026-10-04T20:47:48.193" v="1028" actId="1076"/>
        <pc:sldMkLst>
          <pc:docMk/>
          <pc:sldMk cId="4191250955" sldId="331"/>
        </pc:sldMkLst>
        <pc:picChg chg="add mod">
          <ac:chgData name="Min Wang" userId="40c509f2-6e44-41ac-be95-0b697891d3eb" providerId="ADAL" clId="{1E82F5CA-06CB-5569-B40B-7CFA0163A4AB}" dt="2026-10-04T20:47:48.193" v="1028" actId="1076"/>
          <ac:picMkLst>
            <pc:docMk/>
            <pc:sldMk cId="4191250955" sldId="331"/>
            <ac:picMk id="2" creationId="{DA286628-64A2-6D50-D728-17370B958613}"/>
          </ac:picMkLst>
        </pc:picChg>
      </pc:sldChg>
      <pc:sldChg chg="addSp modSp mod">
        <pc:chgData name="Min Wang" userId="40c509f2-6e44-41ac-be95-0b697891d3eb" providerId="ADAL" clId="{1E82F5CA-06CB-5569-B40B-7CFA0163A4AB}" dt="2026-10-04T20:50:17.042" v="1038" actId="1076"/>
        <pc:sldMkLst>
          <pc:docMk/>
          <pc:sldMk cId="408675027" sldId="332"/>
        </pc:sldMkLst>
        <pc:picChg chg="add mod">
          <ac:chgData name="Min Wang" userId="40c509f2-6e44-41ac-be95-0b697891d3eb" providerId="ADAL" clId="{1E82F5CA-06CB-5569-B40B-7CFA0163A4AB}" dt="2026-10-04T20:49:57.088" v="1033" actId="1076"/>
          <ac:picMkLst>
            <pc:docMk/>
            <pc:sldMk cId="408675027" sldId="332"/>
            <ac:picMk id="2" creationId="{C8CE804E-94CC-14E6-6F39-05F8E496B43A}"/>
          </ac:picMkLst>
        </pc:picChg>
        <pc:picChg chg="add mod">
          <ac:chgData name="Min Wang" userId="40c509f2-6e44-41ac-be95-0b697891d3eb" providerId="ADAL" clId="{1E82F5CA-06CB-5569-B40B-7CFA0163A4AB}" dt="2026-10-04T20:49:58.217" v="1034" actId="1076"/>
          <ac:picMkLst>
            <pc:docMk/>
            <pc:sldMk cId="408675027" sldId="332"/>
            <ac:picMk id="3" creationId="{4B2AC1D1-7C68-8409-83E9-A732EC332719}"/>
          </ac:picMkLst>
        </pc:picChg>
        <pc:picChg chg="add mod">
          <ac:chgData name="Min Wang" userId="40c509f2-6e44-41ac-be95-0b697891d3eb" providerId="ADAL" clId="{1E82F5CA-06CB-5569-B40B-7CFA0163A4AB}" dt="2026-10-04T20:50:17.042" v="1038" actId="1076"/>
          <ac:picMkLst>
            <pc:docMk/>
            <pc:sldMk cId="408675027" sldId="332"/>
            <ac:picMk id="4" creationId="{1F8A604A-E325-9590-BE3E-84798FA61770}"/>
          </ac:picMkLst>
        </pc:picChg>
      </pc:sldChg>
      <pc:sldChg chg="addSp delSp modSp mod ord">
        <pc:chgData name="Min Wang" userId="40c509f2-6e44-41ac-be95-0b697891d3eb" providerId="ADAL" clId="{1E82F5CA-06CB-5569-B40B-7CFA0163A4AB}" dt="2026-10-15T00:33:20.025" v="1061" actId="1076"/>
        <pc:sldMkLst>
          <pc:docMk/>
          <pc:sldMk cId="816109718" sldId="333"/>
        </pc:sldMkLst>
        <pc:picChg chg="add mod">
          <ac:chgData name="Min Wang" userId="40c509f2-6e44-41ac-be95-0b697891d3eb" providerId="ADAL" clId="{1E82F5CA-06CB-5569-B40B-7CFA0163A4AB}" dt="2026-10-04T20:50:54.651" v="1043" actId="14100"/>
          <ac:picMkLst>
            <pc:docMk/>
            <pc:sldMk cId="816109718" sldId="333"/>
            <ac:picMk id="2" creationId="{BD7FEF54-1322-0720-3FFC-51125F0F1040}"/>
          </ac:picMkLst>
        </pc:picChg>
        <pc:picChg chg="add del mod">
          <ac:chgData name="Min Wang" userId="40c509f2-6e44-41ac-be95-0b697891d3eb" providerId="ADAL" clId="{1E82F5CA-06CB-5569-B40B-7CFA0163A4AB}" dt="2026-10-15T00:32:22.757" v="1051" actId="21"/>
          <ac:picMkLst>
            <pc:docMk/>
            <pc:sldMk cId="816109718" sldId="333"/>
            <ac:picMk id="3" creationId="{CABED495-C85B-1D7A-7322-430E47BF86C3}"/>
          </ac:picMkLst>
        </pc:picChg>
        <pc:picChg chg="add mod">
          <ac:chgData name="Min Wang" userId="40c509f2-6e44-41ac-be95-0b697891d3eb" providerId="ADAL" clId="{1E82F5CA-06CB-5569-B40B-7CFA0163A4AB}" dt="2026-10-15T00:33:20.025" v="1061" actId="1076"/>
          <ac:picMkLst>
            <pc:docMk/>
            <pc:sldMk cId="816109718" sldId="333"/>
            <ac:picMk id="4" creationId="{B0E19AE9-F5E5-456D-B30D-303109C02333}"/>
          </ac:picMkLst>
        </pc:picChg>
      </pc:sldChg>
      <pc:sldChg chg="addSp modSp ord">
        <pc:chgData name="Min Wang" userId="40c509f2-6e44-41ac-be95-0b697891d3eb" providerId="ADAL" clId="{1E82F5CA-06CB-5569-B40B-7CFA0163A4AB}" dt="2026-10-15T00:32:14.272" v="1050"/>
        <pc:sldMkLst>
          <pc:docMk/>
          <pc:sldMk cId="3441448302" sldId="334"/>
        </pc:sldMkLst>
        <pc:picChg chg="add mod">
          <ac:chgData name="Min Wang" userId="40c509f2-6e44-41ac-be95-0b697891d3eb" providerId="ADAL" clId="{1E82F5CA-06CB-5569-B40B-7CFA0163A4AB}" dt="2026-10-15T00:32:14.272" v="1050"/>
          <ac:picMkLst>
            <pc:docMk/>
            <pc:sldMk cId="3441448302" sldId="334"/>
            <ac:picMk id="2" creationId="{EE70AD35-7BFB-27C9-B37A-8B56A416E3FB}"/>
          </ac:picMkLst>
        </pc:picChg>
      </pc:sldChg>
      <pc:sldChg chg="addSp delSp modSp mod">
        <pc:chgData name="Min Wang" userId="40c509f2-6e44-41ac-be95-0b697891d3eb" providerId="ADAL" clId="{1E82F5CA-06CB-5569-B40B-7CFA0163A4AB}" dt="2026-10-15T00:36:11.441" v="1081" actId="9405"/>
        <pc:sldMkLst>
          <pc:docMk/>
          <pc:sldMk cId="845968809" sldId="335"/>
        </pc:sldMkLst>
        <pc:spChg chg="add mod">
          <ac:chgData name="Min Wang" userId="40c509f2-6e44-41ac-be95-0b697891d3eb" providerId="ADAL" clId="{1E82F5CA-06CB-5569-B40B-7CFA0163A4AB}" dt="2026-10-15T00:34:54.268" v="1072" actId="113"/>
          <ac:spMkLst>
            <pc:docMk/>
            <pc:sldMk cId="845968809" sldId="335"/>
            <ac:spMk id="4" creationId="{97C1EDE3-377C-53D3-1429-A2660BB869A4}"/>
          </ac:spMkLst>
        </pc:spChg>
        <pc:picChg chg="add mod">
          <ac:chgData name="Min Wang" userId="40c509f2-6e44-41ac-be95-0b697891d3eb" providerId="ADAL" clId="{1E82F5CA-06CB-5569-B40B-7CFA0163A4AB}" dt="2026-10-15T00:34:24.417" v="1068" actId="14100"/>
          <ac:picMkLst>
            <pc:docMk/>
            <pc:sldMk cId="845968809" sldId="335"/>
            <ac:picMk id="2" creationId="{BB3EF167-91B7-9918-F0D1-CDC6A31F54B7}"/>
          </ac:picMkLst>
        </pc:picChg>
        <pc:picChg chg="add mod">
          <ac:chgData name="Min Wang" userId="40c509f2-6e44-41ac-be95-0b697891d3eb" providerId="ADAL" clId="{1E82F5CA-06CB-5569-B40B-7CFA0163A4AB}" dt="2026-10-15T00:35:55.157" v="1078" actId="1076"/>
          <ac:picMkLst>
            <pc:docMk/>
            <pc:sldMk cId="845968809" sldId="335"/>
            <ac:picMk id="5" creationId="{55B80135-6703-4E1F-8B4E-CBDD39263252}"/>
          </ac:picMkLst>
        </pc:picChg>
        <pc:inkChg chg="add del">
          <ac:chgData name="Min Wang" userId="40c509f2-6e44-41ac-be95-0b697891d3eb" providerId="ADAL" clId="{1E82F5CA-06CB-5569-B40B-7CFA0163A4AB}" dt="2026-10-15T00:36:08.250" v="1080" actId="9405"/>
          <ac:inkMkLst>
            <pc:docMk/>
            <pc:sldMk cId="845968809" sldId="335"/>
            <ac:inkMk id="6" creationId="{304AC3CF-D166-177A-C25E-81AE2A457762}"/>
          </ac:inkMkLst>
        </pc:inkChg>
        <pc:inkChg chg="add">
          <ac:chgData name="Min Wang" userId="40c509f2-6e44-41ac-be95-0b697891d3eb" providerId="ADAL" clId="{1E82F5CA-06CB-5569-B40B-7CFA0163A4AB}" dt="2026-10-15T00:36:11.441" v="1081" actId="9405"/>
          <ac:inkMkLst>
            <pc:docMk/>
            <pc:sldMk cId="845968809" sldId="335"/>
            <ac:inkMk id="7" creationId="{318A2FF9-B2AA-FC17-1213-B10E86A86B55}"/>
          </ac:inkMkLst>
        </pc:inkChg>
      </pc:sldChg>
      <pc:sldChg chg="addSp modSp mod">
        <pc:chgData name="Min Wang" userId="40c509f2-6e44-41ac-be95-0b697891d3eb" providerId="ADAL" clId="{1E82F5CA-06CB-5569-B40B-7CFA0163A4AB}" dt="2026-10-15T00:36:51.284" v="1087" actId="14100"/>
        <pc:sldMkLst>
          <pc:docMk/>
          <pc:sldMk cId="3433507932" sldId="336"/>
        </pc:sldMkLst>
        <pc:picChg chg="add mod">
          <ac:chgData name="Min Wang" userId="40c509f2-6e44-41ac-be95-0b697891d3eb" providerId="ADAL" clId="{1E82F5CA-06CB-5569-B40B-7CFA0163A4AB}" dt="2026-10-15T00:36:32.929" v="1084" actId="14100"/>
          <ac:picMkLst>
            <pc:docMk/>
            <pc:sldMk cId="3433507932" sldId="336"/>
            <ac:picMk id="2" creationId="{5DF83A88-60AB-A073-438F-020104E24588}"/>
          </ac:picMkLst>
        </pc:picChg>
        <pc:picChg chg="add mod">
          <ac:chgData name="Min Wang" userId="40c509f2-6e44-41ac-be95-0b697891d3eb" providerId="ADAL" clId="{1E82F5CA-06CB-5569-B40B-7CFA0163A4AB}" dt="2026-10-15T00:36:51.284" v="1087" actId="14100"/>
          <ac:picMkLst>
            <pc:docMk/>
            <pc:sldMk cId="3433507932" sldId="336"/>
            <ac:picMk id="3" creationId="{31579988-0F09-4C16-CDD3-60CCA9A54D1A}"/>
          </ac:picMkLst>
        </pc:picChg>
      </pc:sldChg>
      <pc:sldChg chg="addSp modSp mod">
        <pc:chgData name="Min Wang" userId="40c509f2-6e44-41ac-be95-0b697891d3eb" providerId="ADAL" clId="{1E82F5CA-06CB-5569-B40B-7CFA0163A4AB}" dt="2026-10-15T00:37:30.486" v="1093" actId="14100"/>
        <pc:sldMkLst>
          <pc:docMk/>
          <pc:sldMk cId="4188990906" sldId="337"/>
        </pc:sldMkLst>
        <pc:picChg chg="add mod">
          <ac:chgData name="Min Wang" userId="40c509f2-6e44-41ac-be95-0b697891d3eb" providerId="ADAL" clId="{1E82F5CA-06CB-5569-B40B-7CFA0163A4AB}" dt="2026-10-15T00:37:14.330" v="1090" actId="14100"/>
          <ac:picMkLst>
            <pc:docMk/>
            <pc:sldMk cId="4188990906" sldId="337"/>
            <ac:picMk id="2" creationId="{7B4881F9-3FF2-F97E-5316-E06DCC7BB626}"/>
          </ac:picMkLst>
        </pc:picChg>
        <pc:picChg chg="add mod">
          <ac:chgData name="Min Wang" userId="40c509f2-6e44-41ac-be95-0b697891d3eb" providerId="ADAL" clId="{1E82F5CA-06CB-5569-B40B-7CFA0163A4AB}" dt="2026-10-15T00:37:30.486" v="1093" actId="14100"/>
          <ac:picMkLst>
            <pc:docMk/>
            <pc:sldMk cId="4188990906" sldId="337"/>
            <ac:picMk id="3" creationId="{CD07049B-E149-5544-4D40-BD90A5D579F0}"/>
          </ac:picMkLst>
        </pc:picChg>
      </pc:sldChg>
      <pc:sldChg chg="addSp modSp mod">
        <pc:chgData name="Min Wang" userId="40c509f2-6e44-41ac-be95-0b697891d3eb" providerId="ADAL" clId="{1E82F5CA-06CB-5569-B40B-7CFA0163A4AB}" dt="2026-10-15T00:38:24.705" v="1100" actId="14100"/>
        <pc:sldMkLst>
          <pc:docMk/>
          <pc:sldMk cId="102027501" sldId="338"/>
        </pc:sldMkLst>
        <pc:spChg chg="add mod">
          <ac:chgData name="Min Wang" userId="40c509f2-6e44-41ac-be95-0b697891d3eb" providerId="ADAL" clId="{1E82F5CA-06CB-5569-B40B-7CFA0163A4AB}" dt="2026-10-15T00:38:08.150" v="1097" actId="1076"/>
          <ac:spMkLst>
            <pc:docMk/>
            <pc:sldMk cId="102027501" sldId="338"/>
            <ac:spMk id="3" creationId="{008C8638-478E-35A7-FEF2-A543DC0D813A}"/>
          </ac:spMkLst>
        </pc:spChg>
        <pc:picChg chg="add mod">
          <ac:chgData name="Min Wang" userId="40c509f2-6e44-41ac-be95-0b697891d3eb" providerId="ADAL" clId="{1E82F5CA-06CB-5569-B40B-7CFA0163A4AB}" dt="2026-10-15T00:38:24.705" v="1100" actId="14100"/>
          <ac:picMkLst>
            <pc:docMk/>
            <pc:sldMk cId="102027501" sldId="338"/>
            <ac:picMk id="4" creationId="{307C69FA-0BF6-067B-3C4D-C7536C7B8E59}"/>
          </ac:picMkLst>
        </pc:picChg>
      </pc:sldChg>
      <pc:sldChg chg="del">
        <pc:chgData name="Min Wang" userId="40c509f2-6e44-41ac-be95-0b697891d3eb" providerId="ADAL" clId="{1E82F5CA-06CB-5569-B40B-7CFA0163A4AB}" dt="2026-10-15T00:40:36.297" v="1101" actId="2696"/>
        <pc:sldMkLst>
          <pc:docMk/>
          <pc:sldMk cId="966194257" sldId="339"/>
        </pc:sldMkLst>
      </pc:sldChg>
      <pc:sldChg chg="del">
        <pc:chgData name="Min Wang" userId="40c509f2-6e44-41ac-be95-0b697891d3eb" providerId="ADAL" clId="{1E82F5CA-06CB-5569-B40B-7CFA0163A4AB}" dt="2026-10-15T00:40:36.297" v="1101" actId="2696"/>
        <pc:sldMkLst>
          <pc:docMk/>
          <pc:sldMk cId="3160995355" sldId="340"/>
        </pc:sldMkLst>
      </pc:sldChg>
      <pc:sldChg chg="del">
        <pc:chgData name="Min Wang" userId="40c509f2-6e44-41ac-be95-0b697891d3eb" providerId="ADAL" clId="{1E82F5CA-06CB-5569-B40B-7CFA0163A4AB}" dt="2026-10-15T00:40:36.297" v="1101" actId="2696"/>
        <pc:sldMkLst>
          <pc:docMk/>
          <pc:sldMk cId="2660113598" sldId="341"/>
        </pc:sldMkLst>
      </pc:sldChg>
      <pc:sldChg chg="del">
        <pc:chgData name="Min Wang" userId="40c509f2-6e44-41ac-be95-0b697891d3eb" providerId="ADAL" clId="{1E82F5CA-06CB-5569-B40B-7CFA0163A4AB}" dt="2026-10-15T00:40:36.297" v="1101" actId="2696"/>
        <pc:sldMkLst>
          <pc:docMk/>
          <pc:sldMk cId="3191824321" sldId="342"/>
        </pc:sldMkLst>
      </pc:sldChg>
      <pc:sldChg chg="addSp delSp modSp add mod">
        <pc:chgData name="Min Wang" userId="40c509f2-6e44-41ac-be95-0b697891d3eb" providerId="ADAL" clId="{1E82F5CA-06CB-5569-B40B-7CFA0163A4AB}" dt="2026-10-15T00:33:48.958" v="1065" actId="1076"/>
        <pc:sldMkLst>
          <pc:docMk/>
          <pc:sldMk cId="2071776021" sldId="343"/>
        </pc:sldMkLst>
        <pc:picChg chg="add mod">
          <ac:chgData name="Min Wang" userId="40c509f2-6e44-41ac-be95-0b697891d3eb" providerId="ADAL" clId="{1E82F5CA-06CB-5569-B40B-7CFA0163A4AB}" dt="2026-10-15T00:32:28.766" v="1054" actId="1076"/>
          <ac:picMkLst>
            <pc:docMk/>
            <pc:sldMk cId="2071776021" sldId="343"/>
            <ac:picMk id="2" creationId="{6306FA1B-FD88-086A-6E1E-FB7B783D13C8}"/>
          </ac:picMkLst>
        </pc:picChg>
        <pc:picChg chg="add del mod">
          <ac:chgData name="Min Wang" userId="40c509f2-6e44-41ac-be95-0b697891d3eb" providerId="ADAL" clId="{1E82F5CA-06CB-5569-B40B-7CFA0163A4AB}" dt="2026-10-15T00:33:22.726" v="1062" actId="478"/>
          <ac:picMkLst>
            <pc:docMk/>
            <pc:sldMk cId="2071776021" sldId="343"/>
            <ac:picMk id="3" creationId="{794A48C4-9AC0-6D77-E83D-58FADB14D222}"/>
          </ac:picMkLst>
        </pc:picChg>
        <pc:picChg chg="add mod">
          <ac:chgData name="Min Wang" userId="40c509f2-6e44-41ac-be95-0b697891d3eb" providerId="ADAL" clId="{1E82F5CA-06CB-5569-B40B-7CFA0163A4AB}" dt="2026-10-15T00:33:48.958" v="1065" actId="1076"/>
          <ac:picMkLst>
            <pc:docMk/>
            <pc:sldMk cId="2071776021" sldId="343"/>
            <ac:picMk id="4" creationId="{3D89FFB0-FBE0-0046-A144-4AE1EB25971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3T20:03:09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0 340,'51'0,"-9"0,-22 0,1 0,1 0,4 0,14 0,-7 0,31 0,-25 0,18 0,-21 0,-1 0,0 0,-3 0,5 0,1 0,-3 0,3 0,-2 0,-1 0,-1 0,-3 0,0 0,9 0,-13 0,10 0,-13 0,3 0,3 0,1 0,0 0,-1 0,1-2,0-1,0 0,-1-2,-3 1,-3-1,-1-1,1 1,2 0,1-2,0 0,-2-1,3 1,-3-1,1 0,-1-2,8-2,-11 5,8-2,-9 5,3 0,2-1,2 0,0 1,3 0,0 0,3 1,0-1,3 1,3-2,-6 0,1 0,-1 0,0 0,5-2,-1-1,-2 0,-1 1,-3-1,-1 0,0-2,-1 2,6-3,-10 4,5-1,-9 1,0 1,2 0,-2-1,1 2,-1 2,-5-1,-1 1,0-1,3-1,0 3,0 0,-1 2,-1-2,1 0,2 0,2-1,0 3,2 0,1-1,3 1,0 0,-1 0,10 0,-10 0,12 0,-14 0,2 0,-1 0,-1 0,0 0,-2 0,-1 0,-3 0,-1 0,0 0,-3 0,5 0,-9 0,8 0,-5 0,3 2,-1 2,0 5,1 0,10 11,-7-8,10 8,-10-7,2 1,0-2,-3 0,-1-3,-1 0,-4-1,3 3,-6-4,7 3,-7 1,1-3,2 7,-2-7,3 4,1-1,-4-1,0 0,3 2,-4-4,6 7,-6-6,0 2,2 4,-7-5,3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12:06.2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264 109,'-51'2,"3"2,23 3,-3 2,3 1,1-1,0 5,8-4,1 0,8 3,25 4,-12-2,20 2,-18-9,0 0,14 4,-6-2,10 3,-10-4,0 1,-1-1,-2-2,3 1,-6-3,8 4,-4-2,0-2,5-1,-6-5,3-7,-2-6,1-8,3-8,0-2,0-5,-2 3,-2 4,0 0,-2 5,-2-1,-1 6,-4 4,-2 3,-4-2,-19 8,5-3,-18 13,14 0,-3 4,-4 2,-13 5,6-3,-11 4,15-6,-2 2,2-1,6 0,3-1,6-2,2-1,4 11,3-6,4 14,1-9,0 2,0-1,0-1,0-2,0 6,0-6,0 4,2-1,2-7,6 8,2-7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3T20:05:58.8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0,'51'0,"-2"0,-15 0,14 0,0 0,0 0,37 0,3 0,-37 0,0 0,46 0,-28 0,-1 0,-3 0,2 0,-12 0,-3 0,-1 0,-2 0,8 0,3 2,4 4,8 3,3 0,4-2,-1-1,-8-2,2 3,23 6,-30-4,23 7,-35-8,6 1,2 0,-3 0,-1 0,0 0,1 0,2-2,0 1,-2-2,-5-1,-5 1,0 0,-2 1,6-1,0 0,-2 2,-1 1,-3 1,0-1,-1-1,3 0,15 4,-16-4,16 2,-21-6,9 1,0-1,-1-1,3-3,-3 0,0 0,-2 0,-6 0,-2 0,-5 0,-2 0,1 0,2 0,7 0,4 0,5 0,6 0,11 0,3 0,10 0,-2 0,-3 0,-22 1,1 0,17 2,-22 0,-1 0,16 3,0-1,0-2,-6-2,-5 0,-8-4,-10-3,-8-4,-7-2,-6 1,-4 3,1-1,-4-1,4-4,-2 46,9-29,-1 37,8-40,0 0,3 0,24 0,0 0,19 0,-14 0,1 0,-10 0,-1 0,-6 0,-3-2,-5-1,5-2,-16-1,3 2,-13-2,0-1,2 0,-4 0,5-2,-4 6,3-6,-3 3,-1-3,3-2,4 7,-3-1,1 3,-4 0,3 0,0 0,3 0,-5-1,1 1,4 0,-6 2,6 0,-1-3,0 2,5-3,-5 4,1 0,-1 0,1-1,0 1,7 0,-4 0,7 0,-4 0,4 0,2 0,3 0,0 0,-2 0,-1 0,0 0,-3 0,-1 0,-5 0,-1 0,0 0,1 0,3 0,3 0,0 0,-1 0,1 0,-2 0,2 0,-3 0,-1 0,6 0,-7 0,7 0,-11 0,2 0,1 0,0 0,0 0,0 0,0 0,0 0,-1 0,3 0,-5 0,2 0,2 0,-1 0,5 0,0 0,-1 0,-1 0,-1 0,-1 0,2-2,-1-1,9-4,-11 2,9-2,-12 4,4-4,1 2,-1-2,-1 0,-3 2,1-2,-1 2,-1 0,0 0,-3 2,6-2,-6 2,5-2,-4 3,0-1,-1 3,1-1,1-2,-4 2,8-3,-9 4,4 0,2 0,-7 0,3-16,-7-4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3T20:06:01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0,'75'0,"3"0,-33 0,11 0,14 0,-5 0,22 0,-16 0,4 3,-7 3,-7 2,-5 2,-1 1,-5-1,3 2,-4-1,1-2,0 0,-4-3,0 0,-8-1,0 1,7-1,-14-2,6-1,-15-2,1 0,0 0,-2 0,-1 0,-3 0,-1 0,1 0,-1 0,2 0,-3 0,4 0,-7 0,6 0,-4 0,3 0,0 0,-1 0,0 0,-1 0,0 0,5-1,-8-2,7-3,-6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3.0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4.0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4.9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5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6.8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3:08.0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3T20:11:45.8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0,'57'0,"-8"0,-13 0,-4 0,2 0,10 0,2 0,15 0,6 0,-7 0,-3 0,-16 0,3 0,-9 0,5 0,-13 0,1 0,-4 0,0 0,0 0,-3 0,0 3,-4 2,0 1,-1 1,-2-2,6 0,-5-1,5-1,-6-1,0 0,2 2,-1 1,3 0,-4-2,10 1,-10-2,10 1,-7-1,3 2,2-1,-1 0,-3-1,-4-1,2-1,0 0,0 0,2 0,-4 0,1 0,3 0,-5-2,3-1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6:01.8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6:31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1,'58'0,"-4"0,-21 0,4 0,6 0,3 0,4 0,2 0,2 0,-1 0,2 0,2 0,0 0,25 0,-14 0,20 0,-22 0,8 0,-2 0,3 2,0 1,-4 3,1 3,-1-2,-6 1,3 1,-12-1,-3 3,-2-1,-4-2,5 1,-3 0,-2 0,-3-1,-5 0,0-2,-3-2,-1-2,2-2,8 0,-10 0,11 2,-15 0,3 1,0-1,1-2,3 1,0-1,1 0,2 0,1 2,2 1,-5 0,0 1,-1-1,1-1,5 3,1-2,-2 0,-1 0,-3-3,-2 1,-2-1,-4 0,0 0,10 0,-12 0,11 0,-13 0,4 0,-1 0,2 0,-1 0,1 0,0 0,-1 0,0 0,0 0,-6 0,-1 0,-1 0,-1 0,3 0,-3 0,0 0,1 0,-3 0,-1 0,-2 0,-2 0,0 0,6 0,-7 0,5 0,1 0,-3 0,7 0,-5 0,0 0,3 0,0 0,3 0,-1-2,-2-2,1-1,0-1,7-1,3 1,4 0,1 1,1 1,2 1,-1-1,1 1,1 0,-1 0,10 3,-14 0,6 0,0 0,-12 0,10 0,-20 0,-2 0,1 0,-1 0,0 0,-3 0,1 0,-4 0,6 0,-5 0,5 0,-3 0,0 0,-1 0,9 4,-10-3,9 3,1 0,-6-3,9 5,-9-4,1 0,-2 0,-3-1,3-1,-4 0,5 1,-4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16:19.5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1,'51'0,"-8"0,-18 0,-5 0,0 0,2 0,4 0,-6 0,-1 0,-5 0,3 0,-1 0,3 0,-4 0,-1 0,0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20:03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0 107,'48'0,"-4"0,-20 0,3 0,6 0,1 0,3 0,20 0,-14 0,13 0,-15 0,15 0,-13 0,14 0,-17 0,1 0,1 0,0 0,-2 0,1 0,1 0,-3 0,3 0,-5 0,-4 0,-1 0,0 0,2 0,3 0,1 0,-2 0,-1 0,-2 0,-2 0,1 0,-1 0,0 0,10-4,-9 3,10-4,-9 5,7-2,1 0,4-4,0 1,1 2,-1-2,1 1,-1-1,0-1,-6 3,-3-1,-1 2,1-1,5-1,0 0,1-1,0-1,-2 1,-1-1,-1 1,-3-1,10 3,-12 1,6 2,-12 0,3 0,1 0,-2 0,0 0,0 0,-3 0,-1 0,-1 0,-1 0,1 0,-2 0,0 0,-1 0,-2 0,5 0,-2 0,3 0,3 0,0 0,4 0,-1 0,0 0,11 0,-9 1,12 2,-11-1,3 2,4-1,1 3,0-1,0 1,0-1,1 1,1 2,-2-2,-6 1,-4-3,-3-1,1 1,2 0,-3-1,0 1,-3-1,-1 0,1 0,-3-3,-1 2,-3 0,5 1,-6-1,6-2,-7 0,2 0,-1 0,2 0,-1 2,-3 0,1 0,-1 0,0-1,3 1,-3 0,0 2,0 0,0 0,3 0,0 1,2 0,1-1,0 1,0 0,1 0,-3-1,5 2,-9-2,2 0,-6-1,0 4,3 1,-3 3,2-1,0 0,10 1,-7-3,2 0,-11-4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49:00.7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0 193,'68'0,"11"0,-42 0,19 0,21 0,-18 0,28 0,-32 0,2 0,1 0,-3 0,1 0,-1 0,2 0,6-2,3-1,2 0,-1 0,0 0,0-1,-5-2,0 0,-2 3,11 0,-20 3,10-2,-21 0,4-1,4-2,1-1,4 0,4-3,-3 1,3 1,-4-1,-1 2,-4 3,-3 1,0 2,1 0,8 0,3 0,3 0,1 0,-2 0,-1 0,-1 0,1 0,-2 0,18 0,-18 0,33 0,-36 0,18 0,-23 0,8 0,1 0,4 0,1 0,-1 0,-1 0,-7 0,-1 0,2 0,3-2,10-1,2-1,-2-1,3 2,-3-1,4 1,8 0,-3-1,2 0,-26 0,-1 0,20 2,-21-2,0 0,23 1,9-2,1-2,1 3,-7 1,-2 2,1 1,9 0,8 0,1 0,-11 0,-17 0,-3 0,1-3,10 0,2 0,-1 0,-3 2,-4 1,-1 0,3-1,-2 1,6 0,21 0,-22 0,19 0,-22 0,3 0,2 0,0 0,-3 0,-1 0,0 0,-4 0,-2 0,-4 0,-2 0,-8 0,6 0,-2 0,0 0,7 0,-7 0,3 0,-1 0,0 0,-2 2,2 1,-4 0,18 1,-23-2,19 1,-25-1,9-1,4 0,2-1,5 0,-1 0,1 3,0 0,-1 3,-1-1,-4-1,-7-2,-1 0,0 1,3 0,5-1,1-1,1-1,3 0,4 3,2 0,-1 1,-1 1,15 0,-21 1,18 1,-26-1,2 0,-3 0,0 0,0 0,0-3,-1 0,1-3,4 1,2-1,3 0,-5 0,0 0,2 0,34 0,-18 0,21 0,-27-3,0 0,4-3,9 0,-2 3,-25 1,0 1,25 1,20 0,-27 0,6 0,-2 0,-5 2,-5 3,-8 4,-5 1,-7 1,-3 0,-3 0,-1-1,-3 0,-2-1,1 0,-2-1,2-2,-3-3,-1-2,-3-1,-3 0,2 0,-3 0,3 0,14 0,-4 0,22 0,0-2,21-4,15-1,6-2,-48 5,1 1,47-5,-2-2,-6 3,-6-3,-15 3,-14 1,-11 0,-14 3,-4-1,-5 1,-1 1,-2-1,-4 3,2-1,-1 1,4 0,-6 0,0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30:40.0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1 197,'63'0,"-9"0,-24 0,2 0,3 0,6 0,5 0,52 0,-32 0,-14 0,-1 0,8-3,3 0,4-4,0-4,-3 3,4-3,-6 1,0-1,-7-2,-6 3,-3 2,-3-1,5-1,-2-3,-4 2,-1 1,-7 1,0 1,-2 0,-3 2,6-3,-11 5,7-1,-7 5,4 0,1 0,1 0,0 0,-1 0,2 0,-1 0,-1 0,-2 0,-5 0,-1 0,-1 0,2 0,2 0,1 0,3 0,3 0,5 0,4 0,0 3,-1 3,1 4,14 7,-15-5,13 3,-17-7,-2-1,-4-1,-5 1,-7-4,-2 0,1-2,-1-1,5 0,-2 0,-2 0,3 0,-2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30:42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47,'51'0,"1"0,-17 0,4 0,3 0,-2 0,10 0,-1 0,13 0,-16 0,2 0,-14 0,4 0,-7 0,1 0,-3 0,1 0,2 0,-4 0,3 0,-4 0,24 0,-18-3,17-3,-20 0,5 1,0 4,-3 0,-1 0,-2 1,0 0,1 0,-2 0,0 0,-4 0,-5 0,1 0,1 0,2 0,3 0,1 0,1 0,0-3,-4 0,4 0,0-2,9 1,-8 1,7 0,-6 3,4 0,4 0,1 0,0 0,0 0,0 0,-3 0,-1 3,-4 3,-3 3,-6 2,-5-4,-2 0,-2-2,5 3,-5-4,3 1,-1-5,5 0,-4 0,2 0,-4 2,2 1,6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50:01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47,'59'0,"-7"0,-18 0,2 0,1 0,1 0,1 0,0 0,6 0,3 0,1 0,4 0,4 0,4 0,5 0,-1 0,19 0,-28 0,19 0,-26 0,5 0,-1 0,-3 0,-3 0,-4 0,0 0,-4 0,-1 0,-1 0,0 0,-1 0,-1 0,1 0,1 0,4 0,1 0,6 0,1 0,1 0,-1 0,1 0,-1-3,23-1,-18-2,18-1,-22 1,6 2,1-1,4 1,0 1,1 0,0 2,12 1,2 0,-3 0,-2 0,-15 0,1 0,6 0,-1 0,4 0,-1 0,-5 2,2 3,-2 1,-1 3,1-3,-2-2,22-2,-22-2,-4 0,0 0,0 0,33 3,-35 0,5 0,-3 2,-1-2,1 3,0-1,1 1,-3 2,-9-1,-1 0,-4-2,2-2,2-1,-3-1,-3-1,-3 2,-1 1,-1-1,1 0,-4-1,8-1,-14 0,7 0,-14 0,1 0,2 0,-5 0,3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50:05.9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49,'56'0,"-2"0,-15 0,9 0,1 0,10 0,4 0,-2 0,8 0,-6 0,5 0,4 0,-21 0,3 0,35 0,-30 0,-1 0,31 0,-4 0,-7 0,-2 0,2 0,6 0,-1 0,-5 0,-7 0,-7 0,-3 0,2 0,2 0,9 0,11 0,-5 0,-1-5,-3-2,-9 0,7 1,-5 6,14-6,-24 5,11-6,-24 4,6 0,-2 1,0 1,0 1,1 0,2 0,0-1,0 1,-1 0,-6 0,-1 0,-1 0,3 0,5 0,3 0,3 0,3 0,4 0,2 0,3 0,0 0,-5 0,19 0,-28 0,18 0,-24 0,3 0,0 0,-3 0,0 0,1 0,0 0,-2 0,-7 0,-2 0,-4 0,-4 0,3 0,-1 0,4 0,-1 0,2 0,0 0,-3 0,2 0,0 0,1 0,2 0,14 0,-15 0,18 0,-18 0,7 0,2 0,0 0,4 0,-3 2,4 1,-1 0,0 0,-1-3,-7 0,2 0,-1 0,3 0,7 0,-2 0,3 0,-3 0,1 0,-1 0,-4 0,3 0,-4 0,14 0,-19 0,10 0,-20 0,3 0,1 0,1 0,0 0,0 0,3 0,0 0,0 0,-2 0,-6 0,-4 0,-1 0,-2 0,1 0,1 0,-1 0,-2 0,2 0,0 0,1 0,2 0,0 0,9 0,-8 0,11 0,-12 0,3 0,-2 0,2 0,1 0,3 0,0 0,0 0,3 0,-2 0,-5 0,-5 0,-5 0,0 0,2 0,-3 0,-1 0,-2 0,-1 0,1 0,-1 0,2 0,4 0,8 0,-5 0,6 0,-7 0,4 0,0 0,0 0,1 0,0 0,-1 0,4 0,2 0,1 0,-2 0,-2 0,1 0,2 0,4 0,0 0,-1 0,2 0,-3 0,0 0,-1 0,0 0,0 0,7 4,-15-3,7 4,-15-4,3 1,0 1,-2 1,-1-2,-2 1,0-1,-3-2,-1 2,-3 1,2 1,2 0,-3-2,8 1,-9-3,9 0,-6 0,3 0,0 0,2 0,7 0,-5 0,9 0,-10 0,4 0,2 0,0 0,1 0,-1 0,1 0,-1 0,6 0,0 0,-3 0,-2-2,0 0,1-1,4 1,0 1,1 1,-2 0,-1 0,0-1,-3 1,2 0,10 0,-12-2,11 0,-13-1,3 1,1 1,0 1,1-2,-1-1,1 0,-3 1,-1 2,-3-1,-1 1,-2 0,-2 0,-2 0,-1 0,3 0,2 0,2 0,1-2,1 0,-1-1,0 1,0 2,0 0,7 0,-8 0,5 0,-9 0,0 0,-3 0,2 0,0 0,4 0,2 0,0 0,-1 0,4 0,-2 0,-1 0,1 0,-4 0,1 0,-6 0,-4 0,-2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50:10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63,'47'0,"5"0,-16 0,2 0,0 0,-4 0,7 0,0 0,5 0,0 0,-2 0,15 0,-16 0,18 0,-15 0,8 0,3 0,3 0,2 0,3 0,2 0,3 0,3 0,0 0,0 0,-9 0,-5 0,0 0,3 0,8 0,-1 0,-1 0,2 0,-3 0,4 0,-1 0,-1-3,22 0,-37-2,1 1,38-3,-41 3,-3-1,11 2,4-2,-1 1,-4 1,0 0,-5 2,-4 1,-2 0,-11 0,-1-2,-4-1,-2 1,4-1,-5 2,3 1,0 0,0 0,3-1,-1 1,5 0,2 0,12 0,-12 0,9 0,-14 0,2 0,-2 0,-4 0,-2 2,-4 1,0-1,0 1,2-3,2 2,0 1,5-1,-1 1,6-1,4 2,1 2,0 1,-2-1,-3 0,-4-1,-7-2,-3 1,-2-1,4 0,-6-1,6-2,-9 0,5 0,3 0,1 0,3 0,0 2,0 0,1 1,-1-1,2-2,1 0,-1 0,2 2,0 1,5-1,5 3,0-2,4 3,0-1,1 1,-1 2,-3 1,-1 2,8 3,-14-3,10 3,-16-5,1 0,-2-1,-6-1,1-1,-2-1,1 0,-3-2,-4 2,-3 0,-3-3,5 1,-5 0,3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50:12.4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1,'47'0,"-5"0,-14 0,0 0,2 0,1 0,-3 0,0 0,-1 0,-4 0,-4 0,1 0,-2 1,1 1,0 2,-4 0,2-1,-1 1,-1-1,1-1,8 4,-9-5,9 5,-13-4,2 0,7 0,-5-2,7 2,-5 0,2 1,-3-1,0-2,0 4,-1-3,2 5,-4-1,2-1,3-1,-5-3,5 0,-1 0,-2 0,2 0,-1 0,-4 0,9 0,-8 0,5 0,-2 0,2 0,2 0,6 0,6 0,-4 0,2 0,-14 0,-2 0,5 0,0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9:51:10.3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0 204,'60'0,"-5"0,-18 0,4 0,16 0,4 0,13 0,-2 0,-5 0,8 0,-6 0,1 0,-5 0,14 0,-24 2,19 0,-27 3,8 1,-2-3,-2 0,-1-2,0-1,0 2,0 1,-2 0,-4 0,-3-3,1 0,0 0,1 0,0 0,-1 0,0 0,-2 0,-1 0,-1 0,-2 0,2 0,0 0,14 0,-12 0,14 0,-14 0,2 0,0 0,0 0,0 0,3 0,1 0,0 0,-2 0,4 0,-3 0,1 0,-1 0,1 0,3 0,1 0,2 0,-2 0,1 0,-2 0,-2 0,2 0,-1 0,16-2,-15 0,12-1,-17 0,3 2,-1 1,0-1,3 1,1 0,4 0,2 0,-2 0,5 0,-5 0,-1 0,2 0,1 0,7 0,3 0,10 0,-2-2,12-4,7-1,-3-3,-1 3,-11 1,21-1,-28 2,-20 1,-1 2,18-2,6-1,0 2,1-1,-2-1,-1 1,-2 0,-3-1,-2 1,-1-2,-10 0,-3 3,-2 0,1 1,2-1,1 0,0 1,1 1,0 0,-3 1,0 0,-6 0,0 0,21 0,-18 0,19-2,-21-1,5 0,2 1,4 1,2 1,2 0,1-1,-1 1,4 0,-1-3,4 0,-6 0,-6 0,3 3,-1 0,6 0,1 0,-2 0,-1 0,-1 0,-2 0,-5 0,-5 2,-4 1,8 5,-14-5,10 4,-15-5,4 1,3 2,1-2,3 0,0 0,4-3,1 2,2 1,3 0,-6 0,3-3,0 0,2 0,6 0,0 2,2 1,0 0,1 0,-1-3,-1 0,-4 0,19 0,-22 0,21 0,-22 0,7 0,0 0,2 0,-3 0,-1 0,-3 0,-1 0,-1 0,-5 0,-4 0,-8 0,-3 0,-1 0,2-2,4 0,0-3,-2 0,1 0,-1-1,3 3,2-2,1 1,11 1,-14 1,7 2,-15 0,0 0,-1 0,-2 0,-2 0,0 0,2 0,1 0,2 0,-1 0,0 0,-1 0,-2 0,0 0,0-2,0 0,-1-1,-3 0,-5 3,-1 0,-2 0,2-1,5 0,-4-1,3 0,-8 0,4 1,-1 1,-2-1,-3-18,-5-1,-3-3,-1 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04:33.4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1 156,'54'0,"4"0,-19 0,6 0,-9 0,4 0,10 0,-5 0,19 0,-7 0,1 0,8 0,-7 0,11 0,0 0,8 0,-28 0,1 0,33 0,-33 0,-1 0,23 0,4 0,14 0,-5 0,-1 0,-7-5,-14-2,3 1,-6 0,-1 6,-4-3,-7 0,-1-2,0 0,12 0,6-1,0-1,3-2,-1-1,4-2,-2 2,-7 1,-9 2,3 0,-18 3,7-1,-16 5,2 0,0 0,-1 0,3 0,2 0,2 0,7-2,1-2,6 1,3 1,-6 2,0 0,0-3,0 1,4-2,3 2,-2 1,-3 1,-2-1,-2 1,-1 0,-1 0,16 0,-18 0,14 0,-15 0,5 0,2 0,0 0,-3 0,-2 0,-1 0,-4 0,-3 0,-2 0,-1 0,-4 0,-1 0,-2 0,-1 0,2 0,-2 0,-2 0,-3 0,-3 0,-2 0,0 0,1 0,-1 1,8 3,-10 2,6 1,-3-1,-2 1,2-2,-2 1,2 0,-1 1,2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54:23.6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1079 11,'-51'-5,"3"0,6 5,2 0,-12 0,6 0,-11 2,10 6,-19 7,23 11,-6 1,12 1,7 0,-9 16,11-6,-10 16,9-4,0 6,2 5,2-4,3-7,4-1,1-7,3-1,1-3,1-3,0-1,1-1,2 0,1 1,-2 3,3 2,-3 0,3-2,0-2,1 1,-1 3,0 4,-3 16,3-12,-4 10,5-14,-1 3,3-2,1-2,-1-2,1-6,0-5,3-4,0-4,-1-4,1-3,0 1,0 1,2-2,7 6,3-8,11 2,2-6,5-2,8-2,21-2,-12-2,20 2,-21 2,11-1,3 0,2-2,0-1,-4 0,0 0,-5 0,-1 0,-6 0,-7 0,-5-4,-5-5,-1-7,0-5,0-5,-2-4,0-5,-3-1,-3 1,-3 3,-5 0,3-9,-6 9,2-11,-8 9,2-7,-1-5,3-6,2 0,2 0,1 6,1 6,0 3,-1 8,0 3,-2 5,0 3,-3 1,1-1,-2 0,-2-2,-1 0,-2-1,-1-2,0-5,-6-3,-6-4,-22-11,8 10,-10-5,17 13,0 0,0 3,1 3,3 3,3 4,3 3,3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54:26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595 0,'-45'0,"10"0,15 0,5 0,-1 0,-1 2,-2 6,4 4,-6 8,-3 8,4 1,-2 5,6 0,3-4,-4 3,3 0,0-1,0 2,3 0,1 2,1 0,-1-1,-3-2,1-5,0-1,-2-1,7-5,-2 4,7-5,-4 6,0 1,0 4,-1 0,1-2,0-2,2-3,1 0,3-1,0-2,-2-1,-1 0,0 0,0 3,3 1,-1 0,-1-1,-1 1,-1 0,2-2,-1-2,-1 0,1 8,-1-5,1 9,-2-5,-3 7,1 3,-3 2,4 3,1 1,2 1,3-1,-1-4,1-3,0-6,0-1,0 0,0 5,0 4,0 1,0 0,0 3,3 2,3 4,4 0,5-4,8 11,-3-17,7 9,-3-19,3 0,4-2,2-2,3-2,2-2,1-2,0-2,1-6,-2-3,0-4,-2-3,1 0,0 0,3 0,4-7,1-8,0-11,-5-8,-1-7,-5-5,-6 4,-2 3,-2-9,-8 14,0-16,-10 16,-1-4,-2-3,-2-6,-1-9,0-9,0-6,0-6,0-3,0-2,0 9,0 4,0 5,0-3,0-4,0 3,0 4,0 5,0 4,0 2,0 4,-2 5,-5 1,-13-8,7 13,-12-12,11 16,-4-4,-4 0,2 1,-2 1,0 3,0 4,-3 1,2 4,0 1,2 4,1 1,0 3,1 2,1-3,3-1,2-3,1 1,5 7,1 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54:37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0,'66'0,"-8"0,-26 0,-4 0,0 0,3 0,-2 0,14 0,-12 0,8 0,-13 0,5 0,-1 0,4 0,-2 0,-3 3,-4 0,-3 0,-4-1,-4 1,1 0,0-1,5 3,-3-3,1 1,-1-1,0-2,0 1,0-1,-1 0,3 0,-5 0,6 0,-5 1,1 2,3 0,-8-1,8-2,-1 0,1 0,2 0,-4 0,5 0,-8 0,4 0,-2 0,-5 0,13 0,-12 0,6 0,-7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54:40.0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0 159,'50'0,"-2"0,-8 0,2 0,5 0,0 0,2 0,15 0,23 0,-14 0,19 0,-33 0,12 0,4 0,7 0,5 0,-3 0,-2 0,-3 0,-2 0,-6 0,21 0,-31 0,19 0,-30 0,5 0,5 0,2 0,0-5,0-3,-4 1,-1 1,-5 2,-1 1,-6-1,-4-1,0 2,0-3,3-2,3 0,1-1,0-1,0 0,1-4,7 3,2 1,2 3,18-3,-24 6,19-2,-26 6,4 0,-2 0,-3 0,-2 0,-2 0,2 0,0 0,1 0,-1 0,-3 0,-1 0,1 0,1 0,6 0,-1 0,-2 0,-2 0,-2 0,-4 0,-5 0,-8 0,-4 0,-7 0,0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06:19.7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96,'57'0,"-6"0,-27 0,-4 0,0 0,-1 0,1 0,3 0,-1 0,6 0,3 0,1 0,5 0,1 0,4 0,5 0,1-2,24-8,-11 1,18-5,-22 5,5 0,-6 1,5-1,-3 3,0-1,-4 1,-5 3,-1 0,-9 3,-1 0,-2 0,-2 0,1 0,-3 0,-2 0,-2 0,-1 0,-1 0,-1 0,-3 0,2 0,4 1,-5 1,7 2,-11 0,5 1,-2 0,1 0,1 0,-1-2,-1 1,3-1,0-1,0 0,-1-2,-1 0,0 0,4 2,4 0,0 1,-2-1,0-1,-3-1,-3 0,1 0,-1 0,6 0,-6 0,6 0,-7 0,3 0,2 0,1 0,2 0,2 0,-1 0,1 0,-1 0,0 0,-1 0,-3 0,-2 1,-2 3,-1 1,1 1,-1 1,-2-2,-1 0,1-2,-1-1,-2 1,-1-1,-3 0,6-1,-6-1,5 0,-1 3,-2-2,7 3,-6-4,3 0,-2 2,-1 0,0 0,0 0,-1-1,5 2,-7 0,4 1,-1-1,-2-1,6-1,-8-1,9 0,-5 0,5 0,1 0,-2 0,3 0,-1 0,1 2,-3 0,-5 1,0-1,-1 0,3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20:57:30.8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1,'45'0,"-6"0,-16 0,-4 0,-1 0,-3 0,10 0,7 0,-3 0,3 0,-14 0,2 0,3 0,3 0,1 0,1 0,2 0,2 0,0 0,2 0,-4 0,-3 1,0 2,-4 0,2-1,-1-1,0-1,0 0,3 0,1 0,0 0,-1 0,-3 0,5 0,-11 0,3 0,-6 0,-3 0,7 0,-1 0,2 0,3 0,12 0,6 0,5 0,1 0,4 2,-14 0,10 3,-17 1,-1 0,-3 0,-4-1,-5 0,-3-1,2-2,-1-2,5 3,-5-1,0 1,5 3,-1-4,35 2,-4-4,2 0,34 0,-24 0,-1 0,4 0,1 0,-6 0,-5 0,-1 0,-5 0,-4 0,0 0,0 0,7 0,0 0,-3 0,-5 0,-3 0,-1 0,-1 0,6 0,-9 0,7 0,-12 0,3 0,1 0,0 0,4 0,0 0,-3 0,-1 0,-3 0,-1 0,-1 0,-5 0,-2 0,-3 0,1 0,2 2,-2 1,0 0,0-1,-3-1,0 1,-5 1,6 0,-7-1,10-2,-4 0,2 0,1 0,-2 0,2 0,2 0,4 0,0 0,-4 0,-2 0,-7 0,-1 0,5 0,0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8:59:48.7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1 105,'53'0,"-1"0,-7 0,5 0,4 0,23 0,-12 0,26 0,-14 0,15 0,-8 0,3 0,-2 0,-1 0,6 0,3 0,-4 0,3 0,-40 0,0 0,30 0,13 0,-25 0,4 0,-3 0,0 0,-4 0,1 0,2 0,-4 0,0 0,-3 0,-10 0,-1 0,-3 0,-2 0,5 0,-2 0,0 0,0-2,-4-1,1 0,-2-2,1 2,-5-3,15 1,-19 2,12 1,-16 2,2 0,0 0,3-2,-3-1,1 0,2 0,-3 3,3 0,-1 0,-5 0,1 0,-4-2,2 0,1-1,2 0,-2 1,0-1,0-1,-5-1,1-1,0 1,5 1,-5 0,6 1,-4-1,3 0,2 1,-3 0,-3 2,-3 1,-2 0,0 0,-1-1,-1 1,2 0,-4 0,-1 0,-1 0,-1 0,1 0,-1 0,-2 0,1 0,-2 2,2 4,-1 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8:59:50.8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1 100,'82'0,"-6"0,-22 0,2 0,4 0,4 0,2 0,9 0,5 0,1 0,6 0,-5 0,-5 0,0 0,-4 0,11 0,7 0,-3 0,5 0,-9 0,2-5,-2-2,-7-3,-2-1,-6 1,18-1,-21 0,16 2,-24 3,3 2,4 0,1 1,4-1,1 1,0 2,0 1,-6 0,-1 0,-5 0,-6 0,-3 2,-5 2,-1 3,2 5,-1 4,1 1,-3 2,0 0,-1-2,0 2,2-2,15 6,-15-9,13 5,-20-9,4 1,1 0,0-2,3-3,-2-3,-1-2,0-1,0 0,2 0,-3 0,0 0,1 0,1 0,3 0,-1 0,-2 0,-1 0,-2 0,-5 0,0 0,-3 0,-1 0,17 0,-17 0,14 0,-19 0,1 0,-1 0,-1 0,1 0,-1 0,1 0,-1 0,2 0,1 0,-1 0,0-2,-1 0,1-1,1-1,-2 2,-5-1,-6 1,2 1,-3 1,3-1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18:59:56.1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0 169,'51'0,"-3"0,-21 0,3 0,4 0,4 0,7 0,4 0,0 0,20 0,-1 0,2 0,-14 0,-17 0,-5 0,4 0,1 0,2 0,-2 0,2 0,7 0,-12 0,9 0,-14 0,2 0,1 0,2 0,-1 0,0 0,0 0,0 0,4 0,1 0,-2-5,-1-2,1-3,1-2,4 2,6-1,0-1,1 0,0 3,-1 2,-1 4,-2 3,-2-1,5 1,-12 0,5 0,-15 0,6 0,1 0,1 0,3-2,-3-1,4 0,-1-2,-5 2,-2 0,-4-1,-5 1,2 0,-2-1,-1 2,3 0,1-1,0 1,-2-1,2 1,-2-2,-1 1,2 0,4 0,-4 1,5-1,-7 1,1 1,2 1,0-1,0 1,3 0,0 0,4 0,-1 0,0 0,-4 0,-4 0,-6 0,-4 0,4 0,0 0,1 0,3 0,-2 0,3 1,2 3,-1 1,-1 1,-1 1,-6-2,-3 2,-3-3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24:48.4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0 154,'51'0,"3"0,-15 0,7 0,28 0,-16 0,20 0,-21 0,4 0,1 0,35 0,-25 0,26 0,-32 0,6 0,-3 0,4 0,0 0,-4 0,1 0,-4 0,-8 0,2 0,2 0,10 0,9 0,2 0,0 0,-7 0,-2 0,-5 0,-5 0,-2 0,13 0,-17 0,-7 0,1 0,14 0,25-2,-24-2,1 0,0-2,1 1,0 1,-2 0,-1 4,-6 0,-6 0,-2 0,-2 0,2 0,1 0,0 0,-2 0,2 0,0 0,-3 0,3 0,-1 0,17 0,-18 0,18 0,-23 0,9 0,1-3,-2-3,0-4,-1-3,1-4,4-1,3 0,1 0,-6 7,-1 4,1 4,7 3,11 0,6 0,1 0,3 0,0 0,-4 3,1 4,-3 5,-1 2,-27-4,1-1,23 0,21 1,-31-10,7 0,-2 0,3 0,-4 0,1 0,0 0,-5 0,-6 0,-6 0,-1 0,-5 0,0 0,-1 0,-2 0,5 0,4 0,-2 0,2 0,1 0,-2 0,1 0,0 0,17 0,-18 2,15 1,-24 1,5 1,-2-1,-1 0,-3-1,-1-3,25 0,-18 3,20 1,-23-1,-5 0,-2-3,-3 0,0 2,2 1,0 1,-3-2,-3-1,1-1,-2 0,3 0,-1 0,14 0,-9 0,15 0,-12 2,1 1,-3 1,-1-1,1-3,2 0,1 0,0 0,-1 0,0 0,-1 0,-5 0,-3 0,-1 0,0 0,2 0,-3 0,-2 0,-4 0,-4 0,-3 0,1 0,0 0,0 0,2 0,-3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24:57.7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0,'49'0,"-6"0,-20 0,7 0,8 0,6 0,7 0,2 0,10 0,0 0,5 0,8 0,-25 0,1 0,32 0,-30 0,0 0,19 0,7 0,-1 0,-4 0,-1 0,-4 3,-1 1,0 0,-1 2,-2-2,-1 1,-5 0,-3 0,1 5,1 0,7 1,1 0,4 0,3 4,4 0,-4-2,-2-2,-5-3,14-4,-24 0,11-2,-25 1,5 1,3 1,0 0,2 2,0 0,1 0,3 3,0-2,-1 2,0 0,-6-3,-1 2,-1-2,3-1,2 0,0-2,-3 0,-4-3,-1-1,-5 0,0 0,-1 0,7 0,-13 0,7 0,-11-2,2-1,0 0,-1 0,-5 2,-5 1,-5 0,1 0,-1-1,5 0,-3-2,2-2,1 0,3-1,0 0,2-1,-4-1,0 1,-3-1,-4 3,2 0,-12-13,0-3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25:01.6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1 139,'93'0,"-3"0,-20 0,7 0,3 0,-10 0,-6 0,-6 0,4 0,-7 0,1 0,9 0,-14 0,-1 0,2 0,15 0,6 0,4 0,1 0,5 0,7 0,0 0,3 0,-42 0,0 0,49 0,-3 0,-5 0,-9 0,7 0,4 0,-3 0,-6 0,-4 3,-2 1,-1 0,0-1,-2-3,16 0,-19 0,18 0,-14 0,7 0,9 0,-1 0,-41 0,2 0,0 1,1 1,6 0,0 0,0 0,-1 0,-6-1,0 1,2-2,-1 0,31 0,1 0,-6 0,2 0,7 0,8 0,-4-3,-1-4,-39 0,0-2,44-11,-40 7,0 0,-5 1,0 1,11-1,-1 1,34-3,-26 6,1 1,-15 3,-1 0,5 1,0 0,-3 1,-2 0,35 2,2-1,-6 1,-2 0,-6 0,-2 0,-1 0,-7 0,-2 0,0 0,-1 0,6 0,1 0,2 0,0 0,-1 0,0 0,0 0,4 0,-26 0,-1 0,25 0,23 0,-30 0,7 0,2 0,-3 0,-4 0,-5 0,-5 0,-1 0,-2 0,-1 0,0 0,-6 0,-1 0,-1 2,3 1,9 1,-1-1,0-2,-2 2,-2 0,0 1,-7 2,0-2,2 4,-9-1,6 1,-15-3,3 0,-2 1,0 3,2 0,0 1,5 0,-4-1,-1 1,1 2,-5-2,0-2,-2 0,-1-2,4 0,-1-1,2-1,-1 0,0-2,3-1,2-1,2 0,0 0,20 0,-17 0,20 0,-22 0,5 0,0 0,4 0,-1-3,1-3,4-1,1-3,-2 0,-1-1,-5 1,-4 1,-1 3,-3 2,2-1,-3 1,0 0,-1 1,1 2,-1 1,0 0,3 0,1-1,17 1,-16 0,10 0,-16-2,3-1,1-1,2 1,-4 3,-4-1,-1-2,0 0,0-1,2-2,-4 3,-2-1,-1 1,-2 1,0-1,11 0,-9 0,6 3,-12 0,-5 0,2 0,-1 0,6 0,-6 0,7 0,-6 0,2 0,1 0,-3 0,0 0,-1 0,1 0,-1 0,-2 0,2 0,-2 0,1 0,3 0,-7 0,11 0,-3 0,11 0,-8 0,-1 0,-7 0,0 0,5 0,-3 0,4 0,-7 0,7 0,-7 0,3 0,2 0,-5 0,5 0,0 0,-7 0,12 0,-12 0,6 0,-3 0,1 0,1 0,3 0,-8 0,9 0,-8 0,6 0,-1 0,0 0,-2 14,-4 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43:37.5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1 205,'53'0,"-5"0,-20 0,1 0,23 0,-14 0,13 0,-20 0,-1 0,4 0,0 0,4 0,5 0,1 0,0-3,4 0,-3-1,4 2,-1-2,-3 1,10-1,-14-1,13 1,-15 1,3 0,1 2,2 0,0 1,0 0,-4 0,-1-1,-4 1,-2 0,-5 0,-2 0,0 0,0 0,3 0,-1 0,2 0,1 0,0 0,4 0,-1 0,1 0,0 0,12 0,-17 0,12 0,-12 0,1-2,3-1,0 0,2 0,2 3,5-4,0 0,0 0,3 1,-8 3,-1 0,-1 0,-2 0,3 0,-1 0,-1 0,-4 0,1 0,2 0,2 0,2 0,0 0,20 0,-19 0,17 0,-22 0,4 0,1 0,-3 0,-4 0,-4 0,-1 0,1 0,-1 0,2 0,-5 0,2 0,2 0,2 0,4 0,0 0,0-2,2-2,2 1,1 0,0 3,-1-1,4 1,13 0,-13 0,11 0,-19 0,4 0,0 0,-2 0,-1 0,-3 0,-4 0,-1 0,-4 0,3 0,0 0,-2 0,-1 0,-6 0,0 0,3 0,-3 0,3 0,-1 0,1 0,0 0,0 0,7 0,-8 0,10 0,-9 0,2 0,1 0,3 0,1 0,0 0,0 0,-3-3,0 0,-2-3,0-2,-2 2,0 0,-1 1,4 0,3-1,1 0,-1 0,-2 2,0 0,-1 1,1 3,-2 0,7-1,-9 1,6 0,-10 0,3 0,0 0,1 0,-2 0,2 0,-3 0,-1 0,1 0,-1 0,0 0,-3 0,9-2,-7 0,8-2,-7 2,-2 1,4 1,-7 0,8-1,-4 1,0 0,3 0,-4 0,0 0,4 0,-7 0,8 0,-4 0,-1 0,3 0,-2 0,1 0,3 0,-8 0,8 0,-5 0,1 4,-5-25,-3-3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43:45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0 121,'62'0,"0"0,-17 0,11 0,7 0,15 0,5 0,6 0,5 0,1 0,-45 0,0 0,44 0,-7 0,-14 0,-7 0,0 0,-1 0,3 0,-5 0,-3 0,-1 3,-1 1,-3-1,-2 0,-5-2,11-1,-14 0,10 0,-17 0,6 0,0 0,4 0,4 0,-1 0,1 0,1 0,0 0,3 0,-8 0,-3 0,-4 0,1 0,5 0,-2 0,-1 0,-3 0,-1 0,1 0,2 0,2 0,-2 0,15 0,-17 0,14 0,-13 0,3 0,3 0,0 0,2 0,2 0,3 0,-2 0,-2 0,0 0,-7 0,1 0,-1 0,-1 0,7 0,-1 0,0 0,0 0,-3 0,-2 0,-3 0,-2 0,21 0,-20 0,17 0,-26 0,4 0,1 0,1-3,2 0,0-1,2 1,-1 3,-1-1,0 1,0 0,-5 0,-1 0,1-2,0-1,5 0,0 0,5 2,0 0,1 1,3-3,1-1,0-3,21-1,-23-1,15 0,-20 0,2 1,0 3,3-2,-1 3,-1-1,0-1,-4 2,2 0,1-1,-5 1,-4 0,-6 1,1 3,5 0,1 0,0 0,-4 0,1 0,-1 0,-3 0,-1 0,-4 0,8 0,-9 0,5 0,-10 0,2 0,1 0,2 0,1 0,0 0,1 0,-4 0,-1 0,1 0,-1 0,1 0,2 0,1 0,1 0,2 0,0 0,2 0,-1 0,3 0,-2 0,0 0,-2 0,5 0,-10 0,9 2,-12 1,1 2,1 1,-3-3,3 3,-4-3,2 3,-2 0,0-3,3 3,0-3,-1 1,-1 1,-1-3,2 1,3 0,1 0,1 0,0 0,1-3,-4 0,0 0,-1 3,7 0,-7 0,5 0,-12-3,3 0,6 0,-3 0,6 0,-4 0,-3 0,2 0,0 0,-2 0,2 0,-2 0,0 0,0 0,-3 0,5 0,-7 0,7 4,-5-2,1 2,3 0,-6-2,7 4,-5-3,1 0,2-1,-2-2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47:02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1541 0,'-48'0,"3"0,17 0,-2 0,-2 0,-1 0,-2 0,1 0,-1 0,3 0,-11 0,15 0,-11 0,14 0,-2 0,0 0,-2 0,3 0,0 0,5 0,5 0,2 0,-2 0,-1 0,-2 0,0 0,0 0,-2 0,-2 0,-2 0,1 0,0 0,0 0,0 0,7 0,-2 0,6 0,-6 0,4 0,-2 0,-7 0,7 0,-11 0,8 0,2 0,1 0,-1 0,3 0,-1 0,-1 0,2 0,0 0,-5 0,7 0,-8 0,6 2,-3 0,1 0,5 3,-4-2,1 0,0 0,-4-1,6 1,-7 0,4-1,0-2,-2 0,6 0,-4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4T20:47:04.9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1037 1,'-48'0,"3"0,13 0,3 0,3 0,2 0,3 0,-17 0,-6 0,1 0,-1 0,15 0,-2 2,-2 1,1 0,3 0,1-3,4 0,0 0,3 0,1 0,2 0,-1 2,-1 1,1 0,-1 0,-1-1,0 2,-3-1,0 2,0 1,-6 2,9 1,-4-1,12 0,-3-2,3-1,-4 1,5 0,-2-1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0:36:11.4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10075 1,'-66'0,"-10"0,21 0,-10 0,-3 0,7 0,-2 0,-25 0,4 0,-4 0,24 0,2 0,-6 0,0 0,1 0,2 0,7 0,2 0,-5 0,0 0,-1 0,0 0,3 1,2 2,2 0,2 2,2 1,1 1,-40 5,5-1,2-4,2 0,-6 0,5-2,5-1,4-3,6-1,1 0,6 0,5 0,-16 0,23 0,-16 0,20 0,-7 0,-4 0,-7 0,-7 3,-6 5,-5 3,-6 1,-5 0,-5 0,5-1,4 4,0-1,-3 1,33-6,-2-1,-2 1,0 0,-4 0,-1 1,-2-1,1 0,4 0,-1 1,-4-1,-1 1,0-2,-1-1,-1 0,-1 0,7-2,-1 0,-11-2,1-1,21 2,1-1,-11-1,1 0,-28 2,2 0,6-3,2-1,4 0,-4 0,1 0,5 0,1 0,2 0,10 0,3 0,5 0,4 0,-7 0,-1 0,2 0,2 0,3 0,4 0,2 0,8 0,2 0,-12 0,16 0,-14 0,18 0,-7 0,-2 0,-3 0,-1 0,3 0,1 0,0 0,-1 0,-5 0,2 0,1 0,2 0,-1 0,-9 0,-5 0,-2 0,1 0,-1 0,-2 0,-2 0,4 0,1 0,-9 0,16 0,-13 0,19 0,0 0,3 0,0 0,0 0,0 0,1 0,4 0,3 0,2 0,7 0,2 0,1 0,-1 0,-2 0,-3-2,-1-1,3-3,0 0,0 0,0 0,0 0,-1-1,6 1,-2 1,3 2,0 0,1-1,0-1,0-1,0 2,-3 1,3 0,-3 0,0 0,0 1,0 1,0-1,-3 0,1-2,-4 2,-1 1,-1-2,-3 0,4-1,-4 1,0 3,-1 0,3 0,2-5,7 3,1-2,1 1,4 1,-10-1,10 0,-4 3,1-5,-1 4,0-4,-3 2,5 0,-20-5,11 2,-19-2,14 2,-3-1,5 1,3 0,1 3,3-3,-2 3,-1-1,8-1,-4 2,5-2,-3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7250-0735-1FB1-3099-317EC2CE6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08BE-4644-1536-656D-190B22F17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89AC-8268-86BA-34F3-03C73329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BF3D-FD1A-0ABE-228F-7A9982DE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C6E7-1F46-C9CA-53CF-83E42871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D683-9F1C-39AB-733E-B768EB16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6B7E-8920-BB3D-9E50-F932C51B0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EF34-3EB2-74A3-F533-9E64C36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DD1F-504A-704D-DEAC-CBB8FF22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BE90-00CE-4613-F827-FB0F99A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8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0034-B2F9-C056-2725-4673940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EF78-7D73-A3E7-0ACD-877F231C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37FA7-96BF-E25E-C06D-BE1608B1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643FD-950E-CFEC-5AF3-7B52E098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386B-B0E5-66C3-BFBA-40ED800A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362-495D-7E24-8B87-603BAF87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CCC8-2C91-5D61-E5D3-39B334AC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E54B1-06C7-D00A-57D9-55DA7E6AA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FE438-2BC2-F2C8-AC3C-519958B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D2F0-73F5-BA1C-0FA3-7C5FCE32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DF82B-1B4E-DD49-2893-F1551CC0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0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4FC0-9C4A-D4B3-EF10-250F384D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05341-897A-0D06-958B-38F81689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C384A-5A47-2BE1-1B33-15D0E0BF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8CAB9-CA49-AE5C-6E79-87949B93B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7B86F-B82F-F329-352D-CCB2699FB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27963-B17A-598B-7388-0A21800D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6F6B-C241-CD6F-E003-2B2FB9C9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EDF8-4A62-4701-D521-471DD8BF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174B-82DA-86FC-0C93-6CAFE761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65AC7-DA65-F6AE-B4A1-61A0A5AE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C5C36-B695-CC4C-66A6-709B9A01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07C5-3309-DE88-B1AA-5FD371A3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3BED6-BF66-D6C5-9B0C-7DBB2D0C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39A17-4CB8-60E8-9C3A-0189AB51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56C4-D09A-5CC8-AFDA-FF3DD9C8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2AC1-FE6F-BC3D-CBC1-AF9D65E4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1B1C-443E-0B9F-027C-9A61BC12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55C8-580C-FFDB-F186-E55276A8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29B7-9D4F-C10E-1FBC-B8EE7E8D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A948A-0A8D-1EC3-7A44-BAA9CBF8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2042-D9DE-B184-49BA-71610FE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F0D-D714-07FD-B168-9BC80F1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86379-6254-D74B-2E8F-CE84E2C5D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379B6-3C38-1920-816A-85846E82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569AE-A386-038A-B3B8-607DB460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61B7B-902F-C400-DDC1-4138173E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CC336-9A00-B0D1-56F4-9657DC27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C8AC-DAA5-18E9-1326-2535B91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DD5A8-A962-C9A4-E3C2-BEC61F94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AD50-A5DB-E697-31CD-27C5AFF1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7269-7B03-FB4A-81D2-A59EE7C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90E-1592-9C67-6CD0-8E4476C1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C7D17-A6E7-5B28-35F3-CC5ABB1D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FD86B-4DEE-304D-71B0-149BC12B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99A8-2CA7-64E1-3F33-D8DF6BB4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43CAC-15C6-5D3B-10CA-74132C61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D507-B1CC-D815-00EE-9124118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1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4B5EC-00F7-A907-0299-48F88FBD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663E-0544-A41F-37C4-1804158E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32C9-991F-E71A-5B1E-F3B0048BF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C1EB-C445-D984-266A-0EAE0EF0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B98E-5C6D-C441-D656-7A88F7F84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30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customXml" Target="../ink/ink9.xml"/><Relationship Id="rId5" Type="http://schemas.openxmlformats.org/officeDocument/2006/relationships/image" Target="../media/image18.png"/><Relationship Id="rId10" Type="http://schemas.openxmlformats.org/officeDocument/2006/relationships/customXml" Target="../ink/ink8.xml"/><Relationship Id="rId4" Type="http://schemas.openxmlformats.org/officeDocument/2006/relationships/image" Target="../media/image17.png"/><Relationship Id="rId9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customXml" Target="../ink/ink1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customXml" Target="../ink/ink1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customXml" Target="../ink/ink14.xml"/><Relationship Id="rId10" Type="http://schemas.openxmlformats.org/officeDocument/2006/relationships/image" Target="../media/image33.png"/><Relationship Id="rId4" Type="http://schemas.openxmlformats.org/officeDocument/2006/relationships/image" Target="../media/image31.png"/><Relationship Id="rId9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customXml" Target="../ink/ink20.xml"/><Relationship Id="rId18" Type="http://schemas.openxmlformats.org/officeDocument/2006/relationships/image" Target="../media/image43.png"/><Relationship Id="rId3" Type="http://schemas.openxmlformats.org/officeDocument/2006/relationships/image" Target="../media/image35.png"/><Relationship Id="rId7" Type="http://schemas.openxmlformats.org/officeDocument/2006/relationships/customXml" Target="../ink/ink17.xml"/><Relationship Id="rId12" Type="http://schemas.openxmlformats.org/officeDocument/2006/relationships/image" Target="../media/image40.png"/><Relationship Id="rId17" Type="http://schemas.openxmlformats.org/officeDocument/2006/relationships/customXml" Target="../ink/ink22.xml"/><Relationship Id="rId2" Type="http://schemas.openxmlformats.org/officeDocument/2006/relationships/image" Target="../media/image34.pn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customXml" Target="../ink/ink19.xml"/><Relationship Id="rId5" Type="http://schemas.openxmlformats.org/officeDocument/2006/relationships/image" Target="../media/image37.png"/><Relationship Id="rId15" Type="http://schemas.openxmlformats.org/officeDocument/2006/relationships/customXml" Target="../ink/ink21.xml"/><Relationship Id="rId10" Type="http://schemas.openxmlformats.org/officeDocument/2006/relationships/image" Target="../media/image39.png"/><Relationship Id="rId19" Type="http://schemas.openxmlformats.org/officeDocument/2006/relationships/customXml" Target="../ink/ink23.xml"/><Relationship Id="rId4" Type="http://schemas.openxmlformats.org/officeDocument/2006/relationships/image" Target="../media/image36.png"/><Relationship Id="rId9" Type="http://schemas.openxmlformats.org/officeDocument/2006/relationships/customXml" Target="../ink/ink18.xml"/><Relationship Id="rId1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57.png"/><Relationship Id="rId7" Type="http://schemas.openxmlformats.org/officeDocument/2006/relationships/customXml" Target="../ink/ink2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customXml" Target="../ink/ink25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60.png"/><Relationship Id="rId7" Type="http://schemas.openxmlformats.org/officeDocument/2006/relationships/image" Target="../media/image58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5" Type="http://schemas.openxmlformats.org/officeDocument/2006/relationships/image" Target="../media/image570.png"/><Relationship Id="rId4" Type="http://schemas.openxmlformats.org/officeDocument/2006/relationships/customXml" Target="../ink/ink27.xml"/><Relationship Id="rId9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customXml" Target="../ink/ink30.xml"/><Relationship Id="rId7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20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96.png"/><Relationship Id="rId4" Type="http://schemas.openxmlformats.org/officeDocument/2006/relationships/customXml" Target="../ink/ink31.xml"/><Relationship Id="rId9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customXml" Target="../ink/ink35.xml"/><Relationship Id="rId4" Type="http://schemas.openxmlformats.org/officeDocument/2006/relationships/image" Target="../media/image108.png"/><Relationship Id="rId9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123.png"/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12" Type="http://schemas.openxmlformats.org/officeDocument/2006/relationships/customXml" Target="../ink/ink40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122.png"/><Relationship Id="rId5" Type="http://schemas.openxmlformats.org/officeDocument/2006/relationships/image" Target="../media/image119.png"/><Relationship Id="rId10" Type="http://schemas.openxmlformats.org/officeDocument/2006/relationships/customXml" Target="../ink/ink39.xml"/><Relationship Id="rId4" Type="http://schemas.openxmlformats.org/officeDocument/2006/relationships/image" Target="../media/image118.png"/><Relationship Id="rId9" Type="http://schemas.openxmlformats.org/officeDocument/2006/relationships/image" Target="../media/image1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png"/><Relationship Id="rId4" Type="http://schemas.openxmlformats.org/officeDocument/2006/relationships/customXml" Target="../ink/ink4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ED06-E9C4-21C5-C760-6FE50ADBC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Fourier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7F37-9B7E-7196-5D90-A888B84CF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3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3A11-8699-7039-7881-B0AD35AF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8CDE574-B102-618D-972B-21A42AF457EA}"/>
              </a:ext>
            </a:extLst>
          </p:cNvPr>
          <p:cNvGrpSpPr/>
          <p:nvPr/>
        </p:nvGrpSpPr>
        <p:grpSpPr>
          <a:xfrm>
            <a:off x="1174043" y="836557"/>
            <a:ext cx="10010024" cy="4558696"/>
            <a:chOff x="1174043" y="836557"/>
            <a:chExt cx="10010024" cy="455869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9712B1A-4019-3742-D7FC-22B8551D8DA6}"/>
                </a:ext>
              </a:extLst>
            </p:cNvPr>
            <p:cNvSpPr txBox="1"/>
            <p:nvPr/>
          </p:nvSpPr>
          <p:spPr>
            <a:xfrm>
              <a:off x="1174044" y="836557"/>
              <a:ext cx="94375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We will begin by investigating series with both sines and cosines, because we will show that the others are just special cases of this more general series.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FB31BC-61D0-92D6-0C80-07A7A7880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4028" y="1482888"/>
              <a:ext cx="4813300" cy="10541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AE1CB7-34AB-C8E6-AF9C-CDC6D9DF2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4043" y="2769197"/>
              <a:ext cx="9655053" cy="247805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B248A2-3BD6-1106-33D5-FFD1C6359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8022" y="4374857"/>
              <a:ext cx="6486045" cy="87239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23DCB8-DABE-DE9D-42B3-51DD4031E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4043" y="4811053"/>
              <a:ext cx="4343400" cy="5842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68EFA64-1A76-B62F-1060-37295910E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728" y="1715097"/>
            <a:ext cx="2222500" cy="81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84867A-07ED-8B45-58F9-391F02B8B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428" y="2759227"/>
            <a:ext cx="6486044" cy="812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21402A-7421-A2F0-FF9C-77A48C647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042" y="3195422"/>
            <a:ext cx="9042401" cy="330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8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CA6A-4304-31FE-0C97-60C8026E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33C642-B047-1A9D-21A8-E13BE443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456" y="4846461"/>
            <a:ext cx="3354211" cy="16581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E8B34-3231-9C24-9FB3-E28EB1D3E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77" y="721337"/>
            <a:ext cx="10183248" cy="2450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E17D5C-5AF6-33E6-2FFE-A9A68FB5B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77" y="3871251"/>
            <a:ext cx="7772400" cy="1711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FC9AD6-0ECF-8536-FCC6-DA619367A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805" y="5591660"/>
            <a:ext cx="4127500" cy="800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D1B5F7-985F-4BAD-A6B2-1F517A4BF631}"/>
                  </a:ext>
                </a:extLst>
              </p14:cNvPr>
              <p14:cNvContentPartPr/>
              <p14:nvPr/>
            </p14:nvContentPartPr>
            <p14:xfrm>
              <a:off x="6977627" y="2426084"/>
              <a:ext cx="1401840" cy="130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D1B5F7-985F-4BAD-A6B2-1F517A4BF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3627" y="2318084"/>
                <a:ext cx="1509480" cy="3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838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DB58-8BE9-B203-9DAE-1529DF92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43F58A-32EA-4212-70A4-A3938E2E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9" y="1059744"/>
            <a:ext cx="8625971" cy="31284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4CED48-95F9-20EE-6022-1647C06B9336}"/>
                  </a:ext>
                </a:extLst>
              </p14:cNvPr>
              <p14:cNvContentPartPr/>
              <p14:nvPr/>
            </p14:nvContentPartPr>
            <p14:xfrm>
              <a:off x="7044840" y="2744190"/>
              <a:ext cx="171720" cy="13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4CED48-95F9-20EE-6022-1647C06B93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91200" y="2636190"/>
                <a:ext cx="279360" cy="34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431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4963-12DF-E0F1-80B7-2B6A6DCF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D8AD78-DD66-D1A7-F2A6-19A9A61D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178" y="3194756"/>
            <a:ext cx="7329311" cy="33118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6F8618-4249-504A-B320-9EF65587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43" y="722868"/>
            <a:ext cx="8126209" cy="2471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774542-E1F9-2EDE-2228-C3034E09372E}"/>
                  </a:ext>
                </a:extLst>
              </p14:cNvPr>
              <p14:cNvContentPartPr/>
              <p14:nvPr/>
            </p14:nvContentPartPr>
            <p14:xfrm>
              <a:off x="5859827" y="1238084"/>
              <a:ext cx="3026160" cy="11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774542-E1F9-2EDE-2228-C3034E0937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5827" y="1130084"/>
                <a:ext cx="313380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5D6DC9-C5B2-9F6A-C228-69ED4F5F940C}"/>
                  </a:ext>
                </a:extLst>
              </p14:cNvPr>
              <p14:cNvContentPartPr/>
              <p14:nvPr/>
            </p14:nvContentPartPr>
            <p14:xfrm>
              <a:off x="1243907" y="1632644"/>
              <a:ext cx="657720" cy="44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5D6DC9-C5B2-9F6A-C228-69ED4F5F94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0267" y="1524644"/>
                <a:ext cx="76536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788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E2EC-9417-FF56-DD6A-55B29531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37C9F-36E1-11D0-A463-A5553F34A810}"/>
              </a:ext>
            </a:extLst>
          </p:cNvPr>
          <p:cNvSpPr txBox="1"/>
          <p:nvPr/>
        </p:nvSpPr>
        <p:spPr>
          <a:xfrm>
            <a:off x="1140177" y="774889"/>
            <a:ext cx="75522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Definitions of Fourier coefficients and a Fourier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7D30D-5CBA-6C13-27D7-FE142CD8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511775"/>
            <a:ext cx="7772400" cy="763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483A8-B24B-F6CC-8B00-B9357AEE5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2403622"/>
            <a:ext cx="5867400" cy="109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4EB12F-DA2E-C5BB-A974-691A9D8E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599" y="3429000"/>
            <a:ext cx="8188675" cy="1452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80A46-3A71-6076-437A-852801F59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476014"/>
            <a:ext cx="3487029" cy="23819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39E8C1-A972-100E-C57F-B9DD81128EE0}"/>
                  </a:ext>
                </a:extLst>
              </p14:cNvPr>
              <p14:cNvContentPartPr/>
              <p14:nvPr/>
            </p14:nvContentPartPr>
            <p14:xfrm>
              <a:off x="8037720" y="476055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39E8C1-A972-100E-C57F-B9DD81128E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4080" y="46529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27BE85-BF94-9356-A885-E620D026EA6D}"/>
                  </a:ext>
                </a:extLst>
              </p14:cNvPr>
              <p14:cNvContentPartPr/>
              <p14:nvPr/>
            </p14:nvContentPartPr>
            <p14:xfrm>
              <a:off x="7945200" y="521847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27BE85-BF94-9356-A885-E620D026EA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91200" y="511047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4F95099-3BA6-2618-0836-EF489C6CB1C2}"/>
                  </a:ext>
                </a:extLst>
              </p14:cNvPr>
              <p14:cNvContentPartPr/>
              <p14:nvPr/>
            </p14:nvContentPartPr>
            <p14:xfrm>
              <a:off x="7888680" y="544599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4F95099-3BA6-2618-0836-EF489C6CB1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5040" y="533835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AB3B49E-1B39-25C1-E7BB-6572C8DAECCC}"/>
                  </a:ext>
                </a:extLst>
              </p14:cNvPr>
              <p14:cNvContentPartPr/>
              <p14:nvPr/>
            </p14:nvContentPartPr>
            <p14:xfrm>
              <a:off x="7851960" y="591687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AB3B49E-1B39-25C1-E7BB-6572C8DAEC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98320" y="58092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E9A4D5-C038-EB27-AA7B-FD9D5F1ACF27}"/>
                  </a:ext>
                </a:extLst>
              </p14:cNvPr>
              <p14:cNvContentPartPr/>
              <p14:nvPr/>
            </p14:nvContentPartPr>
            <p14:xfrm>
              <a:off x="7902720" y="612135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E9A4D5-C038-EB27-AA7B-FD9D5F1ACF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49080" y="60137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E5F689E-34D5-4E98-0ABF-8E04897C743F}"/>
                  </a:ext>
                </a:extLst>
              </p14:cNvPr>
              <p14:cNvContentPartPr/>
              <p14:nvPr/>
            </p14:nvContentPartPr>
            <p14:xfrm>
              <a:off x="7801560" y="661923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E5F689E-34D5-4E98-0ABF-8E04897C74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7560" y="651123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43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BAC6-3243-AFE6-51D9-9584EA14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359949-8E9E-D9FA-2893-3E4B37FF0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49" y="975324"/>
            <a:ext cx="10012744" cy="21899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8F0E7F-4753-9C16-1AD3-C44C196EB37E}"/>
                  </a:ext>
                </a:extLst>
              </p14:cNvPr>
              <p14:cNvContentPartPr/>
              <p14:nvPr/>
            </p14:nvContentPartPr>
            <p14:xfrm>
              <a:off x="5689080" y="2252769"/>
              <a:ext cx="503640" cy="3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8F0E7F-4753-9C16-1AD3-C44C196EB3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5440" y="2144769"/>
                <a:ext cx="61128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12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EDA5-423E-2B70-4804-6C88B8F3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0B2355-7DA5-0D17-AA29-2D47CED0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07" y="871571"/>
            <a:ext cx="9793551" cy="9853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EE6949-9266-2175-D477-69BD754E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863" y="1951891"/>
            <a:ext cx="4965700" cy="1079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ED0A17-6939-1C87-5036-1B5A3E80D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82" y="3495822"/>
            <a:ext cx="9454594" cy="1259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A161-D2F3-850D-2E39-6D761B112835}"/>
                  </a:ext>
                </a:extLst>
              </p14:cNvPr>
              <p14:cNvContentPartPr/>
              <p14:nvPr/>
            </p14:nvContentPartPr>
            <p14:xfrm>
              <a:off x="4154760" y="247131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A161-D2F3-850D-2E39-6D761B1128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00760" y="236367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179BBC-32D1-E7BF-0E7D-9998990DE3DD}"/>
                  </a:ext>
                </a:extLst>
              </p14:cNvPr>
              <p14:cNvContentPartPr/>
              <p14:nvPr/>
            </p14:nvContentPartPr>
            <p14:xfrm>
              <a:off x="5715720" y="4614750"/>
              <a:ext cx="1915560" cy="64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179BBC-32D1-E7BF-0E7D-9998990DE3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61720" y="4507110"/>
                <a:ext cx="2023200" cy="2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03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9DBA-E8CC-9870-D8B9-3DF404B9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1986A9-EC8A-48F1-C9B0-2ECFEEBC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20" y="1619735"/>
            <a:ext cx="9799159" cy="4668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D24860-3DDE-1B35-CC27-BC88D76C2C1E}"/>
              </a:ext>
            </a:extLst>
          </p:cNvPr>
          <p:cNvSpPr txBox="1"/>
          <p:nvPr/>
        </p:nvSpPr>
        <p:spPr>
          <a:xfrm>
            <a:off x="1288106" y="899762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Fourier’s Theorem</a:t>
            </a:r>
          </a:p>
        </p:txBody>
      </p:sp>
    </p:spTree>
    <p:extLst>
      <p:ext uri="{BB962C8B-B14F-4D97-AF65-F5344CB8AC3E}">
        <p14:creationId xmlns:p14="http://schemas.microsoft.com/office/powerpoint/2010/main" val="105532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950A-9D01-9ED4-5D72-81C5F77F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E79134-54F4-A5B3-2380-3B1910CE69CA}"/>
              </a:ext>
            </a:extLst>
          </p:cNvPr>
          <p:cNvSpPr txBox="1"/>
          <p:nvPr/>
        </p:nvSpPr>
        <p:spPr>
          <a:xfrm>
            <a:off x="728662" y="672584"/>
            <a:ext cx="8346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Fourier Cosine and Sine Series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6C76C-6C3E-201C-A511-4F6E66BE2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1778425"/>
            <a:ext cx="6769100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8F35B6-D796-4C8B-3A74-89D4AFC0B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" y="2900256"/>
            <a:ext cx="7429500" cy="337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43F4D-8248-CE71-E005-B14363446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625" y="4583534"/>
            <a:ext cx="1003300" cy="66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6EE4E-7BC0-2980-A702-106223D97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762" y="5260856"/>
            <a:ext cx="10033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4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5172-8156-2C5C-69E6-023A24F3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FA8778-AB3B-93F4-D1E9-4EBB252FAE00}"/>
              </a:ext>
            </a:extLst>
          </p:cNvPr>
          <p:cNvSpPr txBox="1"/>
          <p:nvPr/>
        </p:nvSpPr>
        <p:spPr>
          <a:xfrm>
            <a:off x="888682" y="888415"/>
            <a:ext cx="8575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Fourier series of an odd function is an infinite series of odd functions (sines):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818CC-8429-3E88-434B-620CB77C9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0" y="1518920"/>
            <a:ext cx="2438400" cy="825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C95413-C03A-5A19-E099-D0508DEF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237" y="2743199"/>
            <a:ext cx="6631517" cy="1114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E7943D-66EF-5CD3-476C-F0BA989AB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159" y="4256403"/>
            <a:ext cx="9110125" cy="815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B0B3CA-BBC0-F01E-D956-B0A0FEC04D03}"/>
                  </a:ext>
                </a:extLst>
              </p14:cNvPr>
              <p14:cNvContentPartPr/>
              <p14:nvPr/>
            </p14:nvContentPartPr>
            <p14:xfrm>
              <a:off x="2750332" y="3690585"/>
              <a:ext cx="1278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B0B3CA-BBC0-F01E-D956-B0A0FEC04D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96332" y="3582945"/>
                <a:ext cx="235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8AA413-3E2A-1662-2921-CB57FB11F2B8}"/>
                  </a:ext>
                </a:extLst>
              </p14:cNvPr>
              <p14:cNvContentPartPr/>
              <p14:nvPr/>
            </p14:nvContentPartPr>
            <p14:xfrm>
              <a:off x="2715930" y="4865580"/>
              <a:ext cx="1705680" cy="9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8AA413-3E2A-1662-2921-CB57FB11F2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1930" y="4757940"/>
                <a:ext cx="18133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D91086-D8AD-B9C6-C51D-DB7406DE8BF3}"/>
                  </a:ext>
                </a:extLst>
              </p14:cNvPr>
              <p14:cNvContentPartPr/>
              <p14:nvPr/>
            </p14:nvContentPartPr>
            <p14:xfrm>
              <a:off x="4566240" y="5002830"/>
              <a:ext cx="4960800" cy="7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D91086-D8AD-B9C6-C51D-DB7406DE8B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12240" y="4894830"/>
                <a:ext cx="5068440" cy="2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14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52DD-65E9-86E2-B2CB-34E6E5FB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AC6665-F210-F7AD-36D8-B47183462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32" y="443736"/>
            <a:ext cx="3957637" cy="551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A3D411-6A74-9457-06B1-0077779B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" y="1045579"/>
            <a:ext cx="9501830" cy="8896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5B8CD5-88A8-FC8D-52EE-E16F56B13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32" y="2139850"/>
            <a:ext cx="7772400" cy="2578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BE22B1-BE92-8BE4-CD9F-2E15464A3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350" y="4510033"/>
            <a:ext cx="6337300" cy="82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67C430-3034-803A-B53C-B030BB1C8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12" y="5474910"/>
            <a:ext cx="7772400" cy="6750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E2C601-3741-95E1-4E92-C6E2A8E50568}"/>
                  </a:ext>
                </a:extLst>
              </p14:cNvPr>
              <p14:cNvContentPartPr/>
              <p14:nvPr/>
            </p14:nvContentPartPr>
            <p14:xfrm>
              <a:off x="7552372" y="5663745"/>
              <a:ext cx="973440" cy="7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E2C601-3741-95E1-4E92-C6E2A8E505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98732" y="5555745"/>
                <a:ext cx="10810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31DF765-E122-8F95-3F1F-0F8D0AB25027}"/>
                  </a:ext>
                </a:extLst>
              </p14:cNvPr>
              <p14:cNvContentPartPr/>
              <p14:nvPr/>
            </p14:nvContentPartPr>
            <p14:xfrm>
              <a:off x="985972" y="6013305"/>
              <a:ext cx="824040" cy="27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31DF765-E122-8F95-3F1F-0F8D0AB250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2332" y="5905305"/>
                <a:ext cx="9316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7A21CC-A0B1-EACA-87B4-0FD23B7ED278}"/>
                  </a:ext>
                </a:extLst>
              </p14:cNvPr>
              <p14:cNvContentPartPr/>
              <p14:nvPr/>
            </p14:nvContentPartPr>
            <p14:xfrm>
              <a:off x="5877000" y="2928870"/>
              <a:ext cx="1819440" cy="4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7A21CC-A0B1-EACA-87B4-0FD23B7ED2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23000" y="2821230"/>
                <a:ext cx="19270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7F8DF2-C277-C051-81B1-640A0AA2ECEC}"/>
                  </a:ext>
                </a:extLst>
              </p14:cNvPr>
              <p14:cNvContentPartPr/>
              <p14:nvPr/>
            </p14:nvContentPartPr>
            <p14:xfrm>
              <a:off x="835560" y="3210030"/>
              <a:ext cx="4186080" cy="2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7F8DF2-C277-C051-81B1-640A0AA2EC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1560" y="3102030"/>
                <a:ext cx="4293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CAF902-4B3A-7570-C9DF-E6F4B67E3B63}"/>
                  </a:ext>
                </a:extLst>
              </p14:cNvPr>
              <p14:cNvContentPartPr/>
              <p14:nvPr/>
            </p14:nvContentPartPr>
            <p14:xfrm>
              <a:off x="6225840" y="3258990"/>
              <a:ext cx="2060640" cy="91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CAF902-4B3A-7570-C9DF-E6F4B67E3B6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71840" y="3151350"/>
                <a:ext cx="2168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C4B495-A973-300A-C64C-3360694A7429}"/>
                  </a:ext>
                </a:extLst>
              </p14:cNvPr>
              <p14:cNvContentPartPr/>
              <p14:nvPr/>
            </p14:nvContentPartPr>
            <p14:xfrm>
              <a:off x="820440" y="3571470"/>
              <a:ext cx="428760" cy="27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C4B495-A973-300A-C64C-3360694A742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6440" y="3463830"/>
                <a:ext cx="5364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98E4A19-E179-D19B-8C0A-A3B67A3FE1EF}"/>
                  </a:ext>
                </a:extLst>
              </p14:cNvPr>
              <p14:cNvContentPartPr/>
              <p14:nvPr/>
            </p14:nvContentPartPr>
            <p14:xfrm>
              <a:off x="1994760" y="5955750"/>
              <a:ext cx="4128840" cy="85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98E4A19-E179-D19B-8C0A-A3B67A3FE1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40760" y="5848110"/>
                <a:ext cx="4236480" cy="3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50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DAD0-8798-F5F4-F6E6-6591AC82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F2CD31-6EF7-0DF6-BF78-210D3B85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19" y="3163886"/>
            <a:ext cx="7772400" cy="31698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25D60B-B4C3-1B0C-4AFB-5D5734238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9" y="1209674"/>
            <a:ext cx="9143907" cy="747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0D6421-E1FA-BD7B-4FCB-BB5EB738B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549" y="2292355"/>
            <a:ext cx="2997200" cy="111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61D2EA-F53F-4521-E3A5-FCD4BD472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549" y="3163886"/>
            <a:ext cx="36703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4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68B0-5422-E199-872F-38E57EAC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3A102-6D4E-3B27-275F-1048E204A16C}"/>
              </a:ext>
            </a:extLst>
          </p:cNvPr>
          <p:cNvSpPr txBox="1"/>
          <p:nvPr/>
        </p:nvSpPr>
        <p:spPr>
          <a:xfrm>
            <a:off x="650080" y="831265"/>
            <a:ext cx="9991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Finite number of terms in Fourier series computations and the Gibbs phenomenon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F0137-3DA1-E2B8-B4F2-E49FB239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6" y="1479978"/>
            <a:ext cx="7772400" cy="844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CCFC83-9B5E-2C5B-2A2C-57CA8DC81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1902391"/>
            <a:ext cx="6057900" cy="104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BBDF2-438E-BC50-8B86-36A15A6F434D}"/>
              </a:ext>
            </a:extLst>
          </p:cNvPr>
          <p:cNvSpPr txBox="1"/>
          <p:nvPr/>
        </p:nvSpPr>
        <p:spPr>
          <a:xfrm>
            <a:off x="10169842" y="232480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4A8A1A-A3A7-31E3-3648-6F72A006B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1" y="2873156"/>
            <a:ext cx="9153524" cy="1309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8F37A2-842C-31E9-5468-39D5B53BB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042" y="3746954"/>
            <a:ext cx="1447800" cy="66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5A840C-7E64-B508-7282-AAB25145E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6" y="4407354"/>
            <a:ext cx="4356218" cy="2184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CCCA7F-BA2C-DA0C-0612-672A41881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354" y="4258826"/>
            <a:ext cx="4219575" cy="24817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F33BA1-A955-B73F-85A7-809DEE3DD8FC}"/>
                  </a:ext>
                </a:extLst>
              </p14:cNvPr>
              <p14:cNvContentPartPr/>
              <p14:nvPr/>
            </p14:nvContentPartPr>
            <p14:xfrm>
              <a:off x="6901200" y="3954510"/>
              <a:ext cx="1779840" cy="56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F33BA1-A955-B73F-85A7-809DEE3DD8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7560" y="3846870"/>
                <a:ext cx="1887480" cy="2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732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EFC3-C891-8422-AF19-8E14BC5C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46ECA4-EA83-2F58-B48E-F755CDF68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073275"/>
            <a:ext cx="4724060" cy="33131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EFC2A5-1A57-4034-5C73-1B80DE8F6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50" y="2073275"/>
            <a:ext cx="4724060" cy="33292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777DF5-336C-702C-B316-DC617C4C4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30" y="3737895"/>
            <a:ext cx="927100" cy="40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DCFAEC-BB42-5570-BDB8-8AA1FBF854FD}"/>
                  </a:ext>
                </a:extLst>
              </p14:cNvPr>
              <p14:cNvContentPartPr/>
              <p14:nvPr/>
            </p14:nvContentPartPr>
            <p14:xfrm>
              <a:off x="5959372" y="2453625"/>
              <a:ext cx="490320" cy="659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DCFAEC-BB42-5570-BDB8-8AA1FBF854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5372" y="2345985"/>
                <a:ext cx="59796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DDFB83-B036-6552-7E34-35C39B017323}"/>
                  </a:ext>
                </a:extLst>
              </p14:cNvPr>
              <p14:cNvContentPartPr/>
              <p14:nvPr/>
            </p14:nvContentPartPr>
            <p14:xfrm>
              <a:off x="9928372" y="2402865"/>
              <a:ext cx="363600" cy="882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DDFB83-B036-6552-7E34-35C39B0173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74372" y="2294865"/>
                <a:ext cx="471240" cy="10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90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FFCE-27DE-515D-1864-82A0521C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65B6CA-BBC3-AA65-62EA-90D5CF8D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3" y="784646"/>
            <a:ext cx="10050784" cy="4658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A799ED-016C-B0F3-B8CA-17AC734F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" y="660400"/>
            <a:ext cx="1803400" cy="50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D40EA8-0144-1FBE-835F-153E8298EE65}"/>
                  </a:ext>
                </a:extLst>
              </p14:cNvPr>
              <p14:cNvContentPartPr/>
              <p14:nvPr/>
            </p14:nvContentPartPr>
            <p14:xfrm>
              <a:off x="1447852" y="5259105"/>
              <a:ext cx="421200" cy="1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D40EA8-0144-1FBE-835F-153E8298EE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4212" y="5151105"/>
                <a:ext cx="5288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5FCAC5-86B6-FAB3-B083-9094BC0C5C3F}"/>
                  </a:ext>
                </a:extLst>
              </p14:cNvPr>
              <p14:cNvContentPartPr/>
              <p14:nvPr/>
            </p14:nvContentPartPr>
            <p14:xfrm>
              <a:off x="6067012" y="5232105"/>
              <a:ext cx="1448280" cy="5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5FCAC5-86B6-FAB3-B083-9094BC0C5C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3012" y="5124465"/>
                <a:ext cx="1555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F61CA6-5679-D2DD-81A9-B393FFC1D8D4}"/>
                  </a:ext>
                </a:extLst>
              </p14:cNvPr>
              <p14:cNvContentPartPr/>
              <p14:nvPr/>
            </p14:nvContentPartPr>
            <p14:xfrm>
              <a:off x="5893200" y="4368870"/>
              <a:ext cx="1275480" cy="53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F61CA6-5679-D2DD-81A9-B393FFC1D8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9200" y="4261230"/>
                <a:ext cx="1383120" cy="2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7801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A47C-75BA-E5F2-CB32-FDA352B9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D5D99D-79EB-C0BC-19EC-B0CFEDB7D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5" y="763587"/>
            <a:ext cx="51181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01273-CA51-F96D-7DD8-4BD23AE3A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738" y="1606550"/>
            <a:ext cx="74930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68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4B7E-E640-BA55-7A1B-F5D9E5C8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D79F4B-7F0C-A814-8F32-35C43B07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758824"/>
            <a:ext cx="9038814" cy="6842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0F16FA-9DAE-F665-A876-212247BDB356}"/>
                  </a:ext>
                </a:extLst>
              </p14:cNvPr>
              <p14:cNvContentPartPr/>
              <p14:nvPr/>
            </p14:nvContentPartPr>
            <p14:xfrm>
              <a:off x="5558692" y="1190025"/>
              <a:ext cx="1385640" cy="34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0F16FA-9DAE-F665-A876-212247BDB3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4692" y="1082385"/>
                <a:ext cx="1493280" cy="2498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3030C48-CA64-9E2A-0B02-CFEBFD269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538" y="1898650"/>
            <a:ext cx="4025900" cy="54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9A6646-5DF4-251B-A2B9-4D03D4B51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574" y="954087"/>
            <a:ext cx="11811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29DC9F-BA1E-B711-C39F-2F35D7C3AA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438" y="1898650"/>
            <a:ext cx="29845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AD12C6-06C0-8D89-B35D-E2B794E9B5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2766388"/>
            <a:ext cx="3929064" cy="3293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BADE6A-CC6B-8147-A5AE-F96CE52710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8444" y="4413251"/>
            <a:ext cx="5614988" cy="131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EE2F-BCEF-9488-0094-C7702174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56B40-3FB1-FC0F-459E-C68ED0C6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668338"/>
            <a:ext cx="2489200" cy="63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2AF186-12E8-66C2-D4C7-220466BC8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4" y="1618260"/>
            <a:ext cx="8462963" cy="33520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C6AFB-94AC-B733-C4C7-37637667D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225" y="4541838"/>
            <a:ext cx="2882900" cy="111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2F0EF-A92C-3240-AF61-565639C4B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6" y="5583781"/>
            <a:ext cx="3998121" cy="914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31CCCE-49FB-BEC2-601B-050417D98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627" y="5583781"/>
            <a:ext cx="5466558" cy="962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69735-7FC3-47A5-5E6F-AFB6DDF35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8637" y="5766343"/>
            <a:ext cx="9017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5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FC33-954A-F67A-7E9C-E627DB5A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E8DF75-7E04-E1E8-B6CE-2D7DA4A3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95362"/>
            <a:ext cx="5638800" cy="495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F37AEF-E3D0-EB3B-4357-30EFA7EA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8862"/>
            <a:ext cx="1282700" cy="43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69D66E-FAF8-DC48-7EE9-3CC1555C0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553" y="1490662"/>
            <a:ext cx="2870200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6949E-48DA-8597-7B1A-499DC6172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2370924"/>
            <a:ext cx="9126699" cy="2786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B9BB53-6D65-30BC-90E3-B8D629E15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425" y="5157787"/>
            <a:ext cx="6413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57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2EB1-7A2D-950D-4D00-523EB969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9F792-E8F4-D7AF-3DF7-E410817C1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645377"/>
            <a:ext cx="10469342" cy="1340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DC4697-4ACF-F534-28F0-5174C4B4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63" y="2311400"/>
            <a:ext cx="4381500" cy="111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E6D0B5-3B57-E773-7087-C66980C11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588" y="2311400"/>
            <a:ext cx="2501900" cy="106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379A6A-0545-7B5C-FEE8-C2FC4BF97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458" y="2311400"/>
            <a:ext cx="250190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CD3E5-DD45-7861-989E-6C0B6A9C8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397727"/>
            <a:ext cx="4676776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4FCA62-897C-6DAA-5A72-41FCF8788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529013"/>
            <a:ext cx="7772400" cy="30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69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C766-92B0-FB56-6154-6FA513B0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432567-2C81-9E24-C444-A321C4E99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3" y="722313"/>
            <a:ext cx="5334000" cy="46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E00761-2945-A69F-DDD9-53916510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25" y="1471612"/>
            <a:ext cx="6578600" cy="45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3D7607-F988-F0C4-F7B2-FC04E88B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361" y="1533524"/>
            <a:ext cx="609600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BDB78-B5D9-BDE6-327E-C48BE61D6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961" y="1533524"/>
            <a:ext cx="1625600" cy="39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73C532-26D8-5338-D7B1-DEEAF9DA3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3" y="2208211"/>
            <a:ext cx="5138737" cy="2617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FF07DE-C80F-768F-C969-6B2519D760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825564"/>
            <a:ext cx="3532188" cy="961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69FEA4-FBAA-0F20-A861-0671D042B8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5771536"/>
            <a:ext cx="7772400" cy="10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44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CB51-7712-2246-F524-2600C894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D3DC87-58C4-43B1-F898-9EAE4CBFE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441646"/>
            <a:ext cx="9143914" cy="34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35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7FD8-835A-0B01-DFE3-A2A7B8A6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A51B639-5BC7-FBBB-293D-D4AD1712C43A}"/>
              </a:ext>
            </a:extLst>
          </p:cNvPr>
          <p:cNvGrpSpPr/>
          <p:nvPr/>
        </p:nvGrpSpPr>
        <p:grpSpPr>
          <a:xfrm>
            <a:off x="1107279" y="672584"/>
            <a:ext cx="9949399" cy="3207266"/>
            <a:chOff x="1107279" y="672584"/>
            <a:chExt cx="9949399" cy="320726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00CDA3-D341-DFBC-EF6C-B8D19F7F9B61}"/>
                </a:ext>
              </a:extLst>
            </p:cNvPr>
            <p:cNvSpPr txBox="1"/>
            <p:nvPr/>
          </p:nvSpPr>
          <p:spPr>
            <a:xfrm>
              <a:off x="1107280" y="672584"/>
              <a:ext cx="70194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Representing </a:t>
              </a:r>
              <a:r>
                <a:rPr lang="en-US" sz="2000" b="1" dirty="0">
                  <a:effectLst/>
                </a:rPr>
                <a:t>a Function </a:t>
              </a:r>
              <a:r>
                <a:rPr lang="en-US" sz="2000" b="1" dirty="0"/>
                <a:t>by Both a Sine and Cosine Series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D95FFCE-AB6D-1F90-6B7F-63A885469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7279" y="1383102"/>
              <a:ext cx="9949399" cy="20458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C992593-DA6C-F7ED-4C07-B6B3906C1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2313" y="2978150"/>
              <a:ext cx="3029857" cy="9017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C7E1F3-4438-6527-80F0-07E7EC74AAEB}"/>
                  </a:ext>
                </a:extLst>
              </p14:cNvPr>
              <p14:cNvContentPartPr/>
              <p14:nvPr/>
            </p14:nvContentPartPr>
            <p14:xfrm>
              <a:off x="4295880" y="2047590"/>
              <a:ext cx="1587600" cy="38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C7E1F3-4438-6527-80F0-07E7EC74AA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42240" y="1939590"/>
                <a:ext cx="16952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7D21A93-386D-B893-BAAC-FDFC0EDFE5F4}"/>
                  </a:ext>
                </a:extLst>
              </p14:cNvPr>
              <p14:cNvContentPartPr/>
              <p14:nvPr/>
            </p14:nvContentPartPr>
            <p14:xfrm>
              <a:off x="6990840" y="2013030"/>
              <a:ext cx="1852920" cy="9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7D21A93-386D-B893-BAAC-FDFC0EDFE5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37200" y="1905390"/>
                <a:ext cx="19605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2BFF5F-190B-9B30-68C2-DCDF5207E7E6}"/>
                  </a:ext>
                </a:extLst>
              </p14:cNvPr>
              <p14:cNvContentPartPr/>
              <p14:nvPr/>
            </p14:nvContentPartPr>
            <p14:xfrm>
              <a:off x="2968560" y="3266190"/>
              <a:ext cx="1230120" cy="60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2BFF5F-190B-9B30-68C2-DCDF5207E7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14560" y="3158550"/>
                <a:ext cx="1337760" cy="2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0483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892F-272E-E0D5-F4CA-C90AB0C7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7D250-9730-E32F-27F4-11A18A9D05B7}"/>
              </a:ext>
            </a:extLst>
          </p:cNvPr>
          <p:cNvSpPr txBox="1"/>
          <p:nvPr/>
        </p:nvSpPr>
        <p:spPr>
          <a:xfrm>
            <a:off x="824018" y="76351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26647-25A9-036C-30D7-ABB948DD4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820" y="643382"/>
            <a:ext cx="3924300" cy="208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1DAB76-CB9D-E686-A1C6-AF1F3692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726182"/>
            <a:ext cx="7772400" cy="30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14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1205-6D1E-4EE3-AB34-0738FB48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4C858-5554-5A88-1FE3-D1EB9CA5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72" y="1067348"/>
            <a:ext cx="8682404" cy="540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24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077D-38B7-98FD-C9D5-6DC61BDC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9824B-D022-8B9B-F361-1F895B94D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0" y="541020"/>
            <a:ext cx="4622800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5C684D-60F9-482A-62A2-B7317110D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10" y="1451364"/>
            <a:ext cx="7772400" cy="480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32087D-5366-FF21-40CE-C744D1692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920" y="2015490"/>
            <a:ext cx="50038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A3E08B-4491-4044-3243-DBCBFAD92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491" y="3051565"/>
            <a:ext cx="3644900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7B438-4B1F-6A7A-D994-EA3767459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510" y="3181350"/>
            <a:ext cx="9906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26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1E33C-EB5F-28AF-575D-CC750AAC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E0A97-C824-A9F4-BA45-818FC80C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72" y="547315"/>
            <a:ext cx="10285388" cy="22103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FB3B38-CEE1-0FFD-2719-9794778F70E5}"/>
                  </a:ext>
                </a:extLst>
              </p14:cNvPr>
              <p14:cNvContentPartPr/>
              <p14:nvPr/>
            </p14:nvContentPartPr>
            <p14:xfrm>
              <a:off x="2104091" y="1737137"/>
              <a:ext cx="3250440" cy="5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FB3B38-CEE1-0FFD-2719-9794778F70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0091" y="1629497"/>
                <a:ext cx="33580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6C0F60-B358-962C-925B-9DB501D3869A}"/>
                  </a:ext>
                </a:extLst>
              </p14:cNvPr>
              <p14:cNvContentPartPr/>
              <p14:nvPr/>
            </p14:nvContentPartPr>
            <p14:xfrm>
              <a:off x="9220571" y="1738937"/>
              <a:ext cx="1588680" cy="10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6C0F60-B358-962C-925B-9DB501D386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6931" y="1630937"/>
                <a:ext cx="16963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8730D4-2BBA-2F32-A8DB-60189E2EB6FF}"/>
                  </a:ext>
                </a:extLst>
              </p14:cNvPr>
              <p14:cNvContentPartPr/>
              <p14:nvPr/>
            </p14:nvContentPartPr>
            <p14:xfrm>
              <a:off x="917531" y="2187857"/>
              <a:ext cx="4615200" cy="7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8730D4-2BBA-2F32-A8DB-60189E2EB6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3891" y="2080217"/>
                <a:ext cx="4722840" cy="2862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3293708-47FF-C929-C0CC-3544E12C34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6085" y="2408464"/>
            <a:ext cx="44958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59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A70D-8DEF-C67D-5319-5736946E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900073-6BF9-EAB8-7F62-7A01BCB3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5" y="535033"/>
            <a:ext cx="5003800" cy="952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5FF7F7-3F0B-4CEB-53ED-3910AF739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35" y="1635223"/>
            <a:ext cx="10126520" cy="1383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21EF06-5072-95EF-196E-A965C12AC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908300"/>
            <a:ext cx="5029200" cy="104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4135B-6299-C4F2-3794-E6AF82082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3839029"/>
            <a:ext cx="8850086" cy="862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C22A6D-04F9-BD8F-9F45-CDE462C18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564" y="4874986"/>
            <a:ext cx="65151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47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6B49D-E9E6-8418-14BD-E92D8794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01506-7161-48B4-1DFF-7EC325A8B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99" y="616380"/>
            <a:ext cx="9578527" cy="246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25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54EA-8E41-4F49-34D7-C897020D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F4DD79-48D3-2939-6F83-7FF03287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5" y="535033"/>
            <a:ext cx="5003800" cy="952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147EE1-8A87-FD02-99BD-BC33B434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34" y="1617037"/>
            <a:ext cx="9850663" cy="15761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3F4D2E-E1CB-71A9-EF5D-5F1EE6924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631" y="1649694"/>
            <a:ext cx="203200" cy="29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02453-F910-B1E4-FD1A-1DD9C7E85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24" y="3429000"/>
            <a:ext cx="9701056" cy="12409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3E9E9B-0529-DBD4-BB60-F24F83187714}"/>
                  </a:ext>
                </a:extLst>
              </p14:cNvPr>
              <p14:cNvContentPartPr/>
              <p14:nvPr/>
            </p14:nvContentPartPr>
            <p14:xfrm>
              <a:off x="5050331" y="1741817"/>
              <a:ext cx="2110320" cy="74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3E9E9B-0529-DBD4-BB60-F24F831877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96691" y="1633817"/>
                <a:ext cx="22179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022890-24E6-0E72-EABA-33AD5BB00462}"/>
                  </a:ext>
                </a:extLst>
              </p14:cNvPr>
              <p14:cNvContentPartPr/>
              <p14:nvPr/>
            </p14:nvContentPartPr>
            <p14:xfrm>
              <a:off x="2113091" y="2209457"/>
              <a:ext cx="2877480" cy="48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022890-24E6-0E72-EABA-33AD5BB004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9091" y="2101457"/>
                <a:ext cx="29851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9AB452-4ABB-782B-043D-BC18E8745A5B}"/>
                  </a:ext>
                </a:extLst>
              </p14:cNvPr>
              <p14:cNvContentPartPr/>
              <p14:nvPr/>
            </p14:nvContentPartPr>
            <p14:xfrm>
              <a:off x="4011011" y="3829817"/>
              <a:ext cx="554760" cy="1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9AB452-4ABB-782B-043D-BC18E8745A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57371" y="3721817"/>
                <a:ext cx="6624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C20D9EB-315F-5582-FF11-639CA3EC8BFE}"/>
                  </a:ext>
                </a:extLst>
              </p14:cNvPr>
              <p14:cNvContentPartPr/>
              <p14:nvPr/>
            </p14:nvContentPartPr>
            <p14:xfrm>
              <a:off x="7668251" y="3817577"/>
              <a:ext cx="373320" cy="37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C20D9EB-315F-5582-FF11-639CA3EC8B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14611" y="3709937"/>
                <a:ext cx="480960" cy="2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885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DD79-CF8E-16D4-C861-F302F0E4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286628-64A2-6D50-D728-17370B958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15" y="1574457"/>
            <a:ext cx="9706432" cy="24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50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BD4C-6DE4-DADC-EAF2-265F8B94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E804E-94CC-14E6-6F39-05F8E496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495300"/>
            <a:ext cx="6248400" cy="787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AC1D1-7C68-8409-83E9-A732EC332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315" y="1427763"/>
            <a:ext cx="7772400" cy="3567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8A604A-E325-9590-BE3E-84798FA61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43" y="5139869"/>
            <a:ext cx="10799395" cy="122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5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0A4D-6B32-BB5D-1580-39EAC6B1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70AD35-7BFB-27C9-B37A-8B56A416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30570"/>
            <a:ext cx="7772400" cy="539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48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83DE5-E9B0-EEF6-5968-37C3B842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7FEF54-1322-0720-3FFC-51125F0F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6" y="718451"/>
            <a:ext cx="10465155" cy="1240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E19AE9-F5E5-456D-B30D-303109C02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77" y="2344710"/>
            <a:ext cx="9275046" cy="341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09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D5F5-BC51-3A37-87AC-AC8BF43F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06FA1B-FD88-086A-6E1E-FB7B783D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1" y="640565"/>
            <a:ext cx="10231537" cy="1117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89FFB0-FBE0-0046-A144-4AE1EB259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682" y="1950965"/>
            <a:ext cx="6214672" cy="474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76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12748-EDB3-1505-79BD-3E5DA854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EF167-91B7-9918-F0D1-CDC6A31F5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08" y="1696988"/>
            <a:ext cx="9988566" cy="1061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C1EDE3-377C-53D3-1429-A2660BB869A4}"/>
              </a:ext>
            </a:extLst>
          </p:cNvPr>
          <p:cNvSpPr txBox="1"/>
          <p:nvPr/>
        </p:nvSpPr>
        <p:spPr>
          <a:xfrm>
            <a:off x="920756" y="759524"/>
            <a:ext cx="6100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Term-By-Term Differentiation of Fourier Series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80135-6703-4E1F-8B4E-CBDD3926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07" y="3152650"/>
            <a:ext cx="9988566" cy="10860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18A2FF9-B2AA-FC17-1213-B10E86A86B55}"/>
                  </a:ext>
                </a:extLst>
              </p14:cNvPr>
              <p14:cNvContentPartPr/>
              <p14:nvPr/>
            </p14:nvContentPartPr>
            <p14:xfrm>
              <a:off x="1300715" y="2114935"/>
              <a:ext cx="3627360" cy="132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18A2FF9-B2AA-FC17-1213-B10E86A86B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6715" y="2007295"/>
                <a:ext cx="3735000" cy="3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968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FD59-5860-68B9-1368-D51FA8545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F83A88-60AB-A073-438F-020104E2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65" y="1056730"/>
            <a:ext cx="9764308" cy="11018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579988-0F09-4C16-CDD3-60CCA9A54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28" y="2922048"/>
            <a:ext cx="9573726" cy="99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7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9EB4B-015E-3A64-EB9C-522E942F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4881F9-3FF2-F97E-5316-E06DCC7BB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17" y="1179035"/>
            <a:ext cx="10006793" cy="10844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07049B-E149-5544-4D40-BD90A5D57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17" y="3181915"/>
            <a:ext cx="9495232" cy="108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90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3284-75AA-C520-3BB2-01256A01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C8638-478E-35A7-FEF2-A543DC0D813A}"/>
              </a:ext>
            </a:extLst>
          </p:cNvPr>
          <p:cNvSpPr txBox="1"/>
          <p:nvPr/>
        </p:nvSpPr>
        <p:spPr>
          <a:xfrm>
            <a:off x="862883" y="643777"/>
            <a:ext cx="6100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Term-By-Term Integration of Fourier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C69FA-0BF6-067B-3C4D-C7536C7B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33" y="1278526"/>
            <a:ext cx="9283861" cy="13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97</Words>
  <Application>Microsoft Macintosh PowerPoint</Application>
  <PresentationFormat>Widescreen</PresentationFormat>
  <Paragraphs>12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Fourier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Wang</dc:creator>
  <cp:lastModifiedBy>Min Wang</cp:lastModifiedBy>
  <cp:revision>1</cp:revision>
  <dcterms:created xsi:type="dcterms:W3CDTF">2026-08-20T15:19:16Z</dcterms:created>
  <dcterms:modified xsi:type="dcterms:W3CDTF">2026-10-15T00:40:40Z</dcterms:modified>
</cp:coreProperties>
</file>