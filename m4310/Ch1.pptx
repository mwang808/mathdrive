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09368-7DFE-6943-A20D-F07FB90DCF84}" v="136" dt="2026-08-20T19:28:24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>
      <p:cViewPr varScale="1">
        <p:scale>
          <a:sx n="93" d="100"/>
          <a:sy n="93" d="100"/>
        </p:scale>
        <p:origin x="2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Wang" userId="40c509f2-6e44-41ac-be95-0b697891d3eb" providerId="ADAL" clId="{1E82F5CA-06CB-5569-B40B-7CFA0163A4AB}"/>
    <pc:docChg chg="undo custSel delSld modSld">
      <pc:chgData name="Min Wang" userId="40c509f2-6e44-41ac-be95-0b697891d3eb" providerId="ADAL" clId="{1E82F5CA-06CB-5569-B40B-7CFA0163A4AB}" dt="2026-08-20T19:29:20.839" v="426" actId="2696"/>
      <pc:docMkLst>
        <pc:docMk/>
      </pc:docMkLst>
      <pc:sldChg chg="addSp delSp modSp mod">
        <pc:chgData name="Min Wang" userId="40c509f2-6e44-41ac-be95-0b697891d3eb" providerId="ADAL" clId="{1E82F5CA-06CB-5569-B40B-7CFA0163A4AB}" dt="2026-08-20T18:05:45.204" v="19" actId="21"/>
        <pc:sldMkLst>
          <pc:docMk/>
          <pc:sldMk cId="994364552" sldId="278"/>
        </pc:sldMkLst>
        <pc:grpChg chg="add mod">
          <ac:chgData name="Min Wang" userId="40c509f2-6e44-41ac-be95-0b697891d3eb" providerId="ADAL" clId="{1E82F5CA-06CB-5569-B40B-7CFA0163A4AB}" dt="2026-08-20T18:04:37.742" v="14" actId="164"/>
          <ac:grpSpMkLst>
            <pc:docMk/>
            <pc:sldMk cId="994364552" sldId="278"/>
            <ac:grpSpMk id="7" creationId="{D0766608-2742-F60B-A39B-6EB925690F4C}"/>
          </ac:grpSpMkLst>
        </pc:grpChg>
        <pc:picChg chg="add mod">
          <ac:chgData name="Min Wang" userId="40c509f2-6e44-41ac-be95-0b697891d3eb" providerId="ADAL" clId="{1E82F5CA-06CB-5569-B40B-7CFA0163A4AB}" dt="2026-08-20T18:04:37.742" v="14" actId="164"/>
          <ac:picMkLst>
            <pc:docMk/>
            <pc:sldMk cId="994364552" sldId="278"/>
            <ac:picMk id="2" creationId="{2CC88274-432B-5E38-C378-7FA3F9F0D04F}"/>
          </ac:picMkLst>
        </pc:picChg>
        <pc:picChg chg="add mod">
          <ac:chgData name="Min Wang" userId="40c509f2-6e44-41ac-be95-0b697891d3eb" providerId="ADAL" clId="{1E82F5CA-06CB-5569-B40B-7CFA0163A4AB}" dt="2026-08-20T18:04:37.742" v="14" actId="164"/>
          <ac:picMkLst>
            <pc:docMk/>
            <pc:sldMk cId="994364552" sldId="278"/>
            <ac:picMk id="3" creationId="{34A8D850-15FC-26DE-B774-29F0B6BB0491}"/>
          </ac:picMkLst>
        </pc:picChg>
        <pc:picChg chg="add mod">
          <ac:chgData name="Min Wang" userId="40c509f2-6e44-41ac-be95-0b697891d3eb" providerId="ADAL" clId="{1E82F5CA-06CB-5569-B40B-7CFA0163A4AB}" dt="2026-08-20T18:04:37.742" v="14" actId="164"/>
          <ac:picMkLst>
            <pc:docMk/>
            <pc:sldMk cId="994364552" sldId="278"/>
            <ac:picMk id="4" creationId="{D6720251-A5EE-014F-EAF2-3C700BAD0A4D}"/>
          </ac:picMkLst>
        </pc:picChg>
        <pc:picChg chg="add mod">
          <ac:chgData name="Min Wang" userId="40c509f2-6e44-41ac-be95-0b697891d3eb" providerId="ADAL" clId="{1E82F5CA-06CB-5569-B40B-7CFA0163A4AB}" dt="2026-08-20T18:04:37.742" v="14" actId="164"/>
          <ac:picMkLst>
            <pc:docMk/>
            <pc:sldMk cId="994364552" sldId="278"/>
            <ac:picMk id="5" creationId="{C4E9B1B2-F4C9-94EA-BC9B-53B71271F478}"/>
          </ac:picMkLst>
        </pc:picChg>
        <pc:picChg chg="add mod">
          <ac:chgData name="Min Wang" userId="40c509f2-6e44-41ac-be95-0b697891d3eb" providerId="ADAL" clId="{1E82F5CA-06CB-5569-B40B-7CFA0163A4AB}" dt="2026-08-20T18:04:37.742" v="14" actId="164"/>
          <ac:picMkLst>
            <pc:docMk/>
            <pc:sldMk cId="994364552" sldId="278"/>
            <ac:picMk id="6" creationId="{DEED0C00-9A9F-5BAB-5F25-31161940BE50}"/>
          </ac:picMkLst>
        </pc:picChg>
        <pc:picChg chg="add del mod">
          <ac:chgData name="Min Wang" userId="40c509f2-6e44-41ac-be95-0b697891d3eb" providerId="ADAL" clId="{1E82F5CA-06CB-5569-B40B-7CFA0163A4AB}" dt="2026-08-20T18:05:45.204" v="19" actId="21"/>
          <ac:picMkLst>
            <pc:docMk/>
            <pc:sldMk cId="994364552" sldId="278"/>
            <ac:picMk id="8" creationId="{DFB6CD42-2E6B-FC87-9E17-F667CCC34EB7}"/>
          </ac:picMkLst>
        </pc:picChg>
      </pc:sldChg>
      <pc:sldChg chg="addSp modSp mod">
        <pc:chgData name="Min Wang" userId="40c509f2-6e44-41ac-be95-0b697891d3eb" providerId="ADAL" clId="{1E82F5CA-06CB-5569-B40B-7CFA0163A4AB}" dt="2026-08-20T18:05:49.718" v="21" actId="1076"/>
        <pc:sldMkLst>
          <pc:docMk/>
          <pc:sldMk cId="3728091510" sldId="279"/>
        </pc:sldMkLst>
        <pc:picChg chg="add mod">
          <ac:chgData name="Min Wang" userId="40c509f2-6e44-41ac-be95-0b697891d3eb" providerId="ADAL" clId="{1E82F5CA-06CB-5569-B40B-7CFA0163A4AB}" dt="2026-08-20T18:05:42.403" v="18" actId="1076"/>
          <ac:picMkLst>
            <pc:docMk/>
            <pc:sldMk cId="3728091510" sldId="279"/>
            <ac:picMk id="2" creationId="{E3D7D9A3-DE17-3693-C18E-13A1A13987ED}"/>
          </ac:picMkLst>
        </pc:picChg>
        <pc:picChg chg="add mod">
          <ac:chgData name="Min Wang" userId="40c509f2-6e44-41ac-be95-0b697891d3eb" providerId="ADAL" clId="{1E82F5CA-06CB-5569-B40B-7CFA0163A4AB}" dt="2026-08-20T18:05:49.718" v="21" actId="1076"/>
          <ac:picMkLst>
            <pc:docMk/>
            <pc:sldMk cId="3728091510" sldId="279"/>
            <ac:picMk id="3" creationId="{CBA727FF-9CAF-7C53-1D50-A79CFF4D9283}"/>
          </ac:picMkLst>
        </pc:picChg>
      </pc:sldChg>
      <pc:sldChg chg="addSp delSp modSp mod">
        <pc:chgData name="Min Wang" userId="40c509f2-6e44-41ac-be95-0b697891d3eb" providerId="ADAL" clId="{1E82F5CA-06CB-5569-B40B-7CFA0163A4AB}" dt="2026-08-20T18:07:58.270" v="32" actId="9405"/>
        <pc:sldMkLst>
          <pc:docMk/>
          <pc:sldMk cId="4289837526" sldId="280"/>
        </pc:sldMkLst>
        <pc:grpChg chg="add mod">
          <ac:chgData name="Min Wang" userId="40c509f2-6e44-41ac-be95-0b697891d3eb" providerId="ADAL" clId="{1E82F5CA-06CB-5569-B40B-7CFA0163A4AB}" dt="2026-08-20T18:07:00.408" v="28" actId="164"/>
          <ac:grpSpMkLst>
            <pc:docMk/>
            <pc:sldMk cId="4289837526" sldId="280"/>
            <ac:grpSpMk id="4" creationId="{B3090086-A413-3AE9-7BD3-125C65E2B790}"/>
          </ac:grpSpMkLst>
        </pc:grpChg>
        <pc:picChg chg="add mod">
          <ac:chgData name="Min Wang" userId="40c509f2-6e44-41ac-be95-0b697891d3eb" providerId="ADAL" clId="{1E82F5CA-06CB-5569-B40B-7CFA0163A4AB}" dt="2026-08-20T18:07:00.408" v="28" actId="164"/>
          <ac:picMkLst>
            <pc:docMk/>
            <pc:sldMk cId="4289837526" sldId="280"/>
            <ac:picMk id="2" creationId="{E6AADFDC-187F-3135-597F-70C8775BCCB2}"/>
          </ac:picMkLst>
        </pc:picChg>
        <pc:picChg chg="add mod">
          <ac:chgData name="Min Wang" userId="40c509f2-6e44-41ac-be95-0b697891d3eb" providerId="ADAL" clId="{1E82F5CA-06CB-5569-B40B-7CFA0163A4AB}" dt="2026-08-20T18:07:00.408" v="28" actId="164"/>
          <ac:picMkLst>
            <pc:docMk/>
            <pc:sldMk cId="4289837526" sldId="280"/>
            <ac:picMk id="3" creationId="{C699BA82-9B1E-6173-C3A2-04C01FE44E1C}"/>
          </ac:picMkLst>
        </pc:picChg>
        <pc:inkChg chg="add">
          <ac:chgData name="Min Wang" userId="40c509f2-6e44-41ac-be95-0b697891d3eb" providerId="ADAL" clId="{1E82F5CA-06CB-5569-B40B-7CFA0163A4AB}" dt="2026-08-20T18:07:20.495" v="29" actId="9405"/>
          <ac:inkMkLst>
            <pc:docMk/>
            <pc:sldMk cId="4289837526" sldId="280"/>
            <ac:inkMk id="5" creationId="{3CDFF1CC-3FDC-5041-29C8-ADF8289E9599}"/>
          </ac:inkMkLst>
        </pc:inkChg>
        <pc:inkChg chg="add">
          <ac:chgData name="Min Wang" userId="40c509f2-6e44-41ac-be95-0b697891d3eb" providerId="ADAL" clId="{1E82F5CA-06CB-5569-B40B-7CFA0163A4AB}" dt="2026-08-20T18:07:28.236" v="30" actId="9405"/>
          <ac:inkMkLst>
            <pc:docMk/>
            <pc:sldMk cId="4289837526" sldId="280"/>
            <ac:inkMk id="6" creationId="{5B9D3BAD-A017-13E7-E131-8370652541CE}"/>
          </ac:inkMkLst>
        </pc:inkChg>
        <pc:inkChg chg="add del">
          <ac:chgData name="Min Wang" userId="40c509f2-6e44-41ac-be95-0b697891d3eb" providerId="ADAL" clId="{1E82F5CA-06CB-5569-B40B-7CFA0163A4AB}" dt="2026-08-20T18:07:58.270" v="32" actId="9405"/>
          <ac:inkMkLst>
            <pc:docMk/>
            <pc:sldMk cId="4289837526" sldId="280"/>
            <ac:inkMk id="7" creationId="{87E5F2A8-31B2-B44E-425C-4655FC253625}"/>
          </ac:inkMkLst>
        </pc:inkChg>
      </pc:sldChg>
      <pc:sldChg chg="addSp modSp mod">
        <pc:chgData name="Min Wang" userId="40c509f2-6e44-41ac-be95-0b697891d3eb" providerId="ADAL" clId="{1E82F5CA-06CB-5569-B40B-7CFA0163A4AB}" dt="2026-08-20T18:08:16.223" v="37" actId="1076"/>
        <pc:sldMkLst>
          <pc:docMk/>
          <pc:sldMk cId="4156844236" sldId="281"/>
        </pc:sldMkLst>
        <pc:picChg chg="add mod">
          <ac:chgData name="Min Wang" userId="40c509f2-6e44-41ac-be95-0b697891d3eb" providerId="ADAL" clId="{1E82F5CA-06CB-5569-B40B-7CFA0163A4AB}" dt="2026-08-20T18:08:06.841" v="35" actId="14100"/>
          <ac:picMkLst>
            <pc:docMk/>
            <pc:sldMk cId="4156844236" sldId="281"/>
            <ac:picMk id="2" creationId="{1708170B-BD8D-B8BA-6C8F-3CAC66B1365A}"/>
          </ac:picMkLst>
        </pc:picChg>
        <pc:picChg chg="add mod">
          <ac:chgData name="Min Wang" userId="40c509f2-6e44-41ac-be95-0b697891d3eb" providerId="ADAL" clId="{1E82F5CA-06CB-5569-B40B-7CFA0163A4AB}" dt="2026-08-20T18:08:16.223" v="37" actId="1076"/>
          <ac:picMkLst>
            <pc:docMk/>
            <pc:sldMk cId="4156844236" sldId="281"/>
            <ac:picMk id="3" creationId="{65916633-3BEC-5AC2-E05F-FBF0E18532DA}"/>
          </ac:picMkLst>
        </pc:picChg>
      </pc:sldChg>
      <pc:sldChg chg="addSp delSp modSp mod">
        <pc:chgData name="Min Wang" userId="40c509f2-6e44-41ac-be95-0b697891d3eb" providerId="ADAL" clId="{1E82F5CA-06CB-5569-B40B-7CFA0163A4AB}" dt="2026-08-20T18:13:29.068" v="62" actId="20577"/>
        <pc:sldMkLst>
          <pc:docMk/>
          <pc:sldMk cId="2386453328" sldId="282"/>
        </pc:sldMkLst>
        <pc:spChg chg="add mod">
          <ac:chgData name="Min Wang" userId="40c509f2-6e44-41ac-be95-0b697891d3eb" providerId="ADAL" clId="{1E82F5CA-06CB-5569-B40B-7CFA0163A4AB}" dt="2026-08-20T18:13:29.068" v="62" actId="20577"/>
          <ac:spMkLst>
            <pc:docMk/>
            <pc:sldMk cId="2386453328" sldId="282"/>
            <ac:spMk id="13" creationId="{D930EE80-BF99-9FCE-029D-3F1BEA923B77}"/>
          </ac:spMkLst>
        </pc:spChg>
        <pc:grpChg chg="add mod">
          <ac:chgData name="Min Wang" userId="40c509f2-6e44-41ac-be95-0b697891d3eb" providerId="ADAL" clId="{1E82F5CA-06CB-5569-B40B-7CFA0163A4AB}" dt="2026-08-20T18:11:28.703" v="46" actId="164"/>
          <ac:grpSpMkLst>
            <pc:docMk/>
            <pc:sldMk cId="2386453328" sldId="282"/>
            <ac:grpSpMk id="5" creationId="{EC5E4C99-A989-F8E9-4EAA-144C5ECCD7A7}"/>
          </ac:grpSpMkLst>
        </pc:grpChg>
        <pc:grpChg chg="add mod">
          <ac:chgData name="Min Wang" userId="40c509f2-6e44-41ac-be95-0b697891d3eb" providerId="ADAL" clId="{1E82F5CA-06CB-5569-B40B-7CFA0163A4AB}" dt="2026-08-20T18:12:39.443" v="56" actId="164"/>
          <ac:grpSpMkLst>
            <pc:docMk/>
            <pc:sldMk cId="2386453328" sldId="282"/>
            <ac:grpSpMk id="9" creationId="{85D9E0D1-67DA-36AC-7B59-CFF62972FEA1}"/>
          </ac:grpSpMkLst>
        </pc:grpChg>
        <pc:picChg chg="add del mod">
          <ac:chgData name="Min Wang" userId="40c509f2-6e44-41ac-be95-0b697891d3eb" providerId="ADAL" clId="{1E82F5CA-06CB-5569-B40B-7CFA0163A4AB}" dt="2026-08-20T18:11:07.922" v="39" actId="478"/>
          <ac:picMkLst>
            <pc:docMk/>
            <pc:sldMk cId="2386453328" sldId="282"/>
            <ac:picMk id="2" creationId="{B8046679-3BF5-9869-7B22-55C44A21F3A8}"/>
          </ac:picMkLst>
        </pc:picChg>
        <pc:picChg chg="add mod">
          <ac:chgData name="Min Wang" userId="40c509f2-6e44-41ac-be95-0b697891d3eb" providerId="ADAL" clId="{1E82F5CA-06CB-5569-B40B-7CFA0163A4AB}" dt="2026-08-20T18:11:28.703" v="46" actId="164"/>
          <ac:picMkLst>
            <pc:docMk/>
            <pc:sldMk cId="2386453328" sldId="282"/>
            <ac:picMk id="3" creationId="{F91A9ACB-7632-8DC1-0C87-6C18253E243D}"/>
          </ac:picMkLst>
        </pc:picChg>
        <pc:picChg chg="add mod">
          <ac:chgData name="Min Wang" userId="40c509f2-6e44-41ac-be95-0b697891d3eb" providerId="ADAL" clId="{1E82F5CA-06CB-5569-B40B-7CFA0163A4AB}" dt="2026-08-20T18:11:28.703" v="46" actId="164"/>
          <ac:picMkLst>
            <pc:docMk/>
            <pc:sldMk cId="2386453328" sldId="282"/>
            <ac:picMk id="4" creationId="{1154C4F2-BDD2-BFB7-B363-B71A8892AFA7}"/>
          </ac:picMkLst>
        </pc:picChg>
        <pc:picChg chg="add mod">
          <ac:chgData name="Min Wang" userId="40c509f2-6e44-41ac-be95-0b697891d3eb" providerId="ADAL" clId="{1E82F5CA-06CB-5569-B40B-7CFA0163A4AB}" dt="2026-08-20T18:12:39.443" v="56" actId="164"/>
          <ac:picMkLst>
            <pc:docMk/>
            <pc:sldMk cId="2386453328" sldId="282"/>
            <ac:picMk id="6" creationId="{F68A66DC-E7BC-D242-DC8B-FB23BDF4674E}"/>
          </ac:picMkLst>
        </pc:picChg>
        <pc:picChg chg="add mod">
          <ac:chgData name="Min Wang" userId="40c509f2-6e44-41ac-be95-0b697891d3eb" providerId="ADAL" clId="{1E82F5CA-06CB-5569-B40B-7CFA0163A4AB}" dt="2026-08-20T18:12:39.443" v="56" actId="164"/>
          <ac:picMkLst>
            <pc:docMk/>
            <pc:sldMk cId="2386453328" sldId="282"/>
            <ac:picMk id="7" creationId="{74045B8E-09B7-00E5-F679-ABE2F6377A1B}"/>
          </ac:picMkLst>
        </pc:picChg>
        <pc:picChg chg="add mod">
          <ac:chgData name="Min Wang" userId="40c509f2-6e44-41ac-be95-0b697891d3eb" providerId="ADAL" clId="{1E82F5CA-06CB-5569-B40B-7CFA0163A4AB}" dt="2026-08-20T18:12:39.443" v="56" actId="164"/>
          <ac:picMkLst>
            <pc:docMk/>
            <pc:sldMk cId="2386453328" sldId="282"/>
            <ac:picMk id="8" creationId="{B20314BD-15D6-9E09-DEA4-B6164140D9D3}"/>
          </ac:picMkLst>
        </pc:picChg>
        <pc:inkChg chg="add">
          <ac:chgData name="Min Wang" userId="40c509f2-6e44-41ac-be95-0b697891d3eb" providerId="ADAL" clId="{1E82F5CA-06CB-5569-B40B-7CFA0163A4AB}" dt="2026-08-20T18:12:55.495" v="57" actId="9405"/>
          <ac:inkMkLst>
            <pc:docMk/>
            <pc:sldMk cId="2386453328" sldId="282"/>
            <ac:inkMk id="10" creationId="{3E81FC55-C5B4-E6A4-4674-9FA4BCCE8495}"/>
          </ac:inkMkLst>
        </pc:inkChg>
        <pc:inkChg chg="add">
          <ac:chgData name="Min Wang" userId="40c509f2-6e44-41ac-be95-0b697891d3eb" providerId="ADAL" clId="{1E82F5CA-06CB-5569-B40B-7CFA0163A4AB}" dt="2026-08-20T18:12:57.830" v="58" actId="9405"/>
          <ac:inkMkLst>
            <pc:docMk/>
            <pc:sldMk cId="2386453328" sldId="282"/>
            <ac:inkMk id="11" creationId="{A0110631-4C10-EA7D-746E-33B2059BA03A}"/>
          </ac:inkMkLst>
        </pc:inkChg>
      </pc:sldChg>
      <pc:sldChg chg="addSp delSp modSp mod">
        <pc:chgData name="Min Wang" userId="40c509f2-6e44-41ac-be95-0b697891d3eb" providerId="ADAL" clId="{1E82F5CA-06CB-5569-B40B-7CFA0163A4AB}" dt="2026-08-20T18:17:35.854" v="124" actId="1038"/>
        <pc:sldMkLst>
          <pc:docMk/>
          <pc:sldMk cId="3835067734" sldId="283"/>
        </pc:sldMkLst>
        <pc:spChg chg="add mod">
          <ac:chgData name="Min Wang" userId="40c509f2-6e44-41ac-be95-0b697891d3eb" providerId="ADAL" clId="{1E82F5CA-06CB-5569-B40B-7CFA0163A4AB}" dt="2026-08-20T18:17:35.854" v="124" actId="1038"/>
          <ac:spMkLst>
            <pc:docMk/>
            <pc:sldMk cId="3835067734" sldId="283"/>
            <ac:spMk id="5" creationId="{E5CFA6C6-BAB9-2CB2-E16F-46ED09BF753E}"/>
          </ac:spMkLst>
        </pc:spChg>
        <pc:spChg chg="add mod">
          <ac:chgData name="Min Wang" userId="40c509f2-6e44-41ac-be95-0b697891d3eb" providerId="ADAL" clId="{1E82F5CA-06CB-5569-B40B-7CFA0163A4AB}" dt="2026-08-20T18:17:03.732" v="99" actId="1076"/>
          <ac:spMkLst>
            <pc:docMk/>
            <pc:sldMk cId="3835067734" sldId="283"/>
            <ac:spMk id="6" creationId="{47D5D85A-721B-22CA-6AFB-5D2711938546}"/>
          </ac:spMkLst>
        </pc:spChg>
        <pc:spChg chg="add mod">
          <ac:chgData name="Min Wang" userId="40c509f2-6e44-41ac-be95-0b697891d3eb" providerId="ADAL" clId="{1E82F5CA-06CB-5569-B40B-7CFA0163A4AB}" dt="2026-08-20T18:17:29.474" v="122" actId="1076"/>
          <ac:spMkLst>
            <pc:docMk/>
            <pc:sldMk cId="3835067734" sldId="283"/>
            <ac:spMk id="7" creationId="{F76EB829-799D-7F29-3AD2-1BBEFEF9AE0A}"/>
          </ac:spMkLst>
        </pc:spChg>
        <pc:picChg chg="add del mod">
          <ac:chgData name="Min Wang" userId="40c509f2-6e44-41ac-be95-0b697891d3eb" providerId="ADAL" clId="{1E82F5CA-06CB-5569-B40B-7CFA0163A4AB}" dt="2026-08-20T18:15:40.059" v="69" actId="478"/>
          <ac:picMkLst>
            <pc:docMk/>
            <pc:sldMk cId="3835067734" sldId="283"/>
            <ac:picMk id="2" creationId="{447FB2AB-E23C-A8F0-5D96-9D7D71332118}"/>
          </ac:picMkLst>
        </pc:picChg>
        <pc:picChg chg="add mod">
          <ac:chgData name="Min Wang" userId="40c509f2-6e44-41ac-be95-0b697891d3eb" providerId="ADAL" clId="{1E82F5CA-06CB-5569-B40B-7CFA0163A4AB}" dt="2026-08-20T18:15:36.248" v="68" actId="1076"/>
          <ac:picMkLst>
            <pc:docMk/>
            <pc:sldMk cId="3835067734" sldId="283"/>
            <ac:picMk id="3" creationId="{B43861EF-B04D-8E19-B853-333AECEEA74E}"/>
          </ac:picMkLst>
        </pc:picChg>
      </pc:sldChg>
      <pc:sldChg chg="addSp delSp modSp mod">
        <pc:chgData name="Min Wang" userId="40c509f2-6e44-41ac-be95-0b697891d3eb" providerId="ADAL" clId="{1E82F5CA-06CB-5569-B40B-7CFA0163A4AB}" dt="2026-08-20T18:21:29.811" v="152" actId="20577"/>
        <pc:sldMkLst>
          <pc:docMk/>
          <pc:sldMk cId="3275925788" sldId="284"/>
        </pc:sldMkLst>
        <pc:spChg chg="add mod">
          <ac:chgData name="Min Wang" userId="40c509f2-6e44-41ac-be95-0b697891d3eb" providerId="ADAL" clId="{1E82F5CA-06CB-5569-B40B-7CFA0163A4AB}" dt="2026-08-20T18:18:26.548" v="128" actId="255"/>
          <ac:spMkLst>
            <pc:docMk/>
            <pc:sldMk cId="3275925788" sldId="284"/>
            <ac:spMk id="3" creationId="{594434E8-4F1E-3F11-D71A-240C8E043962}"/>
          </ac:spMkLst>
        </pc:spChg>
        <pc:spChg chg="add del mod">
          <ac:chgData name="Min Wang" userId="40c509f2-6e44-41ac-be95-0b697891d3eb" providerId="ADAL" clId="{1E82F5CA-06CB-5569-B40B-7CFA0163A4AB}" dt="2026-08-20T18:20:40.054" v="141"/>
          <ac:spMkLst>
            <pc:docMk/>
            <pc:sldMk cId="3275925788" sldId="284"/>
            <ac:spMk id="8" creationId="{F89CD5D6-FF8E-4F04-803A-797DC24A20CB}"/>
          </ac:spMkLst>
        </pc:spChg>
        <pc:spChg chg="add del mod">
          <ac:chgData name="Min Wang" userId="40c509f2-6e44-41ac-be95-0b697891d3eb" providerId="ADAL" clId="{1E82F5CA-06CB-5569-B40B-7CFA0163A4AB}" dt="2026-08-20T18:20:53.168" v="145"/>
          <ac:spMkLst>
            <pc:docMk/>
            <pc:sldMk cId="3275925788" sldId="284"/>
            <ac:spMk id="10" creationId="{C7F685CD-BE19-B978-BA64-69AEC5479C04}"/>
          </ac:spMkLst>
        </pc:spChg>
        <pc:spChg chg="add mod">
          <ac:chgData name="Min Wang" userId="40c509f2-6e44-41ac-be95-0b697891d3eb" providerId="ADAL" clId="{1E82F5CA-06CB-5569-B40B-7CFA0163A4AB}" dt="2026-08-20T18:21:29.811" v="152" actId="20577"/>
          <ac:spMkLst>
            <pc:docMk/>
            <pc:sldMk cId="3275925788" sldId="284"/>
            <ac:spMk id="13" creationId="{B0319690-FED9-43D7-04D3-932213B4BEDC}"/>
          </ac:spMkLst>
        </pc:spChg>
        <pc:picChg chg="add mod">
          <ac:chgData name="Min Wang" userId="40c509f2-6e44-41ac-be95-0b697891d3eb" providerId="ADAL" clId="{1E82F5CA-06CB-5569-B40B-7CFA0163A4AB}" dt="2026-08-20T18:19:14.262" v="130" actId="1076"/>
          <ac:picMkLst>
            <pc:docMk/>
            <pc:sldMk cId="3275925788" sldId="284"/>
            <ac:picMk id="4" creationId="{04021E0B-C333-E3F3-BD73-CE1BD2B1EAC3}"/>
          </ac:picMkLst>
        </pc:picChg>
        <pc:picChg chg="add mod">
          <ac:chgData name="Min Wang" userId="40c509f2-6e44-41ac-be95-0b697891d3eb" providerId="ADAL" clId="{1E82F5CA-06CB-5569-B40B-7CFA0163A4AB}" dt="2026-08-20T18:19:23.727" v="132" actId="1076"/>
          <ac:picMkLst>
            <pc:docMk/>
            <pc:sldMk cId="3275925788" sldId="284"/>
            <ac:picMk id="5" creationId="{A7E7FC28-0C47-79B3-74DB-17BA15A6E875}"/>
          </ac:picMkLst>
        </pc:picChg>
        <pc:picChg chg="add mod">
          <ac:chgData name="Min Wang" userId="40c509f2-6e44-41ac-be95-0b697891d3eb" providerId="ADAL" clId="{1E82F5CA-06CB-5569-B40B-7CFA0163A4AB}" dt="2026-08-20T18:19:54.211" v="137" actId="1076"/>
          <ac:picMkLst>
            <pc:docMk/>
            <pc:sldMk cId="3275925788" sldId="284"/>
            <ac:picMk id="6" creationId="{6BA6D014-DE99-7046-965E-F1EC9AEE91DE}"/>
          </ac:picMkLst>
        </pc:picChg>
        <pc:picChg chg="add mod">
          <ac:chgData name="Min Wang" userId="40c509f2-6e44-41ac-be95-0b697891d3eb" providerId="ADAL" clId="{1E82F5CA-06CB-5569-B40B-7CFA0163A4AB}" dt="2026-08-20T18:19:50.627" v="136" actId="1076"/>
          <ac:picMkLst>
            <pc:docMk/>
            <pc:sldMk cId="3275925788" sldId="284"/>
            <ac:picMk id="7" creationId="{D930AE9E-5DA8-9D81-8080-425CBD87F2FB}"/>
          </ac:picMkLst>
        </pc:picChg>
        <pc:picChg chg="add">
          <ac:chgData name="Min Wang" userId="40c509f2-6e44-41ac-be95-0b697891d3eb" providerId="ADAL" clId="{1E82F5CA-06CB-5569-B40B-7CFA0163A4AB}" dt="2026-08-20T18:20:37.923" v="139"/>
          <ac:picMkLst>
            <pc:docMk/>
            <pc:sldMk cId="3275925788" sldId="284"/>
            <ac:picMk id="9" creationId="{68060FF6-FEE7-046A-C61E-46B684A85399}"/>
          </ac:picMkLst>
        </pc:picChg>
        <pc:picChg chg="add">
          <ac:chgData name="Min Wang" userId="40c509f2-6e44-41ac-be95-0b697891d3eb" providerId="ADAL" clId="{1E82F5CA-06CB-5569-B40B-7CFA0163A4AB}" dt="2026-08-20T18:20:50.789" v="143"/>
          <ac:picMkLst>
            <pc:docMk/>
            <pc:sldMk cId="3275925788" sldId="284"/>
            <ac:picMk id="11" creationId="{8DE9469C-DC85-62CA-9196-8DEDD3007DDF}"/>
          </ac:picMkLst>
        </pc:picChg>
      </pc:sldChg>
      <pc:sldChg chg="addSp delSp modSp mod">
        <pc:chgData name="Min Wang" userId="40c509f2-6e44-41ac-be95-0b697891d3eb" providerId="ADAL" clId="{1E82F5CA-06CB-5569-B40B-7CFA0163A4AB}" dt="2026-08-20T18:23:52.896" v="194" actId="9405"/>
        <pc:sldMkLst>
          <pc:docMk/>
          <pc:sldMk cId="2234404915" sldId="285"/>
        </pc:sldMkLst>
        <pc:spChg chg="add mod">
          <ac:chgData name="Min Wang" userId="40c509f2-6e44-41ac-be95-0b697891d3eb" providerId="ADAL" clId="{1E82F5CA-06CB-5569-B40B-7CFA0163A4AB}" dt="2026-08-20T18:23:42.444" v="192" actId="1076"/>
          <ac:spMkLst>
            <pc:docMk/>
            <pc:sldMk cId="2234404915" sldId="285"/>
            <ac:spMk id="7" creationId="{3AD6346F-881C-D412-0005-D3ABC30EF8A9}"/>
          </ac:spMkLst>
        </pc:spChg>
        <pc:picChg chg="add del mod">
          <ac:chgData name="Min Wang" userId="40c509f2-6e44-41ac-be95-0b697891d3eb" providerId="ADAL" clId="{1E82F5CA-06CB-5569-B40B-7CFA0163A4AB}" dt="2026-08-20T18:22:21.248" v="154" actId="478"/>
          <ac:picMkLst>
            <pc:docMk/>
            <pc:sldMk cId="2234404915" sldId="285"/>
            <ac:picMk id="2" creationId="{84389E23-50ED-0489-604E-3EEB786D684E}"/>
          </ac:picMkLst>
        </pc:picChg>
        <pc:picChg chg="add mod">
          <ac:chgData name="Min Wang" userId="40c509f2-6e44-41ac-be95-0b697891d3eb" providerId="ADAL" clId="{1E82F5CA-06CB-5569-B40B-7CFA0163A4AB}" dt="2026-08-20T18:22:50.325" v="156" actId="1076"/>
          <ac:picMkLst>
            <pc:docMk/>
            <pc:sldMk cId="2234404915" sldId="285"/>
            <ac:picMk id="3" creationId="{740B9DEC-4BBE-00F0-A65C-BA0D25EE3936}"/>
          </ac:picMkLst>
        </pc:picChg>
        <pc:picChg chg="add mod">
          <ac:chgData name="Min Wang" userId="40c509f2-6e44-41ac-be95-0b697891d3eb" providerId="ADAL" clId="{1E82F5CA-06CB-5569-B40B-7CFA0163A4AB}" dt="2026-08-20T18:23:00.419" v="158" actId="1076"/>
          <ac:picMkLst>
            <pc:docMk/>
            <pc:sldMk cId="2234404915" sldId="285"/>
            <ac:picMk id="4" creationId="{4B06CFF8-5780-0B33-0D94-9F2A23641587}"/>
          </ac:picMkLst>
        </pc:picChg>
        <pc:picChg chg="add mod">
          <ac:chgData name="Min Wang" userId="40c509f2-6e44-41ac-be95-0b697891d3eb" providerId="ADAL" clId="{1E82F5CA-06CB-5569-B40B-7CFA0163A4AB}" dt="2026-08-20T18:23:12.596" v="160" actId="1076"/>
          <ac:picMkLst>
            <pc:docMk/>
            <pc:sldMk cId="2234404915" sldId="285"/>
            <ac:picMk id="5" creationId="{82EDC41A-E34F-4030-B2E3-83F3AE9F0238}"/>
          </ac:picMkLst>
        </pc:picChg>
        <pc:picChg chg="add mod">
          <ac:chgData name="Min Wang" userId="40c509f2-6e44-41ac-be95-0b697891d3eb" providerId="ADAL" clId="{1E82F5CA-06CB-5569-B40B-7CFA0163A4AB}" dt="2026-08-20T18:23:24.388" v="162" actId="1076"/>
          <ac:picMkLst>
            <pc:docMk/>
            <pc:sldMk cId="2234404915" sldId="285"/>
            <ac:picMk id="6" creationId="{0009F62E-3A0C-2C6C-0B6D-9AA12A8D0785}"/>
          </ac:picMkLst>
        </pc:picChg>
        <pc:inkChg chg="add">
          <ac:chgData name="Min Wang" userId="40c509f2-6e44-41ac-be95-0b697891d3eb" providerId="ADAL" clId="{1E82F5CA-06CB-5569-B40B-7CFA0163A4AB}" dt="2026-08-20T18:23:51.720" v="193" actId="9405"/>
          <ac:inkMkLst>
            <pc:docMk/>
            <pc:sldMk cId="2234404915" sldId="285"/>
            <ac:inkMk id="8" creationId="{796A3A06-ED67-EBC4-55F5-05873343600A}"/>
          </ac:inkMkLst>
        </pc:inkChg>
        <pc:inkChg chg="add">
          <ac:chgData name="Min Wang" userId="40c509f2-6e44-41ac-be95-0b697891d3eb" providerId="ADAL" clId="{1E82F5CA-06CB-5569-B40B-7CFA0163A4AB}" dt="2026-08-20T18:23:52.896" v="194" actId="9405"/>
          <ac:inkMkLst>
            <pc:docMk/>
            <pc:sldMk cId="2234404915" sldId="285"/>
            <ac:inkMk id="9" creationId="{ECA48203-A0F6-04F1-4828-A946708659C7}"/>
          </ac:inkMkLst>
        </pc:inkChg>
      </pc:sldChg>
      <pc:sldChg chg="addSp modSp mod modAnim">
        <pc:chgData name="Min Wang" userId="40c509f2-6e44-41ac-be95-0b697891d3eb" providerId="ADAL" clId="{1E82F5CA-06CB-5569-B40B-7CFA0163A4AB}" dt="2026-08-20T18:24:57.532" v="201"/>
        <pc:sldMkLst>
          <pc:docMk/>
          <pc:sldMk cId="3456000169" sldId="286"/>
        </pc:sldMkLst>
        <pc:picChg chg="add mod">
          <ac:chgData name="Min Wang" userId="40c509f2-6e44-41ac-be95-0b697891d3eb" providerId="ADAL" clId="{1E82F5CA-06CB-5569-B40B-7CFA0163A4AB}" dt="2026-08-20T18:24:32.259" v="196" actId="1076"/>
          <ac:picMkLst>
            <pc:docMk/>
            <pc:sldMk cId="3456000169" sldId="286"/>
            <ac:picMk id="2" creationId="{DE562C12-7675-655A-A196-6223F95B3990}"/>
          </ac:picMkLst>
        </pc:picChg>
        <pc:picChg chg="add mod">
          <ac:chgData name="Min Wang" userId="40c509f2-6e44-41ac-be95-0b697891d3eb" providerId="ADAL" clId="{1E82F5CA-06CB-5569-B40B-7CFA0163A4AB}" dt="2026-08-20T18:24:41.780" v="198" actId="1076"/>
          <ac:picMkLst>
            <pc:docMk/>
            <pc:sldMk cId="3456000169" sldId="286"/>
            <ac:picMk id="3" creationId="{91ED828F-BBB6-074E-7CCA-B6A54267DFDC}"/>
          </ac:picMkLst>
        </pc:picChg>
        <pc:picChg chg="add mod">
          <ac:chgData name="Min Wang" userId="40c509f2-6e44-41ac-be95-0b697891d3eb" providerId="ADAL" clId="{1E82F5CA-06CB-5569-B40B-7CFA0163A4AB}" dt="2026-08-20T18:24:52.519" v="200" actId="1076"/>
          <ac:picMkLst>
            <pc:docMk/>
            <pc:sldMk cId="3456000169" sldId="286"/>
            <ac:picMk id="4" creationId="{C850D085-ABF6-7642-7833-BDEF38B96F18}"/>
          </ac:picMkLst>
        </pc:picChg>
      </pc:sldChg>
      <pc:sldChg chg="addSp delSp modSp mod">
        <pc:chgData name="Min Wang" userId="40c509f2-6e44-41ac-be95-0b697891d3eb" providerId="ADAL" clId="{1E82F5CA-06CB-5569-B40B-7CFA0163A4AB}" dt="2026-08-20T18:27:07.182" v="218" actId="1076"/>
        <pc:sldMkLst>
          <pc:docMk/>
          <pc:sldMk cId="2446072969" sldId="287"/>
        </pc:sldMkLst>
        <pc:spChg chg="add del mod">
          <ac:chgData name="Min Wang" userId="40c509f2-6e44-41ac-be95-0b697891d3eb" providerId="ADAL" clId="{1E82F5CA-06CB-5569-B40B-7CFA0163A4AB}" dt="2026-08-20T18:26:48.539" v="214"/>
          <ac:spMkLst>
            <pc:docMk/>
            <pc:sldMk cId="2446072969" sldId="287"/>
            <ac:spMk id="6" creationId="{8A952C9B-8F0F-FD4F-6E21-36E8C7BCAF49}"/>
          </ac:spMkLst>
        </pc:spChg>
        <pc:picChg chg="add mod">
          <ac:chgData name="Min Wang" userId="40c509f2-6e44-41ac-be95-0b697891d3eb" providerId="ADAL" clId="{1E82F5CA-06CB-5569-B40B-7CFA0163A4AB}" dt="2026-08-20T18:25:35.480" v="203" actId="1076"/>
          <ac:picMkLst>
            <pc:docMk/>
            <pc:sldMk cId="2446072969" sldId="287"/>
            <ac:picMk id="2" creationId="{6714D749-19E2-720A-25FB-0546AC01FC85}"/>
          </ac:picMkLst>
        </pc:picChg>
        <pc:picChg chg="add mod">
          <ac:chgData name="Min Wang" userId="40c509f2-6e44-41ac-be95-0b697891d3eb" providerId="ADAL" clId="{1E82F5CA-06CB-5569-B40B-7CFA0163A4AB}" dt="2026-08-20T18:26:46.421" v="212" actId="1076"/>
          <ac:picMkLst>
            <pc:docMk/>
            <pc:sldMk cId="2446072969" sldId="287"/>
            <ac:picMk id="3" creationId="{5713F350-2003-0916-B06F-A24376C048B8}"/>
          </ac:picMkLst>
        </pc:picChg>
        <pc:picChg chg="add mod">
          <ac:chgData name="Min Wang" userId="40c509f2-6e44-41ac-be95-0b697891d3eb" providerId="ADAL" clId="{1E82F5CA-06CB-5569-B40B-7CFA0163A4AB}" dt="2026-08-20T18:26:46.421" v="212" actId="1076"/>
          <ac:picMkLst>
            <pc:docMk/>
            <pc:sldMk cId="2446072969" sldId="287"/>
            <ac:picMk id="4" creationId="{58DAB19F-8292-A6F0-5A93-F154A10DEB15}"/>
          </ac:picMkLst>
        </pc:picChg>
        <pc:picChg chg="add mod">
          <ac:chgData name="Min Wang" userId="40c509f2-6e44-41ac-be95-0b697891d3eb" providerId="ADAL" clId="{1E82F5CA-06CB-5569-B40B-7CFA0163A4AB}" dt="2026-08-20T18:26:41.213" v="210" actId="1076"/>
          <ac:picMkLst>
            <pc:docMk/>
            <pc:sldMk cId="2446072969" sldId="287"/>
            <ac:picMk id="5" creationId="{061B157E-DADD-45C0-9CC7-A231D696BC5F}"/>
          </ac:picMkLst>
        </pc:picChg>
        <pc:picChg chg="add mod">
          <ac:chgData name="Min Wang" userId="40c509f2-6e44-41ac-be95-0b697891d3eb" providerId="ADAL" clId="{1E82F5CA-06CB-5569-B40B-7CFA0163A4AB}" dt="2026-08-20T18:26:57.517" v="216" actId="1076"/>
          <ac:picMkLst>
            <pc:docMk/>
            <pc:sldMk cId="2446072969" sldId="287"/>
            <ac:picMk id="7" creationId="{62E0FA98-5C37-9BFA-27D5-471BDDAA1FDF}"/>
          </ac:picMkLst>
        </pc:picChg>
        <pc:picChg chg="add mod">
          <ac:chgData name="Min Wang" userId="40c509f2-6e44-41ac-be95-0b697891d3eb" providerId="ADAL" clId="{1E82F5CA-06CB-5569-B40B-7CFA0163A4AB}" dt="2026-08-20T18:27:07.182" v="218" actId="1076"/>
          <ac:picMkLst>
            <pc:docMk/>
            <pc:sldMk cId="2446072969" sldId="287"/>
            <ac:picMk id="8" creationId="{1BDD8E34-330A-5847-A287-18F600A1E035}"/>
          </ac:picMkLst>
        </pc:picChg>
      </pc:sldChg>
      <pc:sldChg chg="addSp modSp mod modAnim">
        <pc:chgData name="Min Wang" userId="40c509f2-6e44-41ac-be95-0b697891d3eb" providerId="ADAL" clId="{1E82F5CA-06CB-5569-B40B-7CFA0163A4AB}" dt="2026-08-20T18:29:55.542" v="233"/>
        <pc:sldMkLst>
          <pc:docMk/>
          <pc:sldMk cId="2573504129" sldId="288"/>
        </pc:sldMkLst>
        <pc:grpChg chg="add mod">
          <ac:chgData name="Min Wang" userId="40c509f2-6e44-41ac-be95-0b697891d3eb" providerId="ADAL" clId="{1E82F5CA-06CB-5569-B40B-7CFA0163A4AB}" dt="2026-08-20T18:28:27.232" v="227" actId="164"/>
          <ac:grpSpMkLst>
            <pc:docMk/>
            <pc:sldMk cId="2573504129" sldId="288"/>
            <ac:grpSpMk id="6" creationId="{8C8C5150-7A97-1224-6516-A8FF1C66BA82}"/>
          </ac:grpSpMkLst>
        </pc:grpChg>
        <pc:grpChg chg="add mod">
          <ac:chgData name="Min Wang" userId="40c509f2-6e44-41ac-be95-0b697891d3eb" providerId="ADAL" clId="{1E82F5CA-06CB-5569-B40B-7CFA0163A4AB}" dt="2026-08-20T18:29:53.298" v="232" actId="164"/>
          <ac:grpSpMkLst>
            <pc:docMk/>
            <pc:sldMk cId="2573504129" sldId="288"/>
            <ac:grpSpMk id="9" creationId="{7447DF93-EA7A-7821-19F6-54AD88FE514E}"/>
          </ac:grpSpMkLst>
        </pc:grpChg>
        <pc:picChg chg="add mod">
          <ac:chgData name="Min Wang" userId="40c509f2-6e44-41ac-be95-0b697891d3eb" providerId="ADAL" clId="{1E82F5CA-06CB-5569-B40B-7CFA0163A4AB}" dt="2026-08-20T18:28:27.232" v="227" actId="164"/>
          <ac:picMkLst>
            <pc:docMk/>
            <pc:sldMk cId="2573504129" sldId="288"/>
            <ac:picMk id="2" creationId="{8AFF9B91-BC42-87CF-BF13-4510E8F4B6DA}"/>
          </ac:picMkLst>
        </pc:picChg>
        <pc:picChg chg="add mod">
          <ac:chgData name="Min Wang" userId="40c509f2-6e44-41ac-be95-0b697891d3eb" providerId="ADAL" clId="{1E82F5CA-06CB-5569-B40B-7CFA0163A4AB}" dt="2026-08-20T18:28:27.232" v="227" actId="164"/>
          <ac:picMkLst>
            <pc:docMk/>
            <pc:sldMk cId="2573504129" sldId="288"/>
            <ac:picMk id="3" creationId="{3F7CB05C-331F-F307-3A0F-C8D9E76076DF}"/>
          </ac:picMkLst>
        </pc:picChg>
        <pc:picChg chg="add mod">
          <ac:chgData name="Min Wang" userId="40c509f2-6e44-41ac-be95-0b697891d3eb" providerId="ADAL" clId="{1E82F5CA-06CB-5569-B40B-7CFA0163A4AB}" dt="2026-08-20T18:28:27.232" v="227" actId="164"/>
          <ac:picMkLst>
            <pc:docMk/>
            <pc:sldMk cId="2573504129" sldId="288"/>
            <ac:picMk id="4" creationId="{B31AC8D3-ECDB-5DE4-266D-02FEAD2654A0}"/>
          </ac:picMkLst>
        </pc:picChg>
        <pc:picChg chg="add mod">
          <ac:chgData name="Min Wang" userId="40c509f2-6e44-41ac-be95-0b697891d3eb" providerId="ADAL" clId="{1E82F5CA-06CB-5569-B40B-7CFA0163A4AB}" dt="2026-08-20T18:28:27.232" v="227" actId="164"/>
          <ac:picMkLst>
            <pc:docMk/>
            <pc:sldMk cId="2573504129" sldId="288"/>
            <ac:picMk id="5" creationId="{49A5ED7A-91DF-0DEC-1E0C-C661067EABA5}"/>
          </ac:picMkLst>
        </pc:picChg>
        <pc:picChg chg="add mod">
          <ac:chgData name="Min Wang" userId="40c509f2-6e44-41ac-be95-0b697891d3eb" providerId="ADAL" clId="{1E82F5CA-06CB-5569-B40B-7CFA0163A4AB}" dt="2026-08-20T18:29:53.298" v="232" actId="164"/>
          <ac:picMkLst>
            <pc:docMk/>
            <pc:sldMk cId="2573504129" sldId="288"/>
            <ac:picMk id="7" creationId="{D53FA17D-C956-DD20-F6CD-4345FC2726A2}"/>
          </ac:picMkLst>
        </pc:picChg>
        <pc:picChg chg="add mod">
          <ac:chgData name="Min Wang" userId="40c509f2-6e44-41ac-be95-0b697891d3eb" providerId="ADAL" clId="{1E82F5CA-06CB-5569-B40B-7CFA0163A4AB}" dt="2026-08-20T18:29:53.298" v="232" actId="164"/>
          <ac:picMkLst>
            <pc:docMk/>
            <pc:sldMk cId="2573504129" sldId="288"/>
            <ac:picMk id="8" creationId="{86CB6F4F-4349-C039-F68F-AC915E855A80}"/>
          </ac:picMkLst>
        </pc:picChg>
      </pc:sldChg>
      <pc:sldChg chg="addSp modSp mod">
        <pc:chgData name="Min Wang" userId="40c509f2-6e44-41ac-be95-0b697891d3eb" providerId="ADAL" clId="{1E82F5CA-06CB-5569-B40B-7CFA0163A4AB}" dt="2026-08-20T18:36:57.011" v="240" actId="1076"/>
        <pc:sldMkLst>
          <pc:docMk/>
          <pc:sldMk cId="2413931334" sldId="289"/>
        </pc:sldMkLst>
        <pc:spChg chg="add mod">
          <ac:chgData name="Min Wang" userId="40c509f2-6e44-41ac-be95-0b697891d3eb" providerId="ADAL" clId="{1E82F5CA-06CB-5569-B40B-7CFA0163A4AB}" dt="2026-08-20T18:30:40.172" v="238" actId="1076"/>
          <ac:spMkLst>
            <pc:docMk/>
            <pc:sldMk cId="2413931334" sldId="289"/>
            <ac:spMk id="3" creationId="{F01CD402-A2BF-9C6B-08C5-BC5F8ACE5257}"/>
          </ac:spMkLst>
        </pc:spChg>
        <pc:picChg chg="add mod">
          <ac:chgData name="Min Wang" userId="40c509f2-6e44-41ac-be95-0b697891d3eb" providerId="ADAL" clId="{1E82F5CA-06CB-5569-B40B-7CFA0163A4AB}" dt="2026-08-20T18:36:57.011" v="240" actId="1076"/>
          <ac:picMkLst>
            <pc:docMk/>
            <pc:sldMk cId="2413931334" sldId="289"/>
            <ac:picMk id="4" creationId="{8EFD67C0-8BE7-D4D6-6067-D67C5B924460}"/>
          </ac:picMkLst>
        </pc:picChg>
      </pc:sldChg>
      <pc:sldChg chg="addSp delSp modSp mod">
        <pc:chgData name="Min Wang" userId="40c509f2-6e44-41ac-be95-0b697891d3eb" providerId="ADAL" clId="{1E82F5CA-06CB-5569-B40B-7CFA0163A4AB}" dt="2026-08-20T18:39:53.526" v="248" actId="9405"/>
        <pc:sldMkLst>
          <pc:docMk/>
          <pc:sldMk cId="745780704" sldId="290"/>
        </pc:sldMkLst>
        <pc:picChg chg="add del mod">
          <ac:chgData name="Min Wang" userId="40c509f2-6e44-41ac-be95-0b697891d3eb" providerId="ADAL" clId="{1E82F5CA-06CB-5569-B40B-7CFA0163A4AB}" dt="2026-08-20T18:39:04.145" v="243" actId="478"/>
          <ac:picMkLst>
            <pc:docMk/>
            <pc:sldMk cId="745780704" sldId="290"/>
            <ac:picMk id="2" creationId="{5E528E22-289A-2F40-F4C5-5CD0E0923127}"/>
          </ac:picMkLst>
        </pc:picChg>
        <pc:picChg chg="add mod">
          <ac:chgData name="Min Wang" userId="40c509f2-6e44-41ac-be95-0b697891d3eb" providerId="ADAL" clId="{1E82F5CA-06CB-5569-B40B-7CFA0163A4AB}" dt="2026-08-20T18:39:07.413" v="245" actId="1076"/>
          <ac:picMkLst>
            <pc:docMk/>
            <pc:sldMk cId="745780704" sldId="290"/>
            <ac:picMk id="3" creationId="{098CA74D-8A92-47C9-2D5D-F5E2320A071C}"/>
          </ac:picMkLst>
        </pc:picChg>
        <pc:inkChg chg="add">
          <ac:chgData name="Min Wang" userId="40c509f2-6e44-41ac-be95-0b697891d3eb" providerId="ADAL" clId="{1E82F5CA-06CB-5569-B40B-7CFA0163A4AB}" dt="2026-08-20T18:39:36.972" v="246" actId="9405"/>
          <ac:inkMkLst>
            <pc:docMk/>
            <pc:sldMk cId="745780704" sldId="290"/>
            <ac:inkMk id="4" creationId="{D481E272-5BFF-0D96-0763-AB8F069F66F1}"/>
          </ac:inkMkLst>
        </pc:inkChg>
        <pc:inkChg chg="add">
          <ac:chgData name="Min Wang" userId="40c509f2-6e44-41ac-be95-0b697891d3eb" providerId="ADAL" clId="{1E82F5CA-06CB-5569-B40B-7CFA0163A4AB}" dt="2026-08-20T18:39:40.535" v="247" actId="9405"/>
          <ac:inkMkLst>
            <pc:docMk/>
            <pc:sldMk cId="745780704" sldId="290"/>
            <ac:inkMk id="5" creationId="{5669689B-611E-EFDC-EE2F-C4A79051C354}"/>
          </ac:inkMkLst>
        </pc:inkChg>
        <pc:inkChg chg="add">
          <ac:chgData name="Min Wang" userId="40c509f2-6e44-41ac-be95-0b697891d3eb" providerId="ADAL" clId="{1E82F5CA-06CB-5569-B40B-7CFA0163A4AB}" dt="2026-08-20T18:39:53.526" v="248" actId="9405"/>
          <ac:inkMkLst>
            <pc:docMk/>
            <pc:sldMk cId="745780704" sldId="290"/>
            <ac:inkMk id="6" creationId="{733B9165-A30B-7D8F-43C8-5293D86757D4}"/>
          </ac:inkMkLst>
        </pc:inkChg>
      </pc:sldChg>
      <pc:sldChg chg="addSp modSp mod">
        <pc:chgData name="Min Wang" userId="40c509f2-6e44-41ac-be95-0b697891d3eb" providerId="ADAL" clId="{1E82F5CA-06CB-5569-B40B-7CFA0163A4AB}" dt="2026-08-20T18:41:25.635" v="256" actId="9405"/>
        <pc:sldMkLst>
          <pc:docMk/>
          <pc:sldMk cId="491182836" sldId="291"/>
        </pc:sldMkLst>
        <pc:picChg chg="add mod">
          <ac:chgData name="Min Wang" userId="40c509f2-6e44-41ac-be95-0b697891d3eb" providerId="ADAL" clId="{1E82F5CA-06CB-5569-B40B-7CFA0163A4AB}" dt="2026-08-20T18:40:47.578" v="250" actId="1076"/>
          <ac:picMkLst>
            <pc:docMk/>
            <pc:sldMk cId="491182836" sldId="291"/>
            <ac:picMk id="2" creationId="{7F9A3D08-08A0-6F15-4B31-F093E8B28D3E}"/>
          </ac:picMkLst>
        </pc:picChg>
        <pc:picChg chg="add mod">
          <ac:chgData name="Min Wang" userId="40c509f2-6e44-41ac-be95-0b697891d3eb" providerId="ADAL" clId="{1E82F5CA-06CB-5569-B40B-7CFA0163A4AB}" dt="2026-08-20T18:41:02.469" v="252" actId="1076"/>
          <ac:picMkLst>
            <pc:docMk/>
            <pc:sldMk cId="491182836" sldId="291"/>
            <ac:picMk id="3" creationId="{5037AA56-A9C9-FD61-EBBF-58FA4667DFA2}"/>
          </ac:picMkLst>
        </pc:picChg>
        <pc:picChg chg="add mod">
          <ac:chgData name="Min Wang" userId="40c509f2-6e44-41ac-be95-0b697891d3eb" providerId="ADAL" clId="{1E82F5CA-06CB-5569-B40B-7CFA0163A4AB}" dt="2026-08-20T18:41:18.090" v="255" actId="1076"/>
          <ac:picMkLst>
            <pc:docMk/>
            <pc:sldMk cId="491182836" sldId="291"/>
            <ac:picMk id="4" creationId="{CE137152-1CB5-B240-B9A9-388B4F21547A}"/>
          </ac:picMkLst>
        </pc:picChg>
        <pc:inkChg chg="add">
          <ac:chgData name="Min Wang" userId="40c509f2-6e44-41ac-be95-0b697891d3eb" providerId="ADAL" clId="{1E82F5CA-06CB-5569-B40B-7CFA0163A4AB}" dt="2026-08-20T18:41:25.635" v="256" actId="9405"/>
          <ac:inkMkLst>
            <pc:docMk/>
            <pc:sldMk cId="491182836" sldId="291"/>
            <ac:inkMk id="5" creationId="{765F3A24-6725-F879-CF3A-AAE94D632747}"/>
          </ac:inkMkLst>
        </pc:inkChg>
      </pc:sldChg>
      <pc:sldChg chg="addSp modSp mod">
        <pc:chgData name="Min Wang" userId="40c509f2-6e44-41ac-be95-0b697891d3eb" providerId="ADAL" clId="{1E82F5CA-06CB-5569-B40B-7CFA0163A4AB}" dt="2026-08-20T18:49:41.770" v="278" actId="1076"/>
        <pc:sldMkLst>
          <pc:docMk/>
          <pc:sldMk cId="3106806840" sldId="292"/>
        </pc:sldMkLst>
        <pc:picChg chg="add mod">
          <ac:chgData name="Min Wang" userId="40c509f2-6e44-41ac-be95-0b697891d3eb" providerId="ADAL" clId="{1E82F5CA-06CB-5569-B40B-7CFA0163A4AB}" dt="2026-08-20T18:49:13.583" v="274" actId="1076"/>
          <ac:picMkLst>
            <pc:docMk/>
            <pc:sldMk cId="3106806840" sldId="292"/>
            <ac:picMk id="2" creationId="{A4CCD047-8DAB-AE1F-6EA3-3DD973DED0E5}"/>
          </ac:picMkLst>
        </pc:picChg>
        <pc:picChg chg="add mod">
          <ac:chgData name="Min Wang" userId="40c509f2-6e44-41ac-be95-0b697891d3eb" providerId="ADAL" clId="{1E82F5CA-06CB-5569-B40B-7CFA0163A4AB}" dt="2026-08-20T18:49:18.633" v="275" actId="1076"/>
          <ac:picMkLst>
            <pc:docMk/>
            <pc:sldMk cId="3106806840" sldId="292"/>
            <ac:picMk id="3" creationId="{71001B1A-97B4-8A1A-8B7F-115B4B509511}"/>
          </ac:picMkLst>
        </pc:picChg>
        <pc:picChg chg="add mod">
          <ac:chgData name="Min Wang" userId="40c509f2-6e44-41ac-be95-0b697891d3eb" providerId="ADAL" clId="{1E82F5CA-06CB-5569-B40B-7CFA0163A4AB}" dt="2026-08-20T18:49:18.633" v="275" actId="1076"/>
          <ac:picMkLst>
            <pc:docMk/>
            <pc:sldMk cId="3106806840" sldId="292"/>
            <ac:picMk id="4" creationId="{04779652-8141-296E-D7BD-D9BCE4933F9C}"/>
          </ac:picMkLst>
        </pc:picChg>
        <pc:picChg chg="add mod">
          <ac:chgData name="Min Wang" userId="40c509f2-6e44-41ac-be95-0b697891d3eb" providerId="ADAL" clId="{1E82F5CA-06CB-5569-B40B-7CFA0163A4AB}" dt="2026-08-20T18:49:18.633" v="275" actId="1076"/>
          <ac:picMkLst>
            <pc:docMk/>
            <pc:sldMk cId="3106806840" sldId="292"/>
            <ac:picMk id="5" creationId="{73B23BF5-7542-A0EC-745F-B0B4CD5942F8}"/>
          </ac:picMkLst>
        </pc:picChg>
        <pc:picChg chg="add mod">
          <ac:chgData name="Min Wang" userId="40c509f2-6e44-41ac-be95-0b697891d3eb" providerId="ADAL" clId="{1E82F5CA-06CB-5569-B40B-7CFA0163A4AB}" dt="2026-08-20T18:49:18.633" v="275" actId="1076"/>
          <ac:picMkLst>
            <pc:docMk/>
            <pc:sldMk cId="3106806840" sldId="292"/>
            <ac:picMk id="6" creationId="{CF77EF54-B4FF-0513-4E5B-5E753E398D12}"/>
          </ac:picMkLst>
        </pc:picChg>
        <pc:picChg chg="add mod">
          <ac:chgData name="Min Wang" userId="40c509f2-6e44-41ac-be95-0b697891d3eb" providerId="ADAL" clId="{1E82F5CA-06CB-5569-B40B-7CFA0163A4AB}" dt="2026-08-20T18:49:27.254" v="276" actId="14100"/>
          <ac:picMkLst>
            <pc:docMk/>
            <pc:sldMk cId="3106806840" sldId="292"/>
            <ac:picMk id="7" creationId="{D7BE2413-AB8D-F7F3-6553-95B441018829}"/>
          </ac:picMkLst>
        </pc:picChg>
        <pc:picChg chg="add mod">
          <ac:chgData name="Min Wang" userId="40c509f2-6e44-41ac-be95-0b697891d3eb" providerId="ADAL" clId="{1E82F5CA-06CB-5569-B40B-7CFA0163A4AB}" dt="2026-08-20T18:49:41.770" v="278" actId="1076"/>
          <ac:picMkLst>
            <pc:docMk/>
            <pc:sldMk cId="3106806840" sldId="292"/>
            <ac:picMk id="8" creationId="{CB07E052-944D-E60A-904F-2DF049E92E9B}"/>
          </ac:picMkLst>
        </pc:picChg>
      </pc:sldChg>
      <pc:sldChg chg="addSp modSp mod modAnim">
        <pc:chgData name="Min Wang" userId="40c509f2-6e44-41ac-be95-0b697891d3eb" providerId="ADAL" clId="{1E82F5CA-06CB-5569-B40B-7CFA0163A4AB}" dt="2026-08-20T18:51:35.673" v="289"/>
        <pc:sldMkLst>
          <pc:docMk/>
          <pc:sldMk cId="2808040340" sldId="293"/>
        </pc:sldMkLst>
        <pc:picChg chg="add mod">
          <ac:chgData name="Min Wang" userId="40c509f2-6e44-41ac-be95-0b697891d3eb" providerId="ADAL" clId="{1E82F5CA-06CB-5569-B40B-7CFA0163A4AB}" dt="2026-08-20T18:50:13.855" v="280" actId="1076"/>
          <ac:picMkLst>
            <pc:docMk/>
            <pc:sldMk cId="2808040340" sldId="293"/>
            <ac:picMk id="2" creationId="{8E8C356D-DE4D-88FE-6B0C-2B059AD84EF2}"/>
          </ac:picMkLst>
        </pc:picChg>
        <pc:picChg chg="add mod">
          <ac:chgData name="Min Wang" userId="40c509f2-6e44-41ac-be95-0b697891d3eb" providerId="ADAL" clId="{1E82F5CA-06CB-5569-B40B-7CFA0163A4AB}" dt="2026-08-20T18:50:27.430" v="282" actId="1076"/>
          <ac:picMkLst>
            <pc:docMk/>
            <pc:sldMk cId="2808040340" sldId="293"/>
            <ac:picMk id="3" creationId="{5E05DBAB-C858-0C60-AB43-9D108C33C9E3}"/>
          </ac:picMkLst>
        </pc:picChg>
        <pc:picChg chg="add mod">
          <ac:chgData name="Min Wang" userId="40c509f2-6e44-41ac-be95-0b697891d3eb" providerId="ADAL" clId="{1E82F5CA-06CB-5569-B40B-7CFA0163A4AB}" dt="2026-08-20T18:51:01.693" v="284" actId="1076"/>
          <ac:picMkLst>
            <pc:docMk/>
            <pc:sldMk cId="2808040340" sldId="293"/>
            <ac:picMk id="4" creationId="{6E4334CA-BE11-D24E-591A-425A726FD1FE}"/>
          </ac:picMkLst>
        </pc:picChg>
        <pc:picChg chg="add mod">
          <ac:chgData name="Min Wang" userId="40c509f2-6e44-41ac-be95-0b697891d3eb" providerId="ADAL" clId="{1E82F5CA-06CB-5569-B40B-7CFA0163A4AB}" dt="2026-08-20T18:51:25.701" v="286" actId="1076"/>
          <ac:picMkLst>
            <pc:docMk/>
            <pc:sldMk cId="2808040340" sldId="293"/>
            <ac:picMk id="5" creationId="{C9358477-E7FD-5FBB-4A6C-B2D59FC1B8DE}"/>
          </ac:picMkLst>
        </pc:picChg>
      </pc:sldChg>
      <pc:sldChg chg="addSp modSp mod modAnim">
        <pc:chgData name="Min Wang" userId="40c509f2-6e44-41ac-be95-0b697891d3eb" providerId="ADAL" clId="{1E82F5CA-06CB-5569-B40B-7CFA0163A4AB}" dt="2026-08-20T18:56:49.485" v="318"/>
        <pc:sldMkLst>
          <pc:docMk/>
          <pc:sldMk cId="2935631756" sldId="294"/>
        </pc:sldMkLst>
        <pc:spChg chg="add mod">
          <ac:chgData name="Min Wang" userId="40c509f2-6e44-41ac-be95-0b697891d3eb" providerId="ADAL" clId="{1E82F5CA-06CB-5569-B40B-7CFA0163A4AB}" dt="2026-08-20T18:54:46.790" v="305" actId="20577"/>
          <ac:spMkLst>
            <pc:docMk/>
            <pc:sldMk cId="2935631756" sldId="294"/>
            <ac:spMk id="5" creationId="{A4BA5D30-5E18-37BD-96A2-94807B58F36D}"/>
          </ac:spMkLst>
        </pc:spChg>
        <pc:picChg chg="add mod">
          <ac:chgData name="Min Wang" userId="40c509f2-6e44-41ac-be95-0b697891d3eb" providerId="ADAL" clId="{1E82F5CA-06CB-5569-B40B-7CFA0163A4AB}" dt="2026-08-20T18:53:22.762" v="291" actId="1076"/>
          <ac:picMkLst>
            <pc:docMk/>
            <pc:sldMk cId="2935631756" sldId="294"/>
            <ac:picMk id="2" creationId="{4A12304A-3C1C-C1F3-9F0D-C7314852B3C7}"/>
          </ac:picMkLst>
        </pc:picChg>
        <pc:picChg chg="add mod">
          <ac:chgData name="Min Wang" userId="40c509f2-6e44-41ac-be95-0b697891d3eb" providerId="ADAL" clId="{1E82F5CA-06CB-5569-B40B-7CFA0163A4AB}" dt="2026-08-20T18:54:01.233" v="293" actId="1076"/>
          <ac:picMkLst>
            <pc:docMk/>
            <pc:sldMk cId="2935631756" sldId="294"/>
            <ac:picMk id="3" creationId="{B613B930-47B2-EB33-E38A-FE6030CE2A8E}"/>
          </ac:picMkLst>
        </pc:picChg>
        <pc:picChg chg="add mod">
          <ac:chgData name="Min Wang" userId="40c509f2-6e44-41ac-be95-0b697891d3eb" providerId="ADAL" clId="{1E82F5CA-06CB-5569-B40B-7CFA0163A4AB}" dt="2026-08-20T18:54:32.509" v="295" actId="1076"/>
          <ac:picMkLst>
            <pc:docMk/>
            <pc:sldMk cId="2935631756" sldId="294"/>
            <ac:picMk id="4" creationId="{86709108-1E91-C50A-F584-9AB3B6F5A1B0}"/>
          </ac:picMkLst>
        </pc:picChg>
        <pc:picChg chg="add mod">
          <ac:chgData name="Min Wang" userId="40c509f2-6e44-41ac-be95-0b697891d3eb" providerId="ADAL" clId="{1E82F5CA-06CB-5569-B40B-7CFA0163A4AB}" dt="2026-08-20T18:55:12.491" v="307" actId="1076"/>
          <ac:picMkLst>
            <pc:docMk/>
            <pc:sldMk cId="2935631756" sldId="294"/>
            <ac:picMk id="6" creationId="{6B6417CF-A3B0-3CC2-B478-68D7AAA4F486}"/>
          </ac:picMkLst>
        </pc:picChg>
        <pc:picChg chg="add mod">
          <ac:chgData name="Min Wang" userId="40c509f2-6e44-41ac-be95-0b697891d3eb" providerId="ADAL" clId="{1E82F5CA-06CB-5569-B40B-7CFA0163A4AB}" dt="2026-08-20T18:55:25.703" v="309" actId="1076"/>
          <ac:picMkLst>
            <pc:docMk/>
            <pc:sldMk cId="2935631756" sldId="294"/>
            <ac:picMk id="7" creationId="{1779170D-E85A-A4ED-DC1B-70E7ACF4F324}"/>
          </ac:picMkLst>
        </pc:picChg>
        <pc:picChg chg="add mod">
          <ac:chgData name="Min Wang" userId="40c509f2-6e44-41ac-be95-0b697891d3eb" providerId="ADAL" clId="{1E82F5CA-06CB-5569-B40B-7CFA0163A4AB}" dt="2026-08-20T18:56:03.024" v="313" actId="1076"/>
          <ac:picMkLst>
            <pc:docMk/>
            <pc:sldMk cId="2935631756" sldId="294"/>
            <ac:picMk id="8" creationId="{A730BB02-D53F-0EF2-0B81-A94C3A05B95B}"/>
          </ac:picMkLst>
        </pc:picChg>
        <pc:picChg chg="add mod">
          <ac:chgData name="Min Wang" userId="40c509f2-6e44-41ac-be95-0b697891d3eb" providerId="ADAL" clId="{1E82F5CA-06CB-5569-B40B-7CFA0163A4AB}" dt="2026-08-20T18:56:24.899" v="315" actId="1076"/>
          <ac:picMkLst>
            <pc:docMk/>
            <pc:sldMk cId="2935631756" sldId="294"/>
            <ac:picMk id="9" creationId="{691FC133-E9FE-E1C2-5976-3B14A042E792}"/>
          </ac:picMkLst>
        </pc:picChg>
        <pc:picChg chg="add mod">
          <ac:chgData name="Min Wang" userId="40c509f2-6e44-41ac-be95-0b697891d3eb" providerId="ADAL" clId="{1E82F5CA-06CB-5569-B40B-7CFA0163A4AB}" dt="2026-08-20T18:56:44.812" v="317" actId="1076"/>
          <ac:picMkLst>
            <pc:docMk/>
            <pc:sldMk cId="2935631756" sldId="294"/>
            <ac:picMk id="10" creationId="{922CAB13-B265-71D8-3CB8-330559E11CE2}"/>
          </ac:picMkLst>
        </pc:picChg>
      </pc:sldChg>
      <pc:sldChg chg="addSp modSp mod">
        <pc:chgData name="Min Wang" userId="40c509f2-6e44-41ac-be95-0b697891d3eb" providerId="ADAL" clId="{1E82F5CA-06CB-5569-B40B-7CFA0163A4AB}" dt="2026-08-20T18:58:35.968" v="331" actId="1076"/>
        <pc:sldMkLst>
          <pc:docMk/>
          <pc:sldMk cId="2728331404" sldId="295"/>
        </pc:sldMkLst>
        <pc:spChg chg="add mod">
          <ac:chgData name="Min Wang" userId="40c509f2-6e44-41ac-be95-0b697891d3eb" providerId="ADAL" clId="{1E82F5CA-06CB-5569-B40B-7CFA0163A4AB}" dt="2026-08-20T18:57:52.410" v="329" actId="1076"/>
          <ac:spMkLst>
            <pc:docMk/>
            <pc:sldMk cId="2728331404" sldId="295"/>
            <ac:spMk id="3" creationId="{6CEEF368-5F9E-AFE2-1233-00346A2F32C8}"/>
          </ac:spMkLst>
        </pc:spChg>
        <pc:picChg chg="add mod">
          <ac:chgData name="Min Wang" userId="40c509f2-6e44-41ac-be95-0b697891d3eb" providerId="ADAL" clId="{1E82F5CA-06CB-5569-B40B-7CFA0163A4AB}" dt="2026-08-20T18:57:35.690" v="320" actId="1076"/>
          <ac:picMkLst>
            <pc:docMk/>
            <pc:sldMk cId="2728331404" sldId="295"/>
            <ac:picMk id="2" creationId="{CA8A5F80-E447-0329-481D-8813BCA0A4F8}"/>
          </ac:picMkLst>
        </pc:picChg>
        <pc:picChg chg="add mod">
          <ac:chgData name="Min Wang" userId="40c509f2-6e44-41ac-be95-0b697891d3eb" providerId="ADAL" clId="{1E82F5CA-06CB-5569-B40B-7CFA0163A4AB}" dt="2026-08-20T18:58:35.968" v="331" actId="1076"/>
          <ac:picMkLst>
            <pc:docMk/>
            <pc:sldMk cId="2728331404" sldId="295"/>
            <ac:picMk id="4" creationId="{9B395683-9ED1-1A3B-55AF-0CFAD480FBED}"/>
          </ac:picMkLst>
        </pc:picChg>
      </pc:sldChg>
      <pc:sldChg chg="addSp delSp modSp mod">
        <pc:chgData name="Min Wang" userId="40c509f2-6e44-41ac-be95-0b697891d3eb" providerId="ADAL" clId="{1E82F5CA-06CB-5569-B40B-7CFA0163A4AB}" dt="2026-08-20T19:02:49.312" v="359" actId="1076"/>
        <pc:sldMkLst>
          <pc:docMk/>
          <pc:sldMk cId="2143505517" sldId="296"/>
        </pc:sldMkLst>
        <pc:spChg chg="add mod">
          <ac:chgData name="Min Wang" userId="40c509f2-6e44-41ac-be95-0b697891d3eb" providerId="ADAL" clId="{1E82F5CA-06CB-5569-B40B-7CFA0163A4AB}" dt="2026-08-20T18:59:53.447" v="339" actId="1076"/>
          <ac:spMkLst>
            <pc:docMk/>
            <pc:sldMk cId="2143505517" sldId="296"/>
            <ac:spMk id="4" creationId="{43545F3B-0BA1-8F1C-AFFF-6A8F15C42678}"/>
          </ac:spMkLst>
        </pc:spChg>
        <pc:picChg chg="add mod">
          <ac:chgData name="Min Wang" userId="40c509f2-6e44-41ac-be95-0b697891d3eb" providerId="ADAL" clId="{1E82F5CA-06CB-5569-B40B-7CFA0163A4AB}" dt="2026-08-20T18:58:56.235" v="333" actId="1076"/>
          <ac:picMkLst>
            <pc:docMk/>
            <pc:sldMk cId="2143505517" sldId="296"/>
            <ac:picMk id="2" creationId="{7C9F9D0E-B12C-2EB7-FFEC-67B346E6E771}"/>
          </ac:picMkLst>
        </pc:picChg>
        <pc:picChg chg="add mod">
          <ac:chgData name="Min Wang" userId="40c509f2-6e44-41ac-be95-0b697891d3eb" providerId="ADAL" clId="{1E82F5CA-06CB-5569-B40B-7CFA0163A4AB}" dt="2026-08-20T18:59:20.371" v="335" actId="1076"/>
          <ac:picMkLst>
            <pc:docMk/>
            <pc:sldMk cId="2143505517" sldId="296"/>
            <ac:picMk id="3" creationId="{BEF6901C-E5FA-4E78-F73C-49A34E0D5569}"/>
          </ac:picMkLst>
        </pc:picChg>
        <pc:picChg chg="add mod">
          <ac:chgData name="Min Wang" userId="40c509f2-6e44-41ac-be95-0b697891d3eb" providerId="ADAL" clId="{1E82F5CA-06CB-5569-B40B-7CFA0163A4AB}" dt="2026-08-20T19:02:34.023" v="354" actId="1076"/>
          <ac:picMkLst>
            <pc:docMk/>
            <pc:sldMk cId="2143505517" sldId="296"/>
            <ac:picMk id="5" creationId="{A0E03D48-3241-98F0-132F-BDD7B98DFE45}"/>
          </ac:picMkLst>
        </pc:picChg>
        <pc:picChg chg="add mod">
          <ac:chgData name="Min Wang" userId="40c509f2-6e44-41ac-be95-0b697891d3eb" providerId="ADAL" clId="{1E82F5CA-06CB-5569-B40B-7CFA0163A4AB}" dt="2026-08-20T19:00:23.150" v="343" actId="1076"/>
          <ac:picMkLst>
            <pc:docMk/>
            <pc:sldMk cId="2143505517" sldId="296"/>
            <ac:picMk id="6" creationId="{8DB78579-38F5-7A09-CB4A-46B1E00C0728}"/>
          </ac:picMkLst>
        </pc:picChg>
        <pc:picChg chg="add mod">
          <ac:chgData name="Min Wang" userId="40c509f2-6e44-41ac-be95-0b697891d3eb" providerId="ADAL" clId="{1E82F5CA-06CB-5569-B40B-7CFA0163A4AB}" dt="2026-08-20T19:02:39.901" v="355" actId="1076"/>
          <ac:picMkLst>
            <pc:docMk/>
            <pc:sldMk cId="2143505517" sldId="296"/>
            <ac:picMk id="7" creationId="{1CE6BF35-524A-C8E2-48AB-91708225C9E7}"/>
          </ac:picMkLst>
        </pc:picChg>
        <pc:picChg chg="add del mod">
          <ac:chgData name="Min Wang" userId="40c509f2-6e44-41ac-be95-0b697891d3eb" providerId="ADAL" clId="{1E82F5CA-06CB-5569-B40B-7CFA0163A4AB}" dt="2026-08-20T19:01:33.076" v="348" actId="478"/>
          <ac:picMkLst>
            <pc:docMk/>
            <pc:sldMk cId="2143505517" sldId="296"/>
            <ac:picMk id="8" creationId="{25C3F640-D8A7-4B9A-4F0E-039F400BC5D8}"/>
          </ac:picMkLst>
        </pc:picChg>
        <pc:picChg chg="add mod">
          <ac:chgData name="Min Wang" userId="40c509f2-6e44-41ac-be95-0b697891d3eb" providerId="ADAL" clId="{1E82F5CA-06CB-5569-B40B-7CFA0163A4AB}" dt="2026-08-20T19:02:42.006" v="356" actId="1076"/>
          <ac:picMkLst>
            <pc:docMk/>
            <pc:sldMk cId="2143505517" sldId="296"/>
            <ac:picMk id="9" creationId="{4B71D0C0-7A1B-ADAE-6EA3-6F5B466A3E52}"/>
          </ac:picMkLst>
        </pc:picChg>
        <pc:picChg chg="add mod">
          <ac:chgData name="Min Wang" userId="40c509f2-6e44-41ac-be95-0b697891d3eb" providerId="ADAL" clId="{1E82F5CA-06CB-5569-B40B-7CFA0163A4AB}" dt="2026-08-20T19:02:44.422" v="357" actId="1076"/>
          <ac:picMkLst>
            <pc:docMk/>
            <pc:sldMk cId="2143505517" sldId="296"/>
            <ac:picMk id="11" creationId="{173AC017-FD09-81A4-12B2-9D03B31044F6}"/>
          </ac:picMkLst>
        </pc:picChg>
        <pc:picChg chg="add mod">
          <ac:chgData name="Min Wang" userId="40c509f2-6e44-41ac-be95-0b697891d3eb" providerId="ADAL" clId="{1E82F5CA-06CB-5569-B40B-7CFA0163A4AB}" dt="2026-08-20T19:02:49.312" v="359" actId="1076"/>
          <ac:picMkLst>
            <pc:docMk/>
            <pc:sldMk cId="2143505517" sldId="296"/>
            <ac:picMk id="12" creationId="{91930183-B4DB-C18C-7229-64EA3B07A80E}"/>
          </ac:picMkLst>
        </pc:picChg>
        <pc:inkChg chg="add">
          <ac:chgData name="Min Wang" userId="40c509f2-6e44-41ac-be95-0b697891d3eb" providerId="ADAL" clId="{1E82F5CA-06CB-5569-B40B-7CFA0163A4AB}" dt="2026-08-20T19:01:46.324" v="351" actId="9405"/>
          <ac:inkMkLst>
            <pc:docMk/>
            <pc:sldMk cId="2143505517" sldId="296"/>
            <ac:inkMk id="10" creationId="{7295A805-7828-79DF-ABCB-2BE87B393DA4}"/>
          </ac:inkMkLst>
        </pc:inkChg>
      </pc:sldChg>
      <pc:sldChg chg="addSp modSp mod">
        <pc:chgData name="Min Wang" userId="40c509f2-6e44-41ac-be95-0b697891d3eb" providerId="ADAL" clId="{1E82F5CA-06CB-5569-B40B-7CFA0163A4AB}" dt="2026-08-20T19:04:03.173" v="365" actId="1076"/>
        <pc:sldMkLst>
          <pc:docMk/>
          <pc:sldMk cId="263787735" sldId="297"/>
        </pc:sldMkLst>
        <pc:picChg chg="add mod">
          <ac:chgData name="Min Wang" userId="40c509f2-6e44-41ac-be95-0b697891d3eb" providerId="ADAL" clId="{1E82F5CA-06CB-5569-B40B-7CFA0163A4AB}" dt="2026-08-20T19:04:03.173" v="365" actId="1076"/>
          <ac:picMkLst>
            <pc:docMk/>
            <pc:sldMk cId="263787735" sldId="297"/>
            <ac:picMk id="2" creationId="{B2D7567A-B2AE-3482-CB59-A2A3B58B2F55}"/>
          </ac:picMkLst>
        </pc:picChg>
        <pc:picChg chg="add mod">
          <ac:chgData name="Min Wang" userId="40c509f2-6e44-41ac-be95-0b697891d3eb" providerId="ADAL" clId="{1E82F5CA-06CB-5569-B40B-7CFA0163A4AB}" dt="2026-08-20T19:04:03.173" v="365" actId="1076"/>
          <ac:picMkLst>
            <pc:docMk/>
            <pc:sldMk cId="263787735" sldId="297"/>
            <ac:picMk id="3" creationId="{3CB6849C-D559-EA79-C694-AC0193B4DBF7}"/>
          </ac:picMkLst>
        </pc:picChg>
      </pc:sldChg>
      <pc:sldChg chg="addSp modSp mod modAnim">
        <pc:chgData name="Min Wang" userId="40c509f2-6e44-41ac-be95-0b697891d3eb" providerId="ADAL" clId="{1E82F5CA-06CB-5569-B40B-7CFA0163A4AB}" dt="2026-08-20T19:09:49.795" v="396"/>
        <pc:sldMkLst>
          <pc:docMk/>
          <pc:sldMk cId="199223247" sldId="298"/>
        </pc:sldMkLst>
        <pc:spChg chg="add mod">
          <ac:chgData name="Min Wang" userId="40c509f2-6e44-41ac-be95-0b697891d3eb" providerId="ADAL" clId="{1E82F5CA-06CB-5569-B40B-7CFA0163A4AB}" dt="2026-08-20T19:05:34.823" v="374" actId="1076"/>
          <ac:spMkLst>
            <pc:docMk/>
            <pc:sldMk cId="199223247" sldId="298"/>
            <ac:spMk id="5" creationId="{D06C4CE2-CCF9-CC57-2B57-AC966E4A3DF7}"/>
          </ac:spMkLst>
        </pc:spChg>
        <pc:grpChg chg="add mod">
          <ac:chgData name="Min Wang" userId="40c509f2-6e44-41ac-be95-0b697891d3eb" providerId="ADAL" clId="{1E82F5CA-06CB-5569-B40B-7CFA0163A4AB}" dt="2026-08-20T19:08:15.549" v="386" actId="164"/>
          <ac:grpSpMkLst>
            <pc:docMk/>
            <pc:sldMk cId="199223247" sldId="298"/>
            <ac:grpSpMk id="8" creationId="{35702C37-8CD9-DC10-2E35-DE3A16F52572}"/>
          </ac:grpSpMkLst>
        </pc:grpChg>
        <pc:grpChg chg="add mod">
          <ac:chgData name="Min Wang" userId="40c509f2-6e44-41ac-be95-0b697891d3eb" providerId="ADAL" clId="{1E82F5CA-06CB-5569-B40B-7CFA0163A4AB}" dt="2026-08-20T19:09:40.836" v="393" actId="164"/>
          <ac:grpSpMkLst>
            <pc:docMk/>
            <pc:sldMk cId="199223247" sldId="298"/>
            <ac:grpSpMk id="12" creationId="{20EDF085-03BB-6862-03AF-7BA4A0DB31A9}"/>
          </ac:grpSpMkLst>
        </pc:grpChg>
        <pc:picChg chg="add mod">
          <ac:chgData name="Min Wang" userId="40c509f2-6e44-41ac-be95-0b697891d3eb" providerId="ADAL" clId="{1E82F5CA-06CB-5569-B40B-7CFA0163A4AB}" dt="2026-08-20T19:04:16.553" v="367" actId="1076"/>
          <ac:picMkLst>
            <pc:docMk/>
            <pc:sldMk cId="199223247" sldId="298"/>
            <ac:picMk id="2" creationId="{07728C98-B743-C39A-8B7B-F0A3A1270308}"/>
          </ac:picMkLst>
        </pc:picChg>
        <pc:picChg chg="add mod">
          <ac:chgData name="Min Wang" userId="40c509f2-6e44-41ac-be95-0b697891d3eb" providerId="ADAL" clId="{1E82F5CA-06CB-5569-B40B-7CFA0163A4AB}" dt="2026-08-20T19:04:57.426" v="369" actId="1076"/>
          <ac:picMkLst>
            <pc:docMk/>
            <pc:sldMk cId="199223247" sldId="298"/>
            <ac:picMk id="3" creationId="{64D39DB2-4AEA-EE2A-0A9F-48EC3275C223}"/>
          </ac:picMkLst>
        </pc:picChg>
        <pc:picChg chg="add mod">
          <ac:chgData name="Min Wang" userId="40c509f2-6e44-41ac-be95-0b697891d3eb" providerId="ADAL" clId="{1E82F5CA-06CB-5569-B40B-7CFA0163A4AB}" dt="2026-08-20T19:05:25.614" v="372" actId="1076"/>
          <ac:picMkLst>
            <pc:docMk/>
            <pc:sldMk cId="199223247" sldId="298"/>
            <ac:picMk id="4" creationId="{E9A39949-EF00-1EED-DCAA-42DB8489CE14}"/>
          </ac:picMkLst>
        </pc:picChg>
        <pc:picChg chg="add mod">
          <ac:chgData name="Min Wang" userId="40c509f2-6e44-41ac-be95-0b697891d3eb" providerId="ADAL" clId="{1E82F5CA-06CB-5569-B40B-7CFA0163A4AB}" dt="2026-08-20T19:08:15.549" v="386" actId="164"/>
          <ac:picMkLst>
            <pc:docMk/>
            <pc:sldMk cId="199223247" sldId="298"/>
            <ac:picMk id="6" creationId="{C4219509-1989-9523-D41E-7BD501404083}"/>
          </ac:picMkLst>
        </pc:picChg>
        <pc:picChg chg="add mod">
          <ac:chgData name="Min Wang" userId="40c509f2-6e44-41ac-be95-0b697891d3eb" providerId="ADAL" clId="{1E82F5CA-06CB-5569-B40B-7CFA0163A4AB}" dt="2026-08-20T19:08:15.549" v="386" actId="164"/>
          <ac:picMkLst>
            <pc:docMk/>
            <pc:sldMk cId="199223247" sldId="298"/>
            <ac:picMk id="7" creationId="{D7D4A333-5C0F-D32C-E867-3261D779BE36}"/>
          </ac:picMkLst>
        </pc:picChg>
        <pc:picChg chg="add mod">
          <ac:chgData name="Min Wang" userId="40c509f2-6e44-41ac-be95-0b697891d3eb" providerId="ADAL" clId="{1E82F5CA-06CB-5569-B40B-7CFA0163A4AB}" dt="2026-08-20T19:09:40.836" v="393" actId="164"/>
          <ac:picMkLst>
            <pc:docMk/>
            <pc:sldMk cId="199223247" sldId="298"/>
            <ac:picMk id="9" creationId="{BEB6DC96-A5B6-709A-9664-D86CD49BB3BB}"/>
          </ac:picMkLst>
        </pc:picChg>
        <pc:picChg chg="add mod">
          <ac:chgData name="Min Wang" userId="40c509f2-6e44-41ac-be95-0b697891d3eb" providerId="ADAL" clId="{1E82F5CA-06CB-5569-B40B-7CFA0163A4AB}" dt="2026-08-20T19:09:40.836" v="393" actId="164"/>
          <ac:picMkLst>
            <pc:docMk/>
            <pc:sldMk cId="199223247" sldId="298"/>
            <ac:picMk id="10" creationId="{0FDCC7C4-96E3-3F10-C475-5D4AE5613D8A}"/>
          </ac:picMkLst>
        </pc:picChg>
        <pc:picChg chg="add mod">
          <ac:chgData name="Min Wang" userId="40c509f2-6e44-41ac-be95-0b697891d3eb" providerId="ADAL" clId="{1E82F5CA-06CB-5569-B40B-7CFA0163A4AB}" dt="2026-08-20T19:09:40.836" v="393" actId="164"/>
          <ac:picMkLst>
            <pc:docMk/>
            <pc:sldMk cId="199223247" sldId="298"/>
            <ac:picMk id="11" creationId="{B9CA2BD4-BC6F-011E-FA10-272AB45FC9C1}"/>
          </ac:picMkLst>
        </pc:picChg>
      </pc:sldChg>
      <pc:sldChg chg="addSp delSp modSp mod">
        <pc:chgData name="Min Wang" userId="40c509f2-6e44-41ac-be95-0b697891d3eb" providerId="ADAL" clId="{1E82F5CA-06CB-5569-B40B-7CFA0163A4AB}" dt="2026-08-20T19:28:25.649" v="425" actId="1076"/>
        <pc:sldMkLst>
          <pc:docMk/>
          <pc:sldMk cId="3752321473" sldId="299"/>
        </pc:sldMkLst>
        <pc:spChg chg="add del mod">
          <ac:chgData name="Min Wang" userId="40c509f2-6e44-41ac-be95-0b697891d3eb" providerId="ADAL" clId="{1E82F5CA-06CB-5569-B40B-7CFA0163A4AB}" dt="2026-08-20T19:08:12.248" v="385"/>
          <ac:spMkLst>
            <pc:docMk/>
            <pc:sldMk cId="3752321473" sldId="299"/>
            <ac:spMk id="2" creationId="{44CB72D1-54D4-E883-75E7-59545A3E711F}"/>
          </ac:spMkLst>
        </pc:spChg>
        <pc:spChg chg="add mod">
          <ac:chgData name="Min Wang" userId="40c509f2-6e44-41ac-be95-0b697891d3eb" providerId="ADAL" clId="{1E82F5CA-06CB-5569-B40B-7CFA0163A4AB}" dt="2026-08-20T19:28:12.758" v="423" actId="1076"/>
          <ac:spMkLst>
            <pc:docMk/>
            <pc:sldMk cId="3752321473" sldId="299"/>
            <ac:spMk id="9" creationId="{D85C1951-BCBF-BF0E-9207-AC290521991B}"/>
          </ac:spMkLst>
        </pc:spChg>
        <pc:spChg chg="add del mod">
          <ac:chgData name="Min Wang" userId="40c509f2-6e44-41ac-be95-0b697891d3eb" providerId="ADAL" clId="{1E82F5CA-06CB-5569-B40B-7CFA0163A4AB}" dt="2026-08-20T19:28:09.706" v="422"/>
          <ac:spMkLst>
            <pc:docMk/>
            <pc:sldMk cId="3752321473" sldId="299"/>
            <ac:spMk id="10" creationId="{32698D4B-EAD9-3479-5272-1F89FAF70AE2}"/>
          </ac:spMkLst>
        </pc:spChg>
        <pc:grpChg chg="add mod">
          <ac:chgData name="Min Wang" userId="40c509f2-6e44-41ac-be95-0b697891d3eb" providerId="ADAL" clId="{1E82F5CA-06CB-5569-B40B-7CFA0163A4AB}" dt="2026-08-20T19:27:03.564" v="409" actId="164"/>
          <ac:grpSpMkLst>
            <pc:docMk/>
            <pc:sldMk cId="3752321473" sldId="299"/>
            <ac:grpSpMk id="7" creationId="{D42138A7-AF01-5B5A-CA06-D9C16CE1F915}"/>
          </ac:grpSpMkLst>
        </pc:grpChg>
        <pc:picChg chg="add mod">
          <ac:chgData name="Min Wang" userId="40c509f2-6e44-41ac-be95-0b697891d3eb" providerId="ADAL" clId="{1E82F5CA-06CB-5569-B40B-7CFA0163A4AB}" dt="2026-08-20T19:10:13.366" v="398" actId="1076"/>
          <ac:picMkLst>
            <pc:docMk/>
            <pc:sldMk cId="3752321473" sldId="299"/>
            <ac:picMk id="3" creationId="{0028BE9B-3E6D-EE5A-715E-AF2430B3B20E}"/>
          </ac:picMkLst>
        </pc:picChg>
        <pc:picChg chg="add mod">
          <ac:chgData name="Min Wang" userId="40c509f2-6e44-41ac-be95-0b697891d3eb" providerId="ADAL" clId="{1E82F5CA-06CB-5569-B40B-7CFA0163A4AB}" dt="2026-08-20T19:27:03.564" v="409" actId="164"/>
          <ac:picMkLst>
            <pc:docMk/>
            <pc:sldMk cId="3752321473" sldId="299"/>
            <ac:picMk id="4" creationId="{363BA362-83EC-02AD-E2C3-1F97668DC8CC}"/>
          </ac:picMkLst>
        </pc:picChg>
        <pc:picChg chg="add mod">
          <ac:chgData name="Min Wang" userId="40c509f2-6e44-41ac-be95-0b697891d3eb" providerId="ADAL" clId="{1E82F5CA-06CB-5569-B40B-7CFA0163A4AB}" dt="2026-08-20T19:27:03.564" v="409" actId="164"/>
          <ac:picMkLst>
            <pc:docMk/>
            <pc:sldMk cId="3752321473" sldId="299"/>
            <ac:picMk id="5" creationId="{8866AEBB-D5E5-7700-F2DA-05D3CCDCD543}"/>
          </ac:picMkLst>
        </pc:picChg>
        <pc:picChg chg="add mod">
          <ac:chgData name="Min Wang" userId="40c509f2-6e44-41ac-be95-0b697891d3eb" providerId="ADAL" clId="{1E82F5CA-06CB-5569-B40B-7CFA0163A4AB}" dt="2026-08-20T19:27:03.564" v="409" actId="164"/>
          <ac:picMkLst>
            <pc:docMk/>
            <pc:sldMk cId="3752321473" sldId="299"/>
            <ac:picMk id="6" creationId="{C2095450-0EE2-1BBA-D7CE-68A653B1EE67}"/>
          </ac:picMkLst>
        </pc:picChg>
        <pc:picChg chg="add mod">
          <ac:chgData name="Min Wang" userId="40c509f2-6e44-41ac-be95-0b697891d3eb" providerId="ADAL" clId="{1E82F5CA-06CB-5569-B40B-7CFA0163A4AB}" dt="2026-08-20T19:28:12.758" v="423" actId="1076"/>
          <ac:picMkLst>
            <pc:docMk/>
            <pc:sldMk cId="3752321473" sldId="299"/>
            <ac:picMk id="8" creationId="{B9C7590E-B38A-8883-533F-442259D0657E}"/>
          </ac:picMkLst>
        </pc:picChg>
        <pc:picChg chg="add mod">
          <ac:chgData name="Min Wang" userId="40c509f2-6e44-41ac-be95-0b697891d3eb" providerId="ADAL" clId="{1E82F5CA-06CB-5569-B40B-7CFA0163A4AB}" dt="2026-08-20T19:28:25.649" v="425" actId="1076"/>
          <ac:picMkLst>
            <pc:docMk/>
            <pc:sldMk cId="3752321473" sldId="299"/>
            <ac:picMk id="11" creationId="{95804DB3-687D-C00A-00A6-2D03668EE151}"/>
          </ac:picMkLst>
        </pc:picChg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2109842116" sldId="301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3423882463" sldId="302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1217668124" sldId="303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3868117470" sldId="304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2926184314" sldId="305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786157728" sldId="306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1546281668" sldId="307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369852119" sldId="308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1925585419" sldId="309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3229620241" sldId="310"/>
        </pc:sldMkLst>
      </pc:sldChg>
      <pc:sldChg chg="del">
        <pc:chgData name="Min Wang" userId="40c509f2-6e44-41ac-be95-0b697891d3eb" providerId="ADAL" clId="{1E82F5CA-06CB-5569-B40B-7CFA0163A4AB}" dt="2026-08-20T19:29:20.839" v="426" actId="2696"/>
        <pc:sldMkLst>
          <pc:docMk/>
          <pc:sldMk cId="1792857859" sldId="31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27:06.1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25,'45'0,"-3"0,-13 0,8 0,5 0,6 0,2 0,-2 0,7 0,-3 0,-1 0,18 0,-24 0,17 0,-25 0,4 0,-3 0,1 0,0 0,-4 0,0 0,-1 0,0 0,3 0,-4 0,-1-2,-3-1,3 0,6 0,0 2,6 1,-1-3,3 0,0-1,-2 2,1 1,-3 1,12 0,-17 0,8 0,-18 0,1 0,1 0,2 0,3 0,3 0,1 0,3 0,1 0,0 0,-6 0,-4 0,0 0,1 0,4 0,1 0,0 0,3 0,5 0,9 0,5 0,-1 0,10 0,-21 2,8 3,-20 1,0 2,-1 0,-4-1,0 2,0-3,0 1,-3-1,-4-2,-4-2,-6 1,1 0,-1 5,1 2,-1 0,-3-1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27:21.7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0,'66'5,"-7"0,-19-5,9 0,7 0,-3 0,1 0,-23 0,2 0,-8 0,2 0,3 0,0 0,3 0,2 0,0 0,2 0,7 0,2 0,1 0,2 0,-2 0,0 0,0 0,-4 0,-2 0,9 0,-14 0,12 0,-12 0,8 0,5 0,5 0,5 0,1 0,4 0,1 0,-5 0,-3 0,-11 0,-6 0,-4 0,-6 0,0 0,0 0,1 0,3 0,1 2,-1 3,1 4,-1 0,3 0,4-1,-9-3,3 3,-11-3,4 1,2 0,1 0,6 3,2-2,0 2,2-3,-3 1,-1-1,-1 0,-3 0,-4-1,-2 0,-3-2,0 2,-4-2,-2 0,-3 0,1-1,0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46:37.4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0,'69'0,"-3"0,-26 0,3 0,5 0,2 0,5 0,5 0,-5 0,-2 0,-4 0,-5 0,-3 0,7 0,-15 0,9 0,8 0,-11 0,18 0,-20 0,9 0,3 0,-2 0,-2 0,-7 0,-5 0,-3 0,-3 0,-2 0,1 0,-1 0,-2 0,0 0,-3 0,2 0,1 0,-1 0,-1 0,4 0,-9 0,6 0,-10 0,4 0,0 0,2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46:53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1 134,'63'0,"-3"0,-19 0,5 0,6 0,2 0,0 0,1 0,4 0,-6 0,-2 0,-2 0,5 0,7 0,-4 0,4 0,2 0,1 0,2 0,-4 0,-1 0,19 0,-24 0,18 0,-27 2,2 2,3 2,-1 1,-1-1,3 0,-2 0,-1 0,2 2,-4-1,-6-1,-3-1,-5-1,3 1,5-1,3 1,-2-2,-1 1,-2-2,-4-1,-1-1,-4 0,12 0,-11 0,11 0,-12 0,1 0,2 0,0 0,4 0,4 0,0 0,7 0,4 0,3 0,-3 0,-2 0,0 0,5 0,8 0,2 0,0 0,-3 0,0 0,-1 0,0 0,-5 0,19 0,-21 0,16 0,-24 0,5 0,-2 0,1 0,-2 0,1 0,-3 0,-1 0,0 0,-5 0,0 0,-5 0,-3-2,-1 0,2-3,1 0,0 0,-3 0,0 2,0-2,-3 2,-1 0,0-2,11 2,-6 0,10-1,-10 2,5-3,3 0,3 2,2 0,-1 2,1 1,3 0,0 0,0 0,-7-1,-5 1,-2 0,1 0,6 0,1 0,3 0,-1 0,5 0,4 0,0 0,1 0,19 0,-25 0,21 0,-26 0,4 0,1 0,-5 0,-2 0,-3 0,-2 0,-2 3,-4-1,-1 1,-3-1,-2-2,-2 0,-1 0,1 0,-3 0,-3 0,-2 0,0 0,2-1,-4-4,8-8,-12 4,4-6,1 8,-4 3,13 0,-7 4,9 0,-6 0,-1 0,-2 0,-1 0,3 0,-3 0,6 0,-10 0,9 0,-7 0,4 0,-2-3,0-3,-1-3,-1-2,1 2,0 0,2 0,0-1,3 2,0 1,1 3,-3 1,5 1,-3 2,3 0,1 0,0 0,2 0,3 0,-2 0,2 0,-1 0,1 0,-3 0,-1 0,-1 0,2 0,2 0,0 0,1-2,-1-1,1 1,-2-3,-1 2,0 1,5 0,-7 2,4 0,-8 0,3 0,0 0,0 0,0 0,-2 0,-3 1,-1 2,1 1,-3 0,4-1,-1-1,-3-2,3 0,-3 0,3 0,0 0,-1 0,0 0,-2 0,2 0,2 0,-4 0,2 0,-2 3,2-2,1 4,-3-2,2-1,-1 0,2-2,1 1,-5 1,4 0,-4 0,7-1,-6-1,3 0,-3 0,2 0,2 0,-1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47:03.9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11,'50'0,"-4"0,-16 0,1 0,8 0,0 0,14 0,-9 0,15 0,-12 0,10 0,15 0,-15 0,21 0,-19 0,4 0,-3 0,-2 0,0 0,-3 0,2 0,-3 0,-1 0,-2 0,-5 0,-1 0,-3 0,3 0,7 0,4 0,5 0,1 0,-4 0,0 0,-3 0,-8 0,-3 0,5-5,-12 4,9-3,-13 4,2 0,3 0,0 0,1 0,3 0,-1 0,4 0,-3 0,-2 0,-6 0,-1 0,1 0,0 0,6 0,1 0,1 0,3 0,0 0,1 0,0 0,-4 0,-4 0,10 0,-19 0,11 0,-18 0,3 0,0 0,2 0,1 0,3 0,3 0,1 0,3 0,2 0,-5 0,0 0,0 0,2 0,3 0,1 0,-2 0,0 0,0 0,-3 0,-1 0,-4 0,15 0,-12 0,17 0,-14 0,5 0,3 0,0 0,-2 0,-3 0,-5 0,-3 0,-3 0,-4 0,-6 0,-3 0,-1 0,4 0,2 0,1 1,-1 2,2-1,-1 0,1-2,-1 0,-3 2,0 1,0-1,-6 2,3-2,-3 3,3 0,0 1,-1-4,0 2,0-2,1 4,2-4,-3 2,6-4,-9 0,5 4,-6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47:24.4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0,'43'0,"-3"0,-21 0,4 0,2 0,-1 0,3 0,2 0,2 0,0 0,1 0,-1 0,-1 0,-2 0,-2 0,-3 0,-1 0,-3 0,6 0,-7 0,6 0,-7 0,3 0,2 0,0 0,0 0,-2 0,-1 0,0 0,0 0,-3 0,0 0,1 0,-4 0,4 0,3 0,-3 0,5 0,-3 0,0 0,0 0,2 0,9 0,-6 0,7 0,-9 0,1 0,1 0,-1 0,0 0,2 0,-2 0,-1 0,2 0,-2 0,2 0,-2 0,-2 0,-2 0,-1 0,-1 0,1 0,-1 0,1 0,0 0,-1 0,0 0,1 0,7 0,-7 0,4 0,-7 0,2 0,3 0,-1 0,1 0,3 0,0 0,1 0,-2 0,-2 0,-1 0,-1 0,1 0,1 0,0 0,3 0,-3 0,0 0,1 0,-1 0,0 0,-2 0,-1 0,6 0,-6 0,8 0,-8 0,3 0,-1 0,1 0,3 0,0 0,1 0,1 0,-2 0,0 0,-1 0,-3 0,1 0,2 0,2 0,1 0,4 0,-2 0,2 0,0 0,-2 0,1 0,4 0,-10 0,6 0,-10 0,-1 0,2 0,-5 0,4 0,-1 0,2 0,2 0,1 0,3 0,3 0,4 0,-3 0,1 0,-3 0,-3 0,-1 0,-5 0,-1 0,-1 0,0 0,2 0,-1 0,-1 2,0 1,7 3,-7-2,6 2,-5-3,-6-1,11 2,-6-3,2 3,-5-4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56:19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56:21.5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58:42.5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0,'48'0,"-7"0,-24 0,3 0,-3 0,-1 0,10 0,-7 0,9 0,-9 0,1 0,3 0,3 0,4 0,3 0,2 0,-2 0,-3 0,-7 0,-6 0,-2 0,2 0,0 0,1 0,1 0,-3 0,5 0,19 0,-7 0,7 0,-17 0,-9 0,-1 0,-3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5:58:44.8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0,'56'0,"-7"0,-13 0,-2 0,-3 0,1 0,-3 0,8 0,1 0,-3 0,-1 0,-2 0,-1 0,3 0,10 0,-15 0,16 0,-18 0,4 0,2 0,-1 0,2 0,0 0,1 0,3 0,0 0,-1 0,-4 0,-4 0,-1 0,2 0,1 0,1 0,2 0,0 0,4 0,1 0,-5 0,0 0,-1 0,7 0,-7 0,3 0,-12 0,-1 0,0 0,-2 0,-1 0,1 0,-1 0,0 0,-1 0,-3 0,2 0,-2 0,2 0,0 0,1 0,4 0,0 0,0 0,3 0,1 0,0 0,1 0,-8 0,4 0,-6 0,2 0,-3 0,-3 0,3 2,-3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07:06.9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0,'67'0,"-7"0,-16 0,-1 0,3 0,0 0,-5 0,-3 0,-4 0,1 0,-3 0,0 0,-4 0,-4 0,3 0,1 0,-1 0,-1 0,4 0,-8 0,7 0,-6 0,3 0,1 0,-3 0,-6 0,-1 0,-3 0,3 0,-1 0,-2 0,2 0,3 0,7 0,4 0,-1 0,-2 0,-2 0,-4 2,-4 1,-3-1,1 5,0-6,4 4,-4-5,3 2,-3 0,-1 1,10 3,-9-5,8 4,-9-5,2 4,0-2,0 2,3-4,-1 0,5 0,2 0,0 0,2 0,-8 0,-2 2,-10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07:12.0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27,'69'0,"-13"0,-4 0,-8 0,6 0,3 0,2 0,17 0,-18 0,12 0,-22 0,4 0,-6 0,1 0,0 0,1 0,12 0,2-3,6 0,1-1,-3 1,-1 3,-6-3,10-1,-17 0,8 1,-20 3,23 0,-16 0,16 0,-23 0,2 0,-5 0,-3 0,-7 0,-6 0,-3 0,5 0,-3 0,3 0,-1 0,-3 0,4 0,-6 0,5 0,-3 0,4 4,-3-3,1 3,-4-2,5 1,-1 0,-1 1,3-1,-5-1,1 1,-2-3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07:20.2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0,'73'0,"-4"0,-32 0,4 0,1 0,0 0,11 0,-2 0,18 0,-13 0,1 0,-17 0,-4 0,-4 0,5 0,-3 0,1 0,-3 0,-4 0,2 0,1 0,3 0,0 0,10 0,-18 0,10 0,-16 0,2 0,-1 0,-1 0,0 0,-3 0,3 0,-1 3,-1 0,-2 0,3 2,-5-1,6 3,-3-1,0 1,-1-1,3 2,2-2,-1-3,0 2,-1-1,-5 0,6 1,-7 0,5-1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07:31.5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0,'63'0,"-5"0,-9 0,-15 0,29 0,-34 0,20 0,-6 0,-5 0,10 0,-14 0,-2 0,-2 0,4 0,-4 0,4 0,-4 0,-3 0,0 0,-1 0,1 0,4 0,0 0,3 0,-11 0,2 2,-14 0,5 1,1 6,0-5,-2 3,0-1,0-1,3 0,0 1,-2-2,-2 1,4 2,-8 1,1 7,-8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07:33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0,'44'0,"0"0,-11 0,4 0,1 0,-3 0,-6 0,20 0,-9 0,23 0,-25 0,2 0,-19 0,-2 0,-4 0,1 0,1 0,-1 0,6 0,-2 0,9 0,-6 2,1 0,-6 3,-3 0,-1-2,1 4,-2-4,1 12,-6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07:46.1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1,'51'0,"-6"0,-7 0,-3 0,2 0,-2 0,19 0,-10 0,12 0,-11 0,-1 0,22 0,-14 0,15 0,-22 0,4 0,-5 0,-1 0,-3 0,-4 0,-2 2,-3 2,-1-1,-1-1,-3-2,0 0,-3 0,3 3,4 0,3 0,7-1,6-1,1-1,3 3,-3 1,-8 2,-3-1,0 0,-15-1,3-1,-15-1,5 5,-8 11,2-3,-10 4,0-11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07:49.4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65,'64'0,"-7"0,25 0,-25 0,-1 0,5 0,-3 0,0 0,-3 0,0 0,3 0,-4 0,12 0,5 0,6 0,3 0,2 0,-12 0,-6 0,0 0,-5 0,5 0,-3 0,-1 0,-2 0,-2 0,0 0,4 0,0 0,17 0,-20 0,9 0,-22 0,2 0,-2 0,-2 0,-5 0,-3 0,1-3,0 0,0-1,-2 1,-1 3,-2 0,2-2,0-1,2 0,2 0,5 0,1-1,1 0,-1-1,-3 1,-4 0,-5 1,2 3,-15 0,5 0,-11 0,7 0,4 0,7 0,6-2,7-2,9 0,3 1,4 3,1 0,-6 0,-2 0,-8 0,-5 0,1 0,-3 0,-3 0,1 0,0 0,1 0,3 0,-1 0,13 0,-12 0,12 0,-16 0,0 0,-5 0,1 2,-2 1,0 0,1 0,-1-3,2 3,3 1,0-1,0 0,-1-3,0 0,2 0,3 0,1 0,0 0,-2 0,-5 0,-4 0,-4 0,0 0,-7 0,0 0,-2 0,0 0,9 0,0 0,3 0,0 0,-3 0,3 0,-2 0,2 0,-2 0,-4 0,8 0,1 0,5 0,-1 0,-1 0,2 0,-3 0,3 0,-4 0,10 0,-13 0,8 0,-15 0,3 0,-1 0,1 0,0 0,0 0,4 0,0 0,0 0,-2 0,-5 0,0 0,-1 0,1 0,2 0,1 0,-2 0,-1 0,-3 0,0 0,0 0,0 0,2 0,-5 0,3 0,1 0,-4 0,8 0,-10 0,8 0,-4 0,-1 0,2 0,-1 0,-3 0,6 0,-2 0,1 0,0 0,-6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10:25.4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1 450,'52'-5,"-2"1,-13 4,5 0,4 0,5 0,4 0,-2 0,-4-2,-7-1,-2 0,-1-3,4 2,0-3,-1 1,1-1,0 0,0 3,-1-2,-4 2,-1 1,12 0,-12 1,11-1,-15 0,4-2,1 1,-3-2,0 0,-5 0,-2 1,2-1,-4 0,1-1,-2 0,-2-1,3 0,3 0,5-1,2 0,2-1,3 0,2 0,4 3,2-3,2 1,20-7,-18 3,17-4,-22 4,5 0,1-1,1 1,-3-1,0 0,-4 3,-1 1,-1 3,-5 3,-2-1,-4 3,4-2,1 1,6 2,0-2,-2-1,-1 1,-3 0,-2 3,-3-1,-5 1,10 0,-16 0,14 0,-15-2,6-1,1 0,0 1,3 1,2-2,3 0,0-1,-1 2,0 1,-4 1,-1 0,-3 0,0 0,5 0,0 0,3 0,5 0,0 0,1 0,-2 0,-3 0,12 0,-13 0,8 0,-15 0,0 0,1 0,-1 0,1 0,0 0,-1 0,4 0,0 0,0 0,-1 0,-6 0,-1 0,0 0,-3 0,3 2,-2 3,-1 1,1 2,0-2,2 0,1 2,2-1,19 5,-9-3,20 5,-11-2,3 1,-1 3,-2 1,0 0,-1-1,-4-2,-1-1,-8-1,-4-2,-2 1,0-1,4 1,5-1,1-1,0 1,0-3,-2 2,-2-3,-2 0,-2 0,3 0,7 4,-6-3,6 3,-10-4,3-1,1 1,7 1,4-4,2 3,3-2,-3-1,-5 0,-2-3,-8 1,-6 2,-4-1,-4 1,2 0,-1 0,-1 0,2 2,-3-2,0 3,0-1,-3-2,2 4,-2-2,-1 2,-4 10,-5-3,-3 5,-1-2,0-6,-6 6,-11-6,1 0,-9-3,-10 0,6-1,-17-2,8-2,-4-3,-2 0,0 0,1 0,-1 0,0 0,-3 0,3 0,1 0,4 0,3 0,1 0,1 0,-11 0,12-2,-11-1,16 0,-4 0,-1 2,-1 1,-1 0,1-1,0 1,2 0,-2 0,1 0,-1 0,3-2,2 0,0-1,-1-2,-6 1,-1 0,0 1,-2 0,3-1,2 1,-1 0,4 3,-12-6,13 5,-9-5,15 4,-4 0,1-1,-1 0,-2 2,2 1,-2 0,-1 0,1 0,1 0,3 0,-3 0,0-3,-4 1,-4-2,-1 1,0 3,-4-1,-1 1,0 0,-2 0,2 0,-18 0,17 0,-19 0,19 0,-9 0,0 0,-2 0,4 0,0 0,-2 0,5 0,-2 0,5 0,0 0,2 0,-1 0,-3 0,-2 0,-6 0,1 0,-2 0,4 0,4 0,6 0,4 0,-11 0,16 0,-12 0,18 0,-3 0,1 0,-2 0,0 0,-2 0,-2 0,-4 0,-3 0,-3 0,0 0,6 0,-4 0,0 0,-6 0,-9 0,-2 0,0 0,0 0,3 0,1 0,5 0,-7 0,21 0,-6 0,20 0,-1 0,1 0,1 0,2 0,3 0,-1 0,1 0,0 0,1 0,1 0,-6 0,5 0,-6 0,3 0,-1 0,-13 2,4 1,-9 0,11-1,-2-2,-7 0,7 0,-7 0,12 0,-2 0,-1 0,-1 0,1 3,3 0,1 0,0-1,0 1,-2 0,1 0,0-1,1 0,3 1,0-1,0 1,0-1,-1 1,-2 0,3 0,3-3,3 2,0 1,-1 0,-4-1,3-2,-2 0,3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11:00.6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447 0,'0'56,"0"-4,0-12,0 2,0 0,0 0,0-4,0 4,0-2,0-2,0-5,0-7,0 0,-4-3,-1-2,-1-3,1-3,1 2,1-5,-1 7,-3-3,-1 3,-2 6,-2 2,0 6,0 3,2-1,1-4,2-4,3-6,2-4,2-2,-1 1,1 4,0 6,0 3,0 3,0 1,0-2,0-5,0-5,0-7,0 5,0-8,0 11,2-7,3-1,11-4,-1-7,4-2,-1-5,-7-2,13-10,-13 7,13-8,-14 11,6-4,-6-9,1-1,-1-12,-3 1,-2-5,1-5,-1-2,-1 1,-1 5,-2 1,-1 4,0 4,0-2,0 3,0-9,0 8,0-5,0 9,0 0,0 3,0 1,0 2,-2 1,-1 0,-3 0,-2 0,2 0,-2-1,2 0,-2-2,-2 1,0-2,-2-4,1-2,-2 0,2 0,-1 3,0 4,1 0,1-2,2 6,1-3,2 7,-1-1,1-1,-1 0,-2-3,2 4,-6 2,0 0,-8 8,4-4,0 4,1 0,3 1,-8 2,6 0,-5 0,3 0,-1 0,1 1,-1 7,4 0,-6 4,6-4,1 0,-3 0,6 4,-2-1,2 6,5-5,-3 4,4-2,-1 4,2-3,1 4,1-4,0 0,0 2,0-2,0 4,0-1,0-4,4 5,-3-4,3 4,-1 1,0-3,0 1,-1-4,-2 1,0 3,0 4,0 7,0 4,3 8,1 2,-1 3,3-1,-3 7,1-17,0 3,-1-20,0-1,-1-2,-1 1,3 1,-3-1,6 6,-4-9,0 4,-1-1,2-5,-2 8,-10-93,5 62,-9-69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13:21.2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0,'0'57,"0"-8,0-23,0 4,0 1,0-1,0-1,0 13,0-11,0 31,0-36,0 16,0-21,0 2,0-2,0-1,0-1,0 1,0 0,0-1,0 3,0 2,0 4,0 1,0-1,0-1,0-5,0-2,0-3,0-3,0 3,4-2,-3 0,3-1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13:21.2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0,'0'57,"0"-1,0-22,0 4,0-4,0-6,0-2,0 1,0-3,0 2,0-1,0-2,0 1,0 0,0-1,0-4,0-2,0 4,0-10,0 8,0-2,0 7,0 8,0 5,0 3,0 7,0 0,0-1,0-5,0-4,0-6,0-6,0-8,0-5,0 4,0 1,0-1,0 2,0-6,0 4,0 6,0-7,0 6,0-10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15:40.1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1 113,'60'0,"-4"0,-24 0,-4 0,8 0,-12 0,13 0,-4 0,1 0,5 0,0 0,2 0,7 0,2 0,4 0,5 0,1 0,5 0,-1 0,28 0,-31 0,20 0,-30 0,2 0,9 0,-2 0,1 0,-1 0,-5 0,1 3,-4 1,-3-1,1 0,-6-3,6 0,0 0,7 0,8 0,4 0,5 0,0 0,2 0,-1 0,4 0,14 0,-28-3,0 0,28-1,-35-1,-5 0,1 2,2-3,-4 2,-4-3,-5 1,-4-1,-1 1,-4 0,-7 0,-4 3,-6 1,-2 0,3-1,-3 0,7 1,0 1,7 1,9-3,7 0,23-3,-18 0,13 3,-29 0,-2 1,-6 2,-6-1,-5 1,1 0,-1 0,3 0,-2-1,-1 0,2-2,0 1,-2-1,4 2,-7 1,6 0,-2 0,10-1,-9 1,6 0,-11 0,1 0,0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16:14.8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1 283,'73'0,"-1"0,-22 0,7 0,1 0,-2 0,40 0,-26 0,26 0,-27 0,-12 0,0 0,-1 0,-8 0,1 0,-4 0,-6 0,3 0,0 2,6 3,6 2,1 2,-2-2,-2-2,-3 1,-4-2,-2-1,-5 0,13-3,-14 0,12 0,-16 0,8 0,1 0,2 0,-1 0,-3 0,-3 0,-2 0,-3-3,-4 0,-2-2,-3 0,1 0,1 0,-1-1,3 0,4 2,0-1,4 1,0 1,1 0,-1 0,10-1,-18-2,10 1,-14 0,4 1,0-2,4 0,-2 0,2 0,0 3,1-3,-1 0,0-3,2-3,-2 3,0 1,-1 0,0 0,3-3,1 1,-2 1,-3 3,2 0,-6-1,0 4,-1 0,-9 3,2 0,4-4,-2 2,13-3,-2 5,5-1,3 1,1 0,0 0,-5 0,-5 0,-8 0,-5 0,-2 0,4 0,5 0,6 0,5 0,4 0,1 0,0 0,0 0,-4 0,2 0,-16 0,1 0,-12 0,8 0,-2 0,7 0,-2 0,1 0,6 0,7-3,5-1,2 0,-1 1,16 3,-22 0,18 0,-22 0,5 0,2 0,-2 0,-1 0,1 0,-3 0,2 0,-4 0,-4 0,0 0,-6 0,-3 2,-2 0,2 1,-4 3,9-4,-4 5,6-4,8 0,-5 1,12-1,-6 0,2 2,1-2,3 1,-1-2,4-2,-3 1,3-1,4 0,0 0,-1 0,1 0,4 0,7 0,6 0,5-3,2-3,0-2,0-2,0-1,1-1,3 1,23-3,-26 7,23-3,-29 4,4-1,-1 2,-1-1,-2 1,1 1,-1 1,0 2,0 1,-2 0,-4 0,-7 0,-6 0,-2 0,-3 0,2 0,-7 0,0 0,-5 0,-2 0,1 0,0 0,12 0,-4 0,11 0,-6 0,6 0,5 0,1 3,-3 0,-1 3,-4 0,0 1,0 3,-8-1,-6 1,-8-3,1-2,0-2,4 2,0-2,-2 3,2 0,1-3,0 0,0-3,-5 0,0 0,8 0,-5 0,7 0,-12 0,-1 0,-2 0,-4 0,0 0,3 0,0 0,3 0,-3 0,-4 0,-1 2,0 1,-1 1,6 3,-9-1,9 1,-9 0,6-1,-3 4,1-3,-1 0,1 3,-3-4,6 6,-5-6,1 0,5 0,-9-3,5 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27:46.0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10,'77'-6,"-7"2,-21 4,-2 0,-3 0,-2 0,8 0,-1 0,-6 0,-7 0,-16 0,14 0,-9 0,9 0,-13 0,0 0,-4 0,-3 0,0 0,1 0,4 0,1 0,0 0,6 0,-9 0,2 0,-5 0,2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27:48.1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1,'43'0,"-5"0,-16 0,0 0,1 0,0 0,0 0,0 0,12 0,-10 0,8 0,-9 0,3 0,6 0,7 0,-1 0,0 0,0 0,-7 0,-1 0,-4 0,-4 0,1 0,-3 0,3 0,-4 0,0 0,-1 0,-1 0,-1 0,0 0,-2 0,2 0,-1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36:57.0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10,'57'-5,"-7"1,-12 4,3 0,12 0,3 0,-4 0,5 0,-4 0,6 0,1 0,2 0,5 0,26 0,-22 0,23 0,-29 0,8 0,0 0,-1 0,-2 0,-4 0,-4 0,-6 0,-6 3,-1 0,-7 1,1 1,-1-2,2 0,7 0,3 0,-2 1,-1 0,-3 1,0-1,-2-1,-6 2,9 5,-19-3,9 6,-13-6,4 3,0 1,3 1,1 0,-2-2,2-1,0 1,-3-1,3 0,-2 0,-4-3,1-3,-3 0,0-3,6 0,1 0,5 0,-3 0,-4 0,0 0,-7 2,0 1,4-1,-13 2,6-2,-9 3,-1 5,2 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6:37:14.3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1,'89'0,"-4"0,-23 0,6 0,2 0,8 0,15 0,-42 0,2 0,8 0,1 0,2 0,-1 0,-9 0,-1 0,38 0,-16 0,2 0,9 0,1 0,-5 0,-5 0,-5 0,-5 0,-6 0,0 0,-2 0,27 0,-27 0,22 0,-28 0,5 0,1 0,-3 0,-1 0,5 0,0 0,4 0,1 0,-6 0,-4 0,-6 0,2 0,4 0,5 0,0 0,0 0,-3 0,-5 0,0 0,-5 0,-4 0,2 0,-4 3,20 2,-16 1,15 1,-22 1,2 2,-1 2,0 0,-4 0,-1 1,-3-1,-4-3,2-1,-5 0,2-3,2 3,2-3,5-1,5 2,2-2,4 0,0-1,1-2,3-1,5 0,15 0,-14 0,10 0,-21 0,4 0,-3 0,2 0,2 0,-2 0,-1 0,-1 0,1 0,0 0,1 0,-5 0,3 0,5 0,2 0,8 0,-1 0,-2 0,-6 0,-11 0,-7 0,-10 0,-7 0,7 0,-8 0,13 0,-3 0,9 0,8 0,2 0,5 0,0 0,-2 0,3 0,-5 0,-4 0,-2 0,-7 0,-3 0,-4 0,-2 0,-3 0,-3 0,-3 0,1 0,0 0,-1 0,7 0,-10 0,7 0,-3 0,4 0,-1 0,3 0,-11 0,-41-31,24 23,-33-23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07:20.4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82,'56'-5,"-5"1,-18 4,-2 0,2 0,5 0,2 0,15 0,7 0,-1 0,3 0,-3 0,-3 0,5 0,-3 0,16 0,-19 0,10 0,-22 0,1 0,-2 0,-4 0,-5 0,-4 0,1 0,-2 0,-3 0,-2 0,-5 0,0 0,-1 0,1 0,5 0,-1 0,2-5,1-1,-2-1,1 2,-2 4,-1 0,7 1,-8-2,7 0,-9-1,5 0,1 2,4 1,3 0,-2 0,-1 0,1-1,-4 1,0 0,-4 0,-6-1,-1-2,0 0,4 1,3 0,-3 2,0-3,0 0,0 0,1 1,-2 1,1 1,7 0,-5 0,7 0,-9 0,2 0,1 0,0 0,3-3,1 0,0 0,0 0,-1 2,1 1,2 0,-2 0,-1 0,0 0,1 0,2 0,1 0,1 0,-1 0,1 0,-4 0,0 0,-7 0,5 0,-11 0,5 0,-5 0,1 0,7 0,-2 0,4 0,-5 0,-2 0,-4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07:28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0 128,'59'0,"-6"0,-4 0,-8 0,47 0,-33 0,1 0,3 0,34 0,-43 0,1 0,0 0,-1 0,25 0,9 0,-3 0,-13 0,-8 0,-6 0,-1 0,2 0,0 0,-3 0,1 0,2 0,0 0,-3 0,-3-6,19-2,-20-1,22 0,-25 3,4-2,1 0,-1-1,-2 2,-1 0,-2 0,-2 1,0-1,-5 3,-3-1,-5 2,-1 0,1-2,8 2,4 0,1 0,3 3,-2-1,3 1,1 0,-5 0,3 0,9 0,-15 0,9 0,-18 0,3 0,4 0,1 0,0 0,0 0,0 0,-3 0,-2 0,-3 0,-4 0,-1 0,-2 0,0 0,4 0,-1 0,4 0,0 0,-2 0,3 0,-4 0,3 0,0 0,4 0,-9 0,7 0,-9 0,3 0,0 0,-2 0,14 0,-11 0,14 0,-14 0,0 0,-1 0,-3 0,3 0,1 0,0 0,3 0,-5 0,0 0,-2 0,-5 0,1 0,3 0,-5 0,5 0,-5 0,0 0,0 0,0 0,-3 0,2 0,-2 0,8 4,-5-3,1 3,1-4,-6 0,8 0,-8 0,2 0,3 4,-6-3,11 3,-4-4,6 0,11 0,21 0,6 0,17 0,-15 0,0 0,-12 0,2 0,-7 0,-4 0,-6 0,-3 0,-4 0,-3 0,-1 0,-4 0,7 0,-8 0,5 0,-10 0,2 0,-1 0,1 0,1 0,0 3,3-1,3 1,0 2,4-1,-1 1,-3 0,2 1,-1 1,3 1,0 2,-2 1,-1 1,-3 0,-3-1,-3 0,-2-2,-2-2,3-1,-4-1,4 0,-2-2,1-2,3-1,-3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12:55.4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1 212,'0'51,"0"-2,0-22,0 3,0 0,0 1,5 13,6-5,4 6,10-10,-9-14,7 3,-7-9,2 3,1-1,1-2,2 0,1-3,0-1,0 1,0-3,-1-3,-2-3,2 0,3 0,3-1,7-1,2 0,2-1,5 0,3 0,4 0,3 0,1 0,7 0,-17-2,6-1,-18-3,0 1,-5 1,-6-2,-6 3,-2-2,0-7,-5 0,1-6,-7 2,1-3,-1-4,0-6,-1-5,-1-3,-1 0,0-2,-5 1,-6 3,-7 4,-8 0,-5 2,-16-7,7 10,-12-4,15 11,-4-1,3 1,-1 0,1 2,2 1,5 1,0 2,4 1,-3 0,3 2,1-1,0 1,0 2,-3 1,-1 3,-1 3,3 0,-2 1,2 0,0 0,2 0,3 2,0 7,7-1,0 5,9-4,-4 2,-4 4,2-5,-4 2,3-7,-1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12:57.8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52,'22'33,"-2"-5,-12-18,0-2,4 9,-4-10,6 10,-1-9,-2 3,7 0,-6-1,3 0,-2 0,0 1,4-2,-4 0,0 0,0 1,-1-2,10 2,-8-4,5 1,-3-1,-3-1,4-2,-2 1,1-1,3 0,-2-1,4-1,-4-1,0 0,0 0,-1 0,4 0,7 0,-3 0,6 0,-9 0,0 0,-4 0,1-2,-4-2,2-2,-1-1,1-1,1 0,-3-3,-2 1,-3-1,5-6,-6 4,4-6,-6 5,-2 0,-1-9,-3 9,0-7,0 7,0-1,0-4,0 4,-2-4,-3 7,-7-3,-2 5,-1 3,0 2,2 2,-6 3,-3-1,-5 1,-2 0,-2 0,0 0,4 0,-7-1,12 1,-9 0,7 0,-2 0,0 2,2 1,0 0,3 1,1 0,3 1,0 0,0 0,4 0,-3 1,2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23:51.7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23:52.8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39:36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0 240,'54'0,"-3"0,-24 0,3 0,3 0,2 0,16 0,-1 0,15 0,-14 0,4 0,-10 0,3 0,-1 0,0 0,0 0,-5 0,-2 0,-7 0,-1 0,0 0,1 0,4 0,0-2,5-1,1-1,3 1,4 3,1-1,0 1,16 0,10 0,-9 0,8 0,-26 0,1 0,0 0,0 0,1 0,0 0,-3 0,0 0,-7 0,1 0,-4 0,-1 0,5-2,0-1,0-1,-1 1,-3 2,-4 1,0 0,-1 0,6-2,-8-1,6 0,-8 0,1 2,-1-2,0 0,-2 0,0 0,1 3,-1-1,-2 1,0 0,-6 0,0 0,-1 0,1 0,2 0,-1 0,-1 0,3 0,1 0,3 0,2 0,1 0,17 0,-14 0,12 0,-16 0,8 0,1 0,0 0,0 0,-3 0,3 0,0 0,0 0,-4 0,-5 0,-1 0,1 0,1 0,3 0,0 0,2 0,-1 0,0 0,1 0,0 0,3 0,14 0,-13 0,13 0,-15 0,5 0,0 0,4 0,0 0,-2 0,2 0,-3 0,3 0,-1 0,-5 0,-1 0,-4 0,5 0,2 0,1 0,3 0,-3 0,1-2,1-2,-1 1,-2 0,18 3,-22 0,17 0,-22-3,4 1,1-2,0 1,0 3,0-1,0 1,0 0,0 0,-1 0,-4 0,-1 0,0 0,1 0,7-3,2 0,-1-1,1 1,-3 3,-3-1,-1 1,-4 0,9 0,-11 0,10 0,-15 0,4 0,-1 0,1 0,1 0,-2 0,3 0,1 0,-1 0,3 0,-2 0,-2 0,-1 0,1 0,7 0,6 0,0-2,3-4,2-1,0-2,3-1,-4 3,0-3,11-2,-13 7,12-3,-19 6,7-1,2-1,4 1,5 3,0-1,0 1,0 0,-1-3,-6-1,-4 1,-6 0,-1 3,1-3,0 0,-1-2,-3-1,1 3,-3-2,2 1,0 1,13-5,-8 6,36-3,-32 5,24 0,-25 0,2 0,-3 0,-2 0,0 0,0 0,-2 0,-3 0,-5 0,-4 0,0 0,2 0,4 0,-1 0,-2 0,-1 0,-3 0,-3 0,-1 0,-1 0,7 0,-7 0,5 0,-10 0,2 0,4 0,-3 0,2 0,-5 2,3 1,-2 1,0 0,2-1,-2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39:40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41,'66'0,"-6"0,-26 0,-1 0,0 0,0 0,24 0,-15 0,34 0,-18 0,6 0,-5 0,-13 0,4 0,0 0,4 0,-6 0,-2 0,1 0,1 0,5 0,2 0,0 0,1 0,-1 0,0 0,5 0,-1-6,1-1,1-1,18 3,-16 2,21 0,-26-1,3 1,-5 3,-4-1,-5 1,-3 0,-2 0,-5 0,-3 0,-6 0,1 0,-3 0,4 0,1 0,-3 0,3 0,-4 0,1 0,-2 0,-3 0,7 0,-8 0,7 0,-8 0,1 0,-2 0,0 0,0 0,-2 0,2 0,-1 0,1 0,6 2,-2 2,-1 1,2 0,-2-2,6 1,0 0,1-1,1 0,-3 0,2 0,1 0,0 2,14-2,-10 2,13 1,-11-3,7 2,-2-1,5 3,3-1,-3 1,4 0,-5-4,1 3,2-2,-7-1,1 2,-1-2,-1 3,7 0,-1-2,0 2,0-2,-7-1,-1 0,-8-2,-3-1,5 1,-10 2,5-1,-8 1,3-2,-1-1,-1 1,2-1,1 0,0 0,6 0,0 0,3 0,0 0,2 0,0 0,5 0,7 0,4 0,-1 0,1 0,0 0,1 0,4 0,-6 0,16 0,-24 0,12 0,-21 0,4 0,0 0,-1 0,-5 0,-6 0,-6 0,-5 0,2 0,-2 0,5 0,0 0,5 0,2 0,7 0,5 0,3 0,21 0,-21 0,14-3,-21 0,0 0,-3 0,-3 3,-6-1,-4 1,-4 0,2 0,-2-1,5 1,-5 0,4 0,-1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39:53.5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87,'56'0,"-3"0,-19 0,17 0,7 0,11 0,2 0,-17 0,1 0,-13 0,1 0,-2-3,-4-1,-4 1,-1 0,-1 3,3 0,0-2,0-1,0 0,1-2,3 1,1-2,-2 0,4-1,7-1,-9 2,4 0,-14 1,2 1,-3 0,-1 1,-5 2,-4 1,-2 0,-2 0,7 0,-5-1,1 1,-1 0,-1 0,5 0,3 0,-2 0,0 0,18 0,-12 0,10 0,-17 0,-7 0,3 0,1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8:41:25.6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19:01:46.3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 0,'-5'45,"1"-5,4-21,0 1,0 3,0-1,0 0,0 11,0-12,0 8,0-16,0 2,2 4,1-2,0 4,3-2,-3-4,4 4,-3-5,1 1,0 3,0-6,1 9,-1-10,0 4,1 2,0-5,0 5,1-2,1-4,2 8,-2-7,-3 3,2 3,-4-5,4 7,-2-5,0 1,-1-2,1 2,-2-2,0 3,0 0,-1-1,1 0,0 0,1 2,-1-5,0 7,-1-4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7250-0735-1FB1-3099-317EC2CE6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A08BE-4644-1536-656D-190B22F17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089AC-8268-86BA-34F3-03C73329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BBF3D-FD1A-0ABE-228F-7A9982DE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AC6E7-1F46-C9CA-53CF-83E42871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5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D683-9F1C-39AB-733E-B768EB16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36B7E-8920-BB3D-9E50-F932C51B0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AEF34-3EB2-74A3-F533-9E64C36F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DD1F-504A-704D-DEAC-CBB8FF22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8BE90-00CE-4613-F827-FB0F99AD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8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0034-B2F9-C056-2725-4673940C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7EF78-7D73-A3E7-0ACD-877F231C2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37FA7-96BF-E25E-C06D-BE1608B1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643FD-950E-CFEC-5AF3-7B52E098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D386B-B0E5-66C3-BFBA-40ED800A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C362-495D-7E24-8B87-603BAF87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CCC8-2C91-5D61-E5D3-39B334AC8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E54B1-06C7-D00A-57D9-55DA7E6AA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FE438-2BC2-F2C8-AC3C-519958BF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1D2F0-73F5-BA1C-0FA3-7C5FCE32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DF82B-1B4E-DD49-2893-F1551CC0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0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4FC0-9C4A-D4B3-EF10-250F384D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05341-897A-0D06-958B-38F816894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C384A-5A47-2BE1-1B33-15D0E0BF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8CAB9-CA49-AE5C-6E79-87949B93B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7B86F-B82F-F329-352D-CCB2699FB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27963-B17A-598B-7388-0A21800D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C6F6B-C241-CD6F-E003-2B2FB9C9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EDF8-4A62-4701-D521-471DD8BF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5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174B-82DA-86FC-0C93-6CAFE761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65AC7-DA65-F6AE-B4A1-61A0A5AE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C5C36-B695-CC4C-66A6-709B9A01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807C5-3309-DE88-B1AA-5FD371A3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1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3BED6-BF66-D6C5-9B0C-7DBB2D0C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39A17-4CB8-60E8-9C3A-0189AB51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F56C4-D09A-5CC8-AFDA-FF3DD9C8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2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2AC1-FE6F-BC3D-CBC1-AF9D65E4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71B1C-443E-0B9F-027C-9A61BC12F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155C8-580C-FFDB-F186-E55276A87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A29B7-9D4F-C10E-1FBC-B8EE7E8D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A948A-0A8D-1EC3-7A44-BAA9CBF8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02042-D9DE-B184-49BA-71610FEF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3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2F0D-D714-07FD-B168-9BC80F15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86379-6254-D74B-2E8F-CE84E2C5D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379B6-3C38-1920-816A-85846E82B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569AE-A386-038A-B3B8-607DB460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61B7B-902F-C400-DDC1-4138173E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CC336-9A00-B0D1-56F4-9657DC27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4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C8AC-DAA5-18E9-1326-2535B915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DD5A8-A962-C9A4-E3C2-BEC61F945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DAD50-A5DB-E697-31CD-27C5AFF1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7269-7B03-FB4A-81D2-A59EE7CD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90E-1592-9C67-6CD0-8E4476C1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C7D17-A6E7-5B28-35F3-CC5ABB1DA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FD86B-4DEE-304D-71B0-149BC12B8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99A8-2CA7-64E1-3F33-D8DF6BB4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43CAC-15C6-5D3B-10CA-74132C61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3D507-B1CC-D815-00EE-9124118F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1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4B5EC-00F7-A907-0299-48F88FBD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663E-0544-A41F-37C4-1804158EE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332C9-991F-E71A-5B1E-F3B0048BF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77AAE-2F44-5C47-B387-1EEC3C22D17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C1EB-C445-D984-266A-0EAE0EF0D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B98E-5C6D-C441-D656-7A88F7F84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5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customXml" Target="../ink/ink4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customXml" Target="../ink/ink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22.png"/><Relationship Id="rId10" Type="http://schemas.openxmlformats.org/officeDocument/2006/relationships/image" Target="../media/image24.png"/><Relationship Id="rId4" Type="http://schemas.openxmlformats.org/officeDocument/2006/relationships/customXml" Target="../ink/ink7.xml"/><Relationship Id="rId9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customXml" Target="../ink/ink15.xml"/><Relationship Id="rId18" Type="http://schemas.openxmlformats.org/officeDocument/2006/relationships/image" Target="../media/image40.png"/><Relationship Id="rId3" Type="http://schemas.openxmlformats.org/officeDocument/2006/relationships/image" Target="../media/image28.png"/><Relationship Id="rId21" Type="http://schemas.openxmlformats.org/officeDocument/2006/relationships/image" Target="../media/image41.png"/><Relationship Id="rId7" Type="http://schemas.openxmlformats.org/officeDocument/2006/relationships/customXml" Target="../ink/ink12.xml"/><Relationship Id="rId12" Type="http://schemas.openxmlformats.org/officeDocument/2006/relationships/image" Target="../media/image37.png"/><Relationship Id="rId17" Type="http://schemas.openxmlformats.org/officeDocument/2006/relationships/customXml" Target="../ink/ink17.xml"/><Relationship Id="rId2" Type="http://schemas.openxmlformats.org/officeDocument/2006/relationships/image" Target="../media/image32.png"/><Relationship Id="rId16" Type="http://schemas.openxmlformats.org/officeDocument/2006/relationships/image" Target="../media/image39.png"/><Relationship Id="rId20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10" Type="http://schemas.openxmlformats.org/officeDocument/2006/relationships/image" Target="../media/image36.png"/><Relationship Id="rId19" Type="http://schemas.openxmlformats.org/officeDocument/2006/relationships/image" Target="../media/image26.png"/><Relationship Id="rId4" Type="http://schemas.openxmlformats.org/officeDocument/2006/relationships/image" Target="../media/image33.png"/><Relationship Id="rId9" Type="http://schemas.openxmlformats.org/officeDocument/2006/relationships/customXml" Target="../ink/ink13.xml"/><Relationship Id="rId1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customXml" Target="../ink/ink20.xml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customXml" Target="../ink/ink21.xml"/><Relationship Id="rId10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7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customXml" Target="../ink/ink23.xml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customXml" Target="../ink/ink25.xml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77.png"/><Relationship Id="rId4" Type="http://schemas.openxmlformats.org/officeDocument/2006/relationships/customXml" Target="../ink/ink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5" Type="http://schemas.openxmlformats.org/officeDocument/2006/relationships/image" Target="../media/image94.png"/><Relationship Id="rId4" Type="http://schemas.openxmlformats.org/officeDocument/2006/relationships/customXml" Target="../ink/ink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9" Type="http://schemas.openxmlformats.org/officeDocument/2006/relationships/image" Target="../media/image10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3" Type="http://schemas.openxmlformats.org/officeDocument/2006/relationships/image" Target="../media/image110.png"/><Relationship Id="rId7" Type="http://schemas.openxmlformats.org/officeDocument/2006/relationships/image" Target="../media/image22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customXml" Target="../ink/ink34.xml"/><Relationship Id="rId7" Type="http://schemas.openxmlformats.org/officeDocument/2006/relationships/customXml" Target="../ink/ink36.xml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customXml" Target="../ink/ink35.xml"/><Relationship Id="rId4" Type="http://schemas.openxmlformats.org/officeDocument/2006/relationships/image" Target="../media/image1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37.xml"/><Relationship Id="rId4" Type="http://schemas.openxmlformats.org/officeDocument/2006/relationships/image" Target="../media/image13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5.png"/><Relationship Id="rId5" Type="http://schemas.openxmlformats.org/officeDocument/2006/relationships/image" Target="../media/image160.png"/><Relationship Id="rId10" Type="http://schemas.openxmlformats.org/officeDocument/2006/relationships/image" Target="../media/image164.png"/><Relationship Id="rId4" Type="http://schemas.openxmlformats.org/officeDocument/2006/relationships/image" Target="../media/image159.png"/><Relationship Id="rId9" Type="http://schemas.openxmlformats.org/officeDocument/2006/relationships/image" Target="../media/image1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9.png"/><Relationship Id="rId7" Type="http://schemas.openxmlformats.org/officeDocument/2006/relationships/image" Target="../media/image172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50.png"/><Relationship Id="rId9" Type="http://schemas.openxmlformats.org/officeDocument/2006/relationships/image" Target="../media/image17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ED06-E9C4-21C5-C760-6FE50ADBC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Heat Equation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D7F37-9B7E-7196-5D90-A888B84CF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039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595C97-CF76-0D49-EFB6-FBDF6426E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47" y="428752"/>
            <a:ext cx="7772400" cy="2211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4305DB-9762-16D9-9EC2-E7E3DABE4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147" y="286904"/>
            <a:ext cx="6007098" cy="52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5197E5-63B4-4EA4-4D23-1A7455BA1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47" y="3221141"/>
            <a:ext cx="7772400" cy="199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2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B8B0-CBCB-E0A7-673F-9693723E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71A74A-A6F9-C003-0D80-B4370E29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45" y="927131"/>
            <a:ext cx="7772400" cy="22605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B2A313-D0F7-FEA9-388A-922D58E88037}"/>
                  </a:ext>
                </a:extLst>
              </p14:cNvPr>
              <p14:cNvContentPartPr/>
              <p14:nvPr/>
            </p14:nvContentPartPr>
            <p14:xfrm>
              <a:off x="2550022" y="2005255"/>
              <a:ext cx="1118880" cy="41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B2A313-D0F7-FEA9-388A-922D58E880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6382" y="1897255"/>
                <a:ext cx="12265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F1F093-6852-6A8E-E5C5-F375F2E17CB5}"/>
                  </a:ext>
                </a:extLst>
              </p14:cNvPr>
              <p14:cNvContentPartPr/>
              <p14:nvPr/>
            </p14:nvContentPartPr>
            <p14:xfrm>
              <a:off x="2575942" y="3017575"/>
              <a:ext cx="1061640" cy="63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F1F093-6852-6A8E-E5C5-F375F2E17C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2302" y="2909575"/>
                <a:ext cx="1169280" cy="27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681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9141-EAD9-6AE2-49DF-4D240D22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AB9877-9729-9F35-DF2E-F9A5BAD0523D}"/>
              </a:ext>
            </a:extLst>
          </p:cNvPr>
          <p:cNvSpPr txBox="1"/>
          <p:nvPr/>
        </p:nvSpPr>
        <p:spPr>
          <a:xfrm>
            <a:off x="1287780" y="248335"/>
            <a:ext cx="7581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Derivation of the Conduction of Heat in a One-Dimensional Rod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F2EAB6-F8E4-FD66-7638-C5E4E54180E8}"/>
              </a:ext>
            </a:extLst>
          </p:cNvPr>
          <p:cNvGrpSpPr/>
          <p:nvPr/>
        </p:nvGrpSpPr>
        <p:grpSpPr>
          <a:xfrm>
            <a:off x="1287780" y="557120"/>
            <a:ext cx="7931033" cy="1855033"/>
            <a:chOff x="1936867" y="1954082"/>
            <a:chExt cx="7931033" cy="18550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24509E9-D736-CB9B-39FF-8E398447B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5500" y="2248784"/>
              <a:ext cx="7772400" cy="156033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15B8D02-F5F0-3B92-5D85-D1DBE4A3A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6867" y="1954082"/>
              <a:ext cx="4159133" cy="617667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352978B-D347-7BA5-6D2C-84C198584972}"/>
              </a:ext>
            </a:extLst>
          </p:cNvPr>
          <p:cNvSpPr txBox="1"/>
          <p:nvPr/>
        </p:nvSpPr>
        <p:spPr>
          <a:xfrm>
            <a:off x="1403551" y="86600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Thermal energy density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800277-3F7E-8CE9-5F74-D90348F74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80" y="2412153"/>
            <a:ext cx="7772400" cy="3781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58D0BDE-A271-CC1F-7603-C17377A0BED9}"/>
                  </a:ext>
                </a:extLst>
              </p14:cNvPr>
              <p14:cNvContentPartPr/>
              <p14:nvPr/>
            </p14:nvContentPartPr>
            <p14:xfrm>
              <a:off x="4763070" y="2634660"/>
              <a:ext cx="594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58D0BDE-A271-CC1F-7603-C17377A0BE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09430" y="2526660"/>
                <a:ext cx="702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66852A1-75E9-191D-8021-EC9087E3B7AD}"/>
                  </a:ext>
                </a:extLst>
              </p14:cNvPr>
              <p14:cNvContentPartPr/>
              <p14:nvPr/>
            </p14:nvContentPartPr>
            <p14:xfrm>
              <a:off x="5315310" y="2892420"/>
              <a:ext cx="3055680" cy="83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66852A1-75E9-191D-8021-EC9087E3B7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61670" y="2784780"/>
                <a:ext cx="31633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3EBE6D8-0BD6-D354-B089-C16D068131F6}"/>
                  </a:ext>
                </a:extLst>
              </p14:cNvPr>
              <p14:cNvContentPartPr/>
              <p14:nvPr/>
            </p14:nvContentPartPr>
            <p14:xfrm>
              <a:off x="6968070" y="3291300"/>
              <a:ext cx="1750680" cy="24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3EBE6D8-0BD6-D354-B089-C16D068131F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14070" y="3183660"/>
                <a:ext cx="18583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823517B-D47B-6517-1E36-1D2E04422830}"/>
                  </a:ext>
                </a:extLst>
              </p14:cNvPr>
              <p14:cNvContentPartPr/>
              <p14:nvPr/>
            </p14:nvContentPartPr>
            <p14:xfrm>
              <a:off x="5488470" y="2626380"/>
              <a:ext cx="1184400" cy="12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823517B-D47B-6517-1E36-1D2E0442283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34470" y="2518380"/>
                <a:ext cx="1292040" cy="2286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FAE7834D-B71C-6CD5-7631-80354AB38C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5950" y="6267445"/>
            <a:ext cx="71628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4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D1880-728B-347A-CF8A-678125F0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29CFA2-A0DA-E889-FF78-0A48317A5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820" y="355254"/>
            <a:ext cx="4787900" cy="1612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22337-C1DF-5E0E-AE89-BBA8C7EE1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836" y="2287299"/>
            <a:ext cx="77724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7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6D6CF-A3C9-8646-8848-DD03F916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0AABAED-6D96-045A-F8AD-3EED699F6DF0}"/>
              </a:ext>
            </a:extLst>
          </p:cNvPr>
          <p:cNvGrpSpPr/>
          <p:nvPr/>
        </p:nvGrpSpPr>
        <p:grpSpPr>
          <a:xfrm>
            <a:off x="1032163" y="620092"/>
            <a:ext cx="7772400" cy="1482234"/>
            <a:chOff x="1032163" y="620092"/>
            <a:chExt cx="7772400" cy="148223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E540312-B935-79A2-56D6-839A2629B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2163" y="620092"/>
              <a:ext cx="7772400" cy="143374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C1171AA-2468-BC2D-E7B9-BBCB7D493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1159" y="1683226"/>
              <a:ext cx="6573404" cy="419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F7E0E-5A76-6EB6-2F32-9EFE749D67E3}"/>
              </a:ext>
            </a:extLst>
          </p:cNvPr>
          <p:cNvGrpSpPr/>
          <p:nvPr/>
        </p:nvGrpSpPr>
        <p:grpSpPr>
          <a:xfrm>
            <a:off x="233102" y="1981832"/>
            <a:ext cx="8662901" cy="2270273"/>
            <a:chOff x="377190" y="3116969"/>
            <a:chExt cx="8662901" cy="22702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B17B049-A091-6DA1-84A8-674D3573D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7691" y="3271848"/>
              <a:ext cx="7772400" cy="211539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9DAD520-AAAA-5DAD-A998-891DBDD85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190" y="3116969"/>
              <a:ext cx="4480560" cy="41910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594BB47-8ACC-98F7-4C4F-57133A77F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603" y="4679474"/>
            <a:ext cx="5905500" cy="49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3BE203-2C4F-A85D-5B9F-188FB47A5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103" y="4679474"/>
            <a:ext cx="18923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3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6D16-D557-8D50-22EC-E040B1D1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19528D-5A07-821D-7BC9-C2584054A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820" y="355254"/>
            <a:ext cx="4787900" cy="1612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A84E11-0BDF-D6D2-E477-58D1D4B9C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148264"/>
            <a:ext cx="7772400" cy="42239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1BF7E5-183A-00BF-304D-EEED1CEFF1C5}"/>
                  </a:ext>
                </a:extLst>
              </p14:cNvPr>
              <p14:cNvContentPartPr/>
              <p14:nvPr/>
            </p14:nvContentPartPr>
            <p14:xfrm>
              <a:off x="7446022" y="3559735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1BF7E5-183A-00BF-304D-EEED1CEFF1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2382" y="345209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B40320-A513-B45D-6B6F-0973484DD532}"/>
                  </a:ext>
                </a:extLst>
              </p14:cNvPr>
              <p14:cNvContentPartPr/>
              <p14:nvPr/>
            </p14:nvContentPartPr>
            <p14:xfrm>
              <a:off x="6635662" y="3773215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B40320-A513-B45D-6B6F-0973484DD5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81662" y="366557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59B530D-7ED3-BEEB-C131-BE93538CC5EE}"/>
                  </a:ext>
                </a:extLst>
              </p14:cNvPr>
              <p14:cNvContentPartPr/>
              <p14:nvPr/>
            </p14:nvContentPartPr>
            <p14:xfrm>
              <a:off x="9145582" y="5509855"/>
              <a:ext cx="29448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59B530D-7ED3-BEEB-C131-BE93538CC5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91582" y="5401855"/>
                <a:ext cx="402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2E9416-0650-1974-3146-6A35040587E0}"/>
                  </a:ext>
                </a:extLst>
              </p14:cNvPr>
              <p14:cNvContentPartPr/>
              <p14:nvPr/>
            </p14:nvContentPartPr>
            <p14:xfrm>
              <a:off x="8544742" y="5834935"/>
              <a:ext cx="763560" cy="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2E9416-0650-1974-3146-6A35040587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90742" y="5726935"/>
                <a:ext cx="871200" cy="21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581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0FC9-1900-9613-F559-19FA4DC8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8C7F5F-7E9D-EE25-5586-E4736B97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820" y="355254"/>
            <a:ext cx="4787900" cy="1612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5B9517-9A6F-D02A-99A6-51704846A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57773"/>
            <a:ext cx="7772400" cy="316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61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7DAF9-BB1F-B35F-A7D5-F4EA5229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65B4CC-52F2-EF81-4697-5AE9D4299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932" y="2011796"/>
            <a:ext cx="6794500" cy="1282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B019F6-7E23-1E8D-6912-B2341CDA6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382" y="3922338"/>
            <a:ext cx="6197600" cy="95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1182D9-6AA8-9901-8D28-DEA4A4E24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382" y="3338138"/>
            <a:ext cx="6019800" cy="58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DF0FA9-C900-0BA7-B046-7E819AA68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4820" y="355254"/>
            <a:ext cx="4787900" cy="161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04533B-5951-CE47-D63F-C89EE31FD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1209" y="4798638"/>
            <a:ext cx="6070600" cy="49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D80D42-D311-40DD-922C-68B8C474D6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265" y="4802678"/>
            <a:ext cx="1016000" cy="43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AD675B-7608-0B56-AC81-0CEE26F724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3765" y="5426480"/>
            <a:ext cx="47625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87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1D689-6E87-AFE3-6B96-E68097D0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411666-F24D-B1F0-C008-F072F3633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309" y="464127"/>
            <a:ext cx="1653309" cy="7056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A39A74-9FF2-7042-7BC4-459B2FC4E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700" y="464127"/>
            <a:ext cx="4778466" cy="4637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FFA616-B421-820F-39EF-766C7A07B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718" y="1314787"/>
            <a:ext cx="7772400" cy="50790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85EE12-0075-D666-64BA-265C21E08A8D}"/>
                  </a:ext>
                </a:extLst>
              </p14:cNvPr>
              <p14:cNvContentPartPr/>
              <p14:nvPr/>
            </p14:nvContentPartPr>
            <p14:xfrm>
              <a:off x="5331382" y="1534375"/>
              <a:ext cx="574560" cy="19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85EE12-0075-D666-64BA-265C21E08A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77742" y="1426375"/>
                <a:ext cx="6822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5D68C6C-D3ED-D5B4-516C-7452E85A0B5D}"/>
                  </a:ext>
                </a:extLst>
              </p14:cNvPr>
              <p14:cNvContentPartPr/>
              <p14:nvPr/>
            </p14:nvContentPartPr>
            <p14:xfrm>
              <a:off x="2411782" y="1959175"/>
              <a:ext cx="771480" cy="10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5D68C6C-D3ED-D5B4-516C-7452E85A0B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57782" y="1851175"/>
                <a:ext cx="8791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0677433-8F49-8CCF-66BE-D977AF0D9BFF}"/>
                  </a:ext>
                </a:extLst>
              </p14:cNvPr>
              <p14:cNvContentPartPr/>
              <p14:nvPr/>
            </p14:nvContentPartPr>
            <p14:xfrm>
              <a:off x="2328262" y="2579455"/>
              <a:ext cx="561600" cy="32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0677433-8F49-8CCF-66BE-D977AF0D9B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74622" y="2471455"/>
                <a:ext cx="6692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6B680FD-2DFC-F4BD-3904-20EF10D00B54}"/>
                  </a:ext>
                </a:extLst>
              </p14:cNvPr>
              <p14:cNvContentPartPr/>
              <p14:nvPr/>
            </p14:nvContentPartPr>
            <p14:xfrm>
              <a:off x="5045182" y="6235255"/>
              <a:ext cx="419040" cy="37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6B680FD-2DFC-F4BD-3904-20EF10D00B5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91542" y="6127255"/>
                <a:ext cx="5266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3738225-D90F-08DB-AD8D-3C0097A779B4}"/>
                  </a:ext>
                </a:extLst>
              </p14:cNvPr>
              <p14:cNvContentPartPr/>
              <p14:nvPr/>
            </p14:nvContentPartPr>
            <p14:xfrm>
              <a:off x="6706582" y="6202495"/>
              <a:ext cx="291600" cy="20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3738225-D90F-08DB-AD8D-3C0097A779B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52582" y="6094495"/>
                <a:ext cx="3992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B0278E-196D-F54B-E77E-075772287562}"/>
                  </a:ext>
                </a:extLst>
              </p14:cNvPr>
              <p14:cNvContentPartPr/>
              <p14:nvPr/>
            </p14:nvContentPartPr>
            <p14:xfrm>
              <a:off x="8776582" y="2930455"/>
              <a:ext cx="589680" cy="44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B0278E-196D-F54B-E77E-07577228756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22582" y="2822815"/>
                <a:ext cx="69732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E554B7-F4F5-D771-F6AC-8110E7700D09}"/>
                  </a:ext>
                </a:extLst>
              </p14:cNvPr>
              <p14:cNvContentPartPr/>
              <p14:nvPr/>
            </p14:nvContentPartPr>
            <p14:xfrm>
              <a:off x="2194342" y="3355255"/>
              <a:ext cx="2201040" cy="23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E554B7-F4F5-D771-F6AC-8110E7700D0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40342" y="3247615"/>
                <a:ext cx="2308680" cy="23904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B01BBD4E-9779-3974-180B-79C561A0F9F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91478" y="4590403"/>
            <a:ext cx="4289686" cy="8098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476E734-F201-E9B9-3C96-4289DDD787CA}"/>
                  </a:ext>
                </a:extLst>
              </p14:cNvPr>
              <p14:cNvContentPartPr/>
              <p14:nvPr/>
            </p14:nvContentPartPr>
            <p14:xfrm>
              <a:off x="5639182" y="3881935"/>
              <a:ext cx="2323080" cy="216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476E734-F201-E9B9-3C96-4289DDD787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85542" y="3773935"/>
                <a:ext cx="2430720" cy="43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5016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24E7A-429E-7A5C-76FF-66D7A495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B76BCC-3692-BDBA-B429-1FCFBE7C4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709" y="796920"/>
            <a:ext cx="7772400" cy="42943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4A9ABE-032F-EC96-C300-8BB943888B55}"/>
                  </a:ext>
                </a:extLst>
              </p14:cNvPr>
              <p14:cNvContentPartPr/>
              <p14:nvPr/>
            </p14:nvContentPartPr>
            <p14:xfrm>
              <a:off x="4779862" y="4129975"/>
              <a:ext cx="199800" cy="463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4A9ABE-032F-EC96-C300-8BB943888B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6222" y="4021975"/>
                <a:ext cx="307440" cy="67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7363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1359D-2D5E-A973-FCD3-FE6595F55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FAD714-BB30-FBCA-58B0-B4A9D6C530E7}"/>
              </a:ext>
            </a:extLst>
          </p:cNvPr>
          <p:cNvGrpSpPr/>
          <p:nvPr/>
        </p:nvGrpSpPr>
        <p:grpSpPr>
          <a:xfrm>
            <a:off x="2389332" y="773545"/>
            <a:ext cx="3340100" cy="1320800"/>
            <a:chOff x="4619913" y="5234708"/>
            <a:chExt cx="3340100" cy="13208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0425B3-4DEF-9E30-77EB-E72DE6542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9913" y="5234708"/>
              <a:ext cx="3340100" cy="13208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10D48D4-A534-AE2C-F627-98D8112477DC}"/>
                    </a:ext>
                  </a:extLst>
                </p14:cNvPr>
                <p14:cNvContentPartPr/>
                <p14:nvPr/>
              </p14:nvContentPartPr>
              <p14:xfrm>
                <a:off x="5300422" y="5737015"/>
                <a:ext cx="3600" cy="327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10D48D4-A534-AE2C-F627-98D8112477D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46422" y="5629015"/>
                  <a:ext cx="11124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426EE5-5A2F-EED5-440E-E159DBA74AFE}"/>
                    </a:ext>
                  </a:extLst>
                </p14:cNvPr>
                <p14:cNvContentPartPr/>
                <p14:nvPr/>
              </p14:nvContentPartPr>
              <p14:xfrm>
                <a:off x="7190782" y="5699575"/>
                <a:ext cx="360" cy="422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426EE5-5A2F-EED5-440E-E159DBA74AF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37142" y="5591575"/>
                  <a:ext cx="108000" cy="638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62C2D23-91A1-9A61-0377-132D5054D2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9332" y="2094345"/>
            <a:ext cx="4152900" cy="15875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D822317-A094-F213-EBBA-6557053E3C22}"/>
              </a:ext>
            </a:extLst>
          </p:cNvPr>
          <p:cNvGrpSpPr/>
          <p:nvPr/>
        </p:nvGrpSpPr>
        <p:grpSpPr>
          <a:xfrm>
            <a:off x="2744051" y="3987800"/>
            <a:ext cx="7150403" cy="2393788"/>
            <a:chOff x="2744051" y="3987800"/>
            <a:chExt cx="7150403" cy="239378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AC3B991-13EC-9445-7151-57306E24B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08354" y="5284773"/>
              <a:ext cx="3086100" cy="43180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85AF2E8-1E4B-7FC3-2504-8FCC9CA12A1C}"/>
                </a:ext>
              </a:extLst>
            </p:cNvPr>
            <p:cNvGrpSpPr/>
            <p:nvPr/>
          </p:nvGrpSpPr>
          <p:grpSpPr>
            <a:xfrm>
              <a:off x="2744051" y="3987800"/>
              <a:ext cx="4543440" cy="2393788"/>
              <a:chOff x="2744051" y="3987800"/>
              <a:chExt cx="4543440" cy="239378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78EC289-65E3-0CF8-18F5-81D5A2F63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44051" y="3987800"/>
                <a:ext cx="4432300" cy="7112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3A754E4-19AA-1E48-EA88-8AB904D9F9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44051" y="4857588"/>
                <a:ext cx="3924300" cy="15240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D50EBC1-7560-BFB5-4888-7150FBB34D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46051" y="5002645"/>
                <a:ext cx="1241440" cy="7493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378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9D94E-B8F4-EA0D-B8DE-C0300DAB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636C14-B0CD-993F-BF08-128431759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73" y="2012920"/>
            <a:ext cx="7772400" cy="28321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AEE084-C133-953B-D937-49E7C443128F}"/>
                  </a:ext>
                </a:extLst>
              </p14:cNvPr>
              <p14:cNvContentPartPr/>
              <p14:nvPr/>
            </p14:nvContentPartPr>
            <p14:xfrm>
              <a:off x="4265422" y="2292535"/>
              <a:ext cx="1470600" cy="4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AEE084-C133-953B-D937-49E7C44312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11782" y="2184535"/>
                <a:ext cx="15782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663AD8-243C-60E0-5DA5-9582CBBB67E9}"/>
                  </a:ext>
                </a:extLst>
              </p14:cNvPr>
              <p14:cNvContentPartPr/>
              <p14:nvPr/>
            </p14:nvContentPartPr>
            <p14:xfrm>
              <a:off x="4678702" y="2605735"/>
              <a:ext cx="3259440" cy="12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663AD8-243C-60E0-5DA5-9582CBBB67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5062" y="2497735"/>
                <a:ext cx="3367080" cy="3362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093E6B8-B6D1-3ABC-9E45-05F390DDE5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4273" y="5159330"/>
            <a:ext cx="7772400" cy="79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2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B559-9D85-3993-1662-645FC595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6159AFC-9B06-1D1F-4FCE-DB80D485EF41}"/>
              </a:ext>
            </a:extLst>
          </p:cNvPr>
          <p:cNvGrpSpPr/>
          <p:nvPr/>
        </p:nvGrpSpPr>
        <p:grpSpPr>
          <a:xfrm>
            <a:off x="1406236" y="663413"/>
            <a:ext cx="7904018" cy="2334941"/>
            <a:chOff x="1406236" y="663413"/>
            <a:chExt cx="7904018" cy="233494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359A717-77CA-E55A-15E0-CEBDB2DD9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6236" y="663413"/>
              <a:ext cx="7772400" cy="215066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166BCC7-1545-9F1E-A7BE-525ABD32C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4199" y="2363354"/>
              <a:ext cx="4916055" cy="6350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B193378-C4A6-0CFA-2AE4-5626E3BCD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486" y="3143250"/>
            <a:ext cx="33655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1C1F0-8C49-AFD2-34D5-6540D2B12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600" y="3682295"/>
            <a:ext cx="6908800" cy="1016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3765A69-9A9D-0ED0-1A71-B7FE688F9595}"/>
              </a:ext>
            </a:extLst>
          </p:cNvPr>
          <p:cNvGrpSpPr/>
          <p:nvPr/>
        </p:nvGrpSpPr>
        <p:grpSpPr>
          <a:xfrm>
            <a:off x="1503795" y="4927600"/>
            <a:ext cx="8934642" cy="1231450"/>
            <a:chOff x="1503795" y="4927600"/>
            <a:chExt cx="8934642" cy="123145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A0DCCAE-E1A4-0A4A-A02E-BA71BE4B5808}"/>
                </a:ext>
              </a:extLst>
            </p:cNvPr>
            <p:cNvGrpSpPr/>
            <p:nvPr/>
          </p:nvGrpSpPr>
          <p:grpSpPr>
            <a:xfrm>
              <a:off x="1503795" y="4927600"/>
              <a:ext cx="8934642" cy="1231450"/>
              <a:chOff x="1503795" y="4927600"/>
              <a:chExt cx="8934642" cy="123145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5AE6304-BB12-A011-4DFB-0DA8D54EF4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3795" y="4927600"/>
                <a:ext cx="8934642" cy="115525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44A90F4-D9F4-669B-3F17-D889138378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7790" y="5701850"/>
                <a:ext cx="2402609" cy="457200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4F67022-0EA2-960F-1606-5D01DFE03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71564" y="5010730"/>
              <a:ext cx="180594" cy="220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2337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5E259-0BA2-4F2C-8973-0BA082633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471DAD-58D1-227A-4EB5-C3475E55A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680588"/>
            <a:ext cx="8581200" cy="54569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5E6C37-7CB9-36BD-F7FD-2EDD457A9D7E}"/>
                  </a:ext>
                </a:extLst>
              </p14:cNvPr>
              <p14:cNvContentPartPr/>
              <p14:nvPr/>
            </p14:nvContentPartPr>
            <p14:xfrm>
              <a:off x="5430742" y="5831335"/>
              <a:ext cx="314640" cy="3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5E6C37-7CB9-36BD-F7FD-2EDD457A9D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6742" y="5723335"/>
                <a:ext cx="4222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42FDC0-DB01-E751-34EC-8E93AE210D1F}"/>
                  </a:ext>
                </a:extLst>
              </p14:cNvPr>
              <p14:cNvContentPartPr/>
              <p14:nvPr/>
            </p14:nvContentPartPr>
            <p14:xfrm>
              <a:off x="7110862" y="5843935"/>
              <a:ext cx="32148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42FDC0-DB01-E751-34EC-8E93AE210D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56862" y="5736295"/>
                <a:ext cx="42912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781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0DEA-9551-CF8C-E558-13FFF3799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314404-D372-BC75-8B43-4B5C84C8A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468" y="1082386"/>
            <a:ext cx="3263900" cy="1257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0E8F43-06DE-F8B9-6E90-91F51B55B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215" y="1082386"/>
            <a:ext cx="2247900" cy="952500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482AF5FC-D1CA-1717-C007-BFCD749B49B4}"/>
              </a:ext>
            </a:extLst>
          </p:cNvPr>
          <p:cNvSpPr/>
          <p:nvPr/>
        </p:nvSpPr>
        <p:spPr>
          <a:xfrm>
            <a:off x="4345710" y="1524000"/>
            <a:ext cx="651163" cy="374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44DE66-5610-0068-E478-3052A5EE3910}"/>
              </a:ext>
            </a:extLst>
          </p:cNvPr>
          <p:cNvGrpSpPr/>
          <p:nvPr/>
        </p:nvGrpSpPr>
        <p:grpSpPr>
          <a:xfrm>
            <a:off x="1813215" y="2339686"/>
            <a:ext cx="7176653" cy="1705265"/>
            <a:chOff x="1813215" y="2773218"/>
            <a:chExt cx="7176653" cy="1705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983DC3D-61DE-74F6-73F2-C3B418A4D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3215" y="2773218"/>
              <a:ext cx="2273300" cy="508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50CD83-80D9-E9E9-098D-478A99B3F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80410" y="3500583"/>
              <a:ext cx="1765300" cy="9779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586ADE-4290-EF0D-1718-C0A11C8EB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27368" y="3669147"/>
              <a:ext cx="4762500" cy="5461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59A6A33-4022-691B-9AE8-FFF3E368D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2954" y="5159664"/>
            <a:ext cx="3327400" cy="1231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026B62-457C-6FED-5A92-87B9CAA9DD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0410" y="5483514"/>
            <a:ext cx="2374900" cy="584200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D5F46B95-A078-E4DB-FEE7-C9E27AF9FFF1}"/>
              </a:ext>
            </a:extLst>
          </p:cNvPr>
          <p:cNvSpPr/>
          <p:nvPr/>
        </p:nvSpPr>
        <p:spPr>
          <a:xfrm>
            <a:off x="4525819" y="4490608"/>
            <a:ext cx="651163" cy="3740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9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3EFE-981C-1825-2B9E-862BD993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9E06E4-44CF-CFC8-7378-7E62BBD9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589" y="1565121"/>
            <a:ext cx="9742821" cy="304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71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D178-80D1-3B55-1105-1ADE3170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887962-50F7-2736-16FB-9F20BB974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54" y="654185"/>
            <a:ext cx="7772400" cy="51062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7DEA85-678F-9572-46BC-E3AC2384E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539" y="5437198"/>
            <a:ext cx="6015361" cy="37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62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FEFA6-3495-AC9E-7548-221B8EFC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4A758D-F293-0F1F-0589-10893F4C5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539" y="1209162"/>
            <a:ext cx="9842921" cy="28502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64CA91-CA31-FC28-3964-8E55A535C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76" y="1209162"/>
            <a:ext cx="2858079" cy="3786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A8761D-4931-0422-0463-1A8C2CB3E7FD}"/>
                  </a:ext>
                </a:extLst>
              </p14:cNvPr>
              <p14:cNvContentPartPr/>
              <p14:nvPr/>
            </p14:nvContentPartPr>
            <p14:xfrm>
              <a:off x="5612182" y="2177335"/>
              <a:ext cx="1111320" cy="8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A8761D-4931-0422-0463-1A8C2CB3E7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8542" y="2069695"/>
                <a:ext cx="121896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10F9D7-B968-0461-A7BC-2913F78F20E3}"/>
                  </a:ext>
                </a:extLst>
              </p14:cNvPr>
              <p14:cNvContentPartPr/>
              <p14:nvPr/>
            </p14:nvContentPartPr>
            <p14:xfrm>
              <a:off x="1463902" y="2557135"/>
              <a:ext cx="2356200" cy="59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10F9D7-B968-0461-A7BC-2913F78F20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0262" y="2449495"/>
                <a:ext cx="2463840" cy="27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244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BD91-F7F2-BF12-F737-6CE47C31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812065-D626-F930-BF01-54D69CAE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82" y="596323"/>
            <a:ext cx="5359400" cy="622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F89A55-E930-D1E2-83D7-4EA4B2DDC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855" y="1566776"/>
            <a:ext cx="7772400" cy="450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10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E146C-F736-879D-D60C-17FAE901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8D55FF-F13E-A93F-E382-19018A222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964" y="1482539"/>
            <a:ext cx="7772400" cy="3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57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FEF7C-4775-1F30-F8DD-0C0314F9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D5962A-9290-0CD6-64FB-470FC0AE3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819727"/>
            <a:ext cx="2425700" cy="50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EBAE4C-876D-C143-EE48-08168F094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919" y="669059"/>
            <a:ext cx="1752600" cy="1003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011B12-DC9D-04BF-9EE9-990DDE646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50" y="3079750"/>
            <a:ext cx="2311400" cy="69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47AB52-9460-93DD-290C-D41B6D81D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8119" y="2870200"/>
            <a:ext cx="1930400" cy="111760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60ABB1FA-6882-9280-8B62-9CFA2908033B}"/>
              </a:ext>
            </a:extLst>
          </p:cNvPr>
          <p:cNvSpPr/>
          <p:nvPr/>
        </p:nvSpPr>
        <p:spPr>
          <a:xfrm>
            <a:off x="2715491" y="2216727"/>
            <a:ext cx="783359" cy="4294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3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28C9-44FA-4D72-DB33-B7CCC3DF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0766608-2742-F60B-A39B-6EB925690F4C}"/>
              </a:ext>
            </a:extLst>
          </p:cNvPr>
          <p:cNvGrpSpPr/>
          <p:nvPr/>
        </p:nvGrpSpPr>
        <p:grpSpPr>
          <a:xfrm>
            <a:off x="1087004" y="984827"/>
            <a:ext cx="8368146" cy="2524991"/>
            <a:chOff x="1087004" y="984827"/>
            <a:chExt cx="8368146" cy="252499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CC88274-432B-5E38-C378-7FA3F9F0D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7004" y="984827"/>
              <a:ext cx="4559300" cy="7874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4A8D850-15FC-26DE-B774-29F0B6BB0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1751" y="2722418"/>
              <a:ext cx="2082800" cy="7874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6720251-A5EE-014F-EAF2-3C700BAD0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6964" y="1946140"/>
              <a:ext cx="7772400" cy="74164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E9B1B2-F4C9-94EA-BC9B-53B71271F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6964" y="1842230"/>
              <a:ext cx="2548659" cy="4318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EED0C00-9A9F-5BAB-5F25-31161940B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08850" y="2310033"/>
              <a:ext cx="2146300" cy="431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4364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FA2EF-38EE-F864-62F1-D45D749A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D7D9A3-DE17-3693-C18E-13A1A1398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54" y="2042440"/>
            <a:ext cx="7772400" cy="38537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A727FF-9CAF-7C53-1D50-A79CFF4D9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878" y="961784"/>
            <a:ext cx="50927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91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500A-5B66-A798-497F-090475F77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3090086-A413-3AE9-7BD3-125C65E2B790}"/>
              </a:ext>
            </a:extLst>
          </p:cNvPr>
          <p:cNvGrpSpPr/>
          <p:nvPr/>
        </p:nvGrpSpPr>
        <p:grpSpPr>
          <a:xfrm>
            <a:off x="1101436" y="624924"/>
            <a:ext cx="8974782" cy="4361558"/>
            <a:chOff x="1101436" y="624924"/>
            <a:chExt cx="8974782" cy="436155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6AADFDC-187F-3135-597F-70C8775BC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1436" y="624924"/>
              <a:ext cx="8974782" cy="404405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699BA82-9B1E-6173-C3A2-04C01FE44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5177" y="4351482"/>
              <a:ext cx="8190096" cy="6350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CDFF1CC-3FDC-5041-29C8-ADF8289E9599}"/>
                  </a:ext>
                </a:extLst>
              </p14:cNvPr>
              <p14:cNvContentPartPr/>
              <p14:nvPr/>
            </p14:nvContentPartPr>
            <p14:xfrm>
              <a:off x="3686182" y="4118815"/>
              <a:ext cx="1117440" cy="2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CDFF1CC-3FDC-5041-29C8-ADF8289E95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2182" y="4010815"/>
                <a:ext cx="12250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B9D3BAD-A017-13E7-E131-8370652541CE}"/>
                  </a:ext>
                </a:extLst>
              </p14:cNvPr>
              <p14:cNvContentPartPr/>
              <p14:nvPr/>
            </p14:nvContentPartPr>
            <p14:xfrm>
              <a:off x="7086742" y="4082815"/>
              <a:ext cx="2214720" cy="61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B9D3BAD-A017-13E7-E131-8370652541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32742" y="3975175"/>
                <a:ext cx="2322360" cy="2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9837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ED9C6-422A-3766-6329-5ECB8B9DF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08170B-BD8D-B8BA-6C8F-3CAC66B13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72" y="887966"/>
            <a:ext cx="9021448" cy="46122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916633-3BEC-5AC2-E05F-FBF0E1853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32" y="773545"/>
            <a:ext cx="40767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44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D83E2-1750-8651-6F2E-CD02EDD1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C5E4C99-A989-F8E9-4EAA-144C5ECCD7A7}"/>
              </a:ext>
            </a:extLst>
          </p:cNvPr>
          <p:cNvGrpSpPr/>
          <p:nvPr/>
        </p:nvGrpSpPr>
        <p:grpSpPr>
          <a:xfrm>
            <a:off x="1614055" y="605425"/>
            <a:ext cx="7772400" cy="2502611"/>
            <a:chOff x="1614055" y="605425"/>
            <a:chExt cx="7772400" cy="25026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1A9ACB-7632-8DC1-0C87-6C18253E2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4055" y="605425"/>
              <a:ext cx="7772400" cy="210038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54C4F2-BDD2-BFB7-B363-B71A8892A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2896" y="2447636"/>
              <a:ext cx="6083300" cy="660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5D9E0D1-67DA-36AC-7B59-CFF62972FEA1}"/>
              </a:ext>
            </a:extLst>
          </p:cNvPr>
          <p:cNvGrpSpPr/>
          <p:nvPr/>
        </p:nvGrpSpPr>
        <p:grpSpPr>
          <a:xfrm>
            <a:off x="1253837" y="2770909"/>
            <a:ext cx="8132618" cy="3600718"/>
            <a:chOff x="1253837" y="2770909"/>
            <a:chExt cx="8132618" cy="360071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8A66DC-E7BC-D242-DC8B-FB23BDF46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4055" y="2777836"/>
              <a:ext cx="7772400" cy="35937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045B8E-09B7-00E5-F679-ABE2F6377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3837" y="2770909"/>
              <a:ext cx="2722418" cy="22167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20314BD-15D6-9E09-DEA4-B6164140D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57655" y="5924818"/>
              <a:ext cx="1828800" cy="4191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E81FC55-C5B4-E6A4-4674-9FA4BCCE8495}"/>
                  </a:ext>
                </a:extLst>
              </p14:cNvPr>
              <p14:cNvContentPartPr/>
              <p14:nvPr/>
            </p14:nvContentPartPr>
            <p14:xfrm>
              <a:off x="4744582" y="5090455"/>
              <a:ext cx="401400" cy="281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E81FC55-C5B4-E6A4-4674-9FA4BCCE84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90942" y="4982815"/>
                <a:ext cx="50904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0110631-4C10-EA7D-746E-33B2059BA03A}"/>
                  </a:ext>
                </a:extLst>
              </p14:cNvPr>
              <p14:cNvContentPartPr/>
              <p14:nvPr/>
            </p14:nvContentPartPr>
            <p14:xfrm>
              <a:off x="5895502" y="5222935"/>
              <a:ext cx="306360" cy="12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0110631-4C10-EA7D-746E-33B2059BA0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41862" y="5114935"/>
                <a:ext cx="414000" cy="3376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930EE80-BF99-9FCE-029D-3F1BEA923B77}"/>
              </a:ext>
            </a:extLst>
          </p:cNvPr>
          <p:cNvSpPr txBox="1"/>
          <p:nvPr/>
        </p:nvSpPr>
        <p:spPr>
          <a:xfrm>
            <a:off x="7529945" y="50904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(Robin boundary condition)</a:t>
            </a:r>
          </a:p>
        </p:txBody>
      </p:sp>
    </p:spTree>
    <p:extLst>
      <p:ext uri="{BB962C8B-B14F-4D97-AF65-F5344CB8AC3E}">
        <p14:creationId xmlns:p14="http://schemas.microsoft.com/office/powerpoint/2010/main" val="2386453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08E08-B1B2-EF96-D849-65E4D569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3861EF-B04D-8E19-B853-333AECEEA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55" y="1728263"/>
            <a:ext cx="8275236" cy="2622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CFA6C6-BAB9-2CB2-E16F-46ED09BF753E}"/>
              </a:ext>
            </a:extLst>
          </p:cNvPr>
          <p:cNvSpPr txBox="1"/>
          <p:nvPr/>
        </p:nvSpPr>
        <p:spPr>
          <a:xfrm>
            <a:off x="8492838" y="3853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Robin condition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5D85A-721B-22CA-6AFB-5D2711938546}"/>
              </a:ext>
            </a:extLst>
          </p:cNvPr>
          <p:cNvSpPr txBox="1"/>
          <p:nvPr/>
        </p:nvSpPr>
        <p:spPr>
          <a:xfrm>
            <a:off x="8465128" y="3429000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Neumann condition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6EB829-799D-7F29-3AD2-1BBEFEF9AE0A}"/>
              </a:ext>
            </a:extLst>
          </p:cNvPr>
          <p:cNvSpPr txBox="1"/>
          <p:nvPr/>
        </p:nvSpPr>
        <p:spPr>
          <a:xfrm>
            <a:off x="8465128" y="3059668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Dirichlet condition</a:t>
            </a:r>
          </a:p>
        </p:txBody>
      </p:sp>
    </p:spTree>
    <p:extLst>
      <p:ext uri="{BB962C8B-B14F-4D97-AF65-F5344CB8AC3E}">
        <p14:creationId xmlns:p14="http://schemas.microsoft.com/office/powerpoint/2010/main" val="3835067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BBD9-5EEE-A60A-BF25-C2AA0B18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4434E8-4F1E-3F11-D71A-240C8E043962}"/>
              </a:ext>
            </a:extLst>
          </p:cNvPr>
          <p:cNvSpPr txBox="1"/>
          <p:nvPr/>
        </p:nvSpPr>
        <p:spPr>
          <a:xfrm>
            <a:off x="997527" y="69509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Equilibrium Temperature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21E0B-C333-E3F3-BD73-CE1BD2B1E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927" y="1324510"/>
            <a:ext cx="7772400" cy="1022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7FC28-0C47-79B3-74DB-17BA15A6E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527" y="2489200"/>
            <a:ext cx="1689100" cy="939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A6D014-DE99-7046-965E-F1EC9AEE9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240" y="3327523"/>
            <a:ext cx="1917700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30AE9E-5DA8-9D81-8080-425CBD87F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3404" y="3736355"/>
            <a:ext cx="1943100" cy="101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319690-FED9-43D7-04D3-932213B4BEDC}"/>
              </a:ext>
            </a:extLst>
          </p:cNvPr>
          <p:cNvSpPr txBox="1"/>
          <p:nvPr/>
        </p:nvSpPr>
        <p:spPr>
          <a:xfrm>
            <a:off x="6366741" y="35516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(Initial and boundary value problem)</a:t>
            </a:r>
          </a:p>
        </p:txBody>
      </p:sp>
    </p:spTree>
    <p:extLst>
      <p:ext uri="{BB962C8B-B14F-4D97-AF65-F5344CB8AC3E}">
        <p14:creationId xmlns:p14="http://schemas.microsoft.com/office/powerpoint/2010/main" val="3275925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A577-D3D1-C7CA-DAB5-76776A9B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B9DEC-4BBE-00F0-A65C-BA0D25EE3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437" y="571992"/>
            <a:ext cx="7772400" cy="40514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06CFF8-5780-0B33-0D94-9F2A23641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0" y="4257387"/>
            <a:ext cx="1574800" cy="1003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EDC41A-E34F-4030-B2E3-83F3AE9F0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437" y="5456959"/>
            <a:ext cx="3568700" cy="57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09F62E-3A0C-2C6C-0B6D-9AA12A8D0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600" y="5308108"/>
            <a:ext cx="1435100" cy="977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D6346F-881C-D412-0005-D3ABC30EF8A9}"/>
              </a:ext>
            </a:extLst>
          </p:cNvPr>
          <p:cNvSpPr txBox="1"/>
          <p:nvPr/>
        </p:nvSpPr>
        <p:spPr>
          <a:xfrm>
            <a:off x="7564582" y="5612392"/>
            <a:ext cx="3237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(ODE boundary value problem)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6A3A06-ED67-EBC4-55F5-05873343600A}"/>
                  </a:ext>
                </a:extLst>
              </p14:cNvPr>
              <p14:cNvContentPartPr/>
              <p14:nvPr/>
            </p14:nvContentPartPr>
            <p14:xfrm>
              <a:off x="4978942" y="4621735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6A3A06-ED67-EBC4-55F5-0587334360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25302" y="451373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A48203-A0F6-04F1-4828-A946708659C7}"/>
                  </a:ext>
                </a:extLst>
              </p14:cNvPr>
              <p14:cNvContentPartPr/>
              <p14:nvPr/>
            </p14:nvContentPartPr>
            <p14:xfrm>
              <a:off x="4998742" y="4959415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A48203-A0F6-04F1-4828-A946708659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44742" y="485177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4404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CC25-A893-6CAB-5F71-EBE819BF5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562C12-7675-655A-A196-6223F95B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27" y="1033101"/>
            <a:ext cx="7772400" cy="857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ED828F-BBB6-074E-7CCA-B6A54267D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045" y="1966407"/>
            <a:ext cx="2870200" cy="990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50D085-ABF6-7642-7833-BDEF38B96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6245" y="3491345"/>
            <a:ext cx="68326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0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CAE2-EE77-49B9-2183-CDF2EAE7E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14D749-19E2-720A-25FB-0546AC01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59" y="583045"/>
            <a:ext cx="5168900" cy="787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13F350-2003-0916-B06F-A24376C04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655" y="2505364"/>
            <a:ext cx="2616200" cy="88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DAB19F-8292-A6F0-5A93-F154A10DE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805" y="3491346"/>
            <a:ext cx="2501900" cy="622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1B157E-DADD-45C0-9CC7-A231D696B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527" y="1467427"/>
            <a:ext cx="7772400" cy="1041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0FA98-5C37-9BFA-27D5-471BDDAA1F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2805" y="4210628"/>
            <a:ext cx="2794000" cy="87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DD8E34-330A-5847-A287-18F600A1E0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7255" y="5183910"/>
            <a:ext cx="27051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72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36CF-9079-9450-7120-2FCE7930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8C5150-7A97-1224-6516-A8FF1C66BA82}"/>
              </a:ext>
            </a:extLst>
          </p:cNvPr>
          <p:cNvGrpSpPr/>
          <p:nvPr/>
        </p:nvGrpSpPr>
        <p:grpSpPr>
          <a:xfrm>
            <a:off x="2001982" y="720607"/>
            <a:ext cx="7772400" cy="3366313"/>
            <a:chOff x="2001982" y="720607"/>
            <a:chExt cx="7772400" cy="336631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AFF9B91-BC42-87CF-BF13-4510E8F4B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1982" y="720607"/>
              <a:ext cx="7772400" cy="955622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F7CB05C-331F-F307-3A0F-C8D9E7607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0236" y="1462809"/>
              <a:ext cx="2184400" cy="939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1AC8D3-ECDB-5DE4-266D-02FEAD26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0236" y="2244436"/>
              <a:ext cx="2451100" cy="10668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A5ED7A-91DF-0DEC-1E0C-C661067EA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20886" y="3172520"/>
              <a:ext cx="2209800" cy="914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447DF93-EA7A-7821-19F6-54AD88FE514E}"/>
              </a:ext>
            </a:extLst>
          </p:cNvPr>
          <p:cNvGrpSpPr/>
          <p:nvPr/>
        </p:nvGrpSpPr>
        <p:grpSpPr>
          <a:xfrm>
            <a:off x="2180936" y="5015004"/>
            <a:ext cx="5447146" cy="1486884"/>
            <a:chOff x="2180936" y="5015004"/>
            <a:chExt cx="5447146" cy="148688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53FA17D-C956-DD20-F6CD-4345FC272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80936" y="5015004"/>
              <a:ext cx="4203700" cy="4572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6CB6F4F-4349-C039-F68F-AC915E855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48282" y="5485888"/>
              <a:ext cx="3479800" cy="10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350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5B7E1-A910-664A-4625-5DA792357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CD402-A2BF-9C6B-08C5-BC5F8ACE5257}"/>
              </a:ext>
            </a:extLst>
          </p:cNvPr>
          <p:cNvSpPr txBox="1"/>
          <p:nvPr/>
        </p:nvSpPr>
        <p:spPr>
          <a:xfrm>
            <a:off x="803563" y="653534"/>
            <a:ext cx="74953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Derivation of the Heat Equation in Two or Three Dimensions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D67C0-8BE7-D4D6-6067-D67C5B92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54" y="1336800"/>
            <a:ext cx="7772400" cy="504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31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E3351-BBC8-B2F8-B2B5-42AF8274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8CA74D-8A92-47C9-2D5D-F5E2320A0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80662"/>
            <a:ext cx="7772400" cy="61460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81E272-5BFF-0D96-0763-AB8F069F66F1}"/>
                  </a:ext>
                </a:extLst>
              </p14:cNvPr>
              <p14:cNvContentPartPr/>
              <p14:nvPr/>
            </p14:nvContentPartPr>
            <p14:xfrm>
              <a:off x="6497062" y="2471455"/>
              <a:ext cx="3305160" cy="86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81E272-5BFF-0D96-0763-AB8F069F66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3062" y="2363815"/>
                <a:ext cx="34128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69689B-611E-EFDC-EE2F-C4A79051C354}"/>
                  </a:ext>
                </a:extLst>
              </p14:cNvPr>
              <p14:cNvContentPartPr/>
              <p14:nvPr/>
            </p14:nvContentPartPr>
            <p14:xfrm>
              <a:off x="2430142" y="2849815"/>
              <a:ext cx="2227680" cy="60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69689B-611E-EFDC-EE2F-C4A79051C3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76142" y="2742175"/>
                <a:ext cx="23353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3B9165-A30B-7D8F-43C8-5293D86757D4}"/>
                  </a:ext>
                </a:extLst>
              </p14:cNvPr>
              <p14:cNvContentPartPr/>
              <p14:nvPr/>
            </p14:nvContentPartPr>
            <p14:xfrm>
              <a:off x="4143742" y="3525895"/>
              <a:ext cx="626760" cy="3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3B9165-A30B-7D8F-43C8-5293D86757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90102" y="3417895"/>
                <a:ext cx="734400" cy="24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5780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13A5D-AAD2-0C7E-3051-4AF7FB22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9A3D08-08A0-6F15-4B31-F093E8B2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18" y="515504"/>
            <a:ext cx="4495800" cy="673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37AA56-A9C9-FD61-EBBF-58FA4667D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573" y="1622714"/>
            <a:ext cx="2717800" cy="2476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137152-1CB5-B240-B9A9-388B4F215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8635" y="2363355"/>
            <a:ext cx="5334000" cy="1244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5F3A24-6725-F879-CF3A-AAE94D632747}"/>
                  </a:ext>
                </a:extLst>
              </p14:cNvPr>
              <p14:cNvContentPartPr/>
              <p14:nvPr/>
            </p14:nvContentPartPr>
            <p14:xfrm>
              <a:off x="3825502" y="2881855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5F3A24-6725-F879-CF3A-AAE94D6327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1502" y="277421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1182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3F016-110A-6769-33CB-4DFB41CA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CCD047-8DAB-AE1F-6EA3-3DD973DE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3" y="335445"/>
            <a:ext cx="3352800" cy="55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001B1A-97B4-8A1A-8B7F-115B4B509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073" y="1006764"/>
            <a:ext cx="7772400" cy="18293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779652-8141-296E-D7BD-D9BCE4933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073" y="2836121"/>
            <a:ext cx="3775364" cy="4365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B23BF5-7542-A0EC-745F-B0B4CD594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827" y="3272647"/>
            <a:ext cx="3131127" cy="739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77EF54-B4FF-0513-4E5B-5E753E398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073" y="3924760"/>
            <a:ext cx="7772400" cy="1047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BE2413-AB8D-F7F3-6553-95B4410188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9827" y="4958706"/>
            <a:ext cx="2905991" cy="101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07E052-944D-E60A-904F-2DF049E92E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4755" y="6060813"/>
            <a:ext cx="42291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06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3072-AA31-CEAD-4D43-1C429A5F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8C356D-DE4D-88FE-6B0C-2B059AD84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191" y="1290204"/>
            <a:ext cx="5359400" cy="1257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05DBAB-C858-0C60-AB43-9D108C33C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491" y="2706255"/>
            <a:ext cx="5245100" cy="1168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4334CA-BE11-D24E-591A-425A726FD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750" y="4033406"/>
            <a:ext cx="4254500" cy="1193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358477-E7FD-5FBB-4A6C-B2D59FC1B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291" y="5385957"/>
            <a:ext cx="26035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4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55F0-C8C8-FFBD-A2CB-DF703C6E7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12304A-3C1C-C1F3-9F0D-C7314852B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77" y="868795"/>
            <a:ext cx="4965700" cy="520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13B930-47B2-EB33-E38A-FE6030CE2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225" y="868795"/>
            <a:ext cx="2260600" cy="71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709108-1E91-C50A-F584-9AB3B6F5A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200" y="1579995"/>
            <a:ext cx="5435600" cy="49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BA5D30-5E18-37BD-96A2-94807B58F36D}"/>
              </a:ext>
            </a:extLst>
          </p:cNvPr>
          <p:cNvSpPr txBox="1"/>
          <p:nvPr/>
        </p:nvSpPr>
        <p:spPr>
          <a:xfrm>
            <a:off x="8888273" y="1039729"/>
            <a:ext cx="965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(Vector)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6417CF-A3B0-3CC2-B478-68D7AAA4F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00" y="3700896"/>
            <a:ext cx="3009900" cy="95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79170D-E85A-A4ED-DC1B-70E7ACF4F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00" y="3015096"/>
            <a:ext cx="2260600" cy="49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30BB02-D53F-0EF2-0B81-A94C3A05B9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5927" y="4843896"/>
            <a:ext cx="2501900" cy="1193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1FC133-E9FE-E1C2-5976-3B14A042E7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3325" y="5237596"/>
            <a:ext cx="901700" cy="406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2CAB13-B265-71D8-3CB8-330559E11C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4125" y="5701146"/>
            <a:ext cx="58801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3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5EC1-7283-D29E-9385-640B77E6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8A5F80-E447-0329-481D-8813BCA0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36" y="2132491"/>
            <a:ext cx="7772400" cy="3673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EEF368-5F9E-AFE2-1233-00346A2F32C8}"/>
              </a:ext>
            </a:extLst>
          </p:cNvPr>
          <p:cNvSpPr txBox="1"/>
          <p:nvPr/>
        </p:nvSpPr>
        <p:spPr>
          <a:xfrm>
            <a:off x="1957717" y="2089818"/>
            <a:ext cx="750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Note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95683-9ED1-1A3B-55AF-0CFAD480F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254" y="5806164"/>
            <a:ext cx="7772400" cy="47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314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FACF-61E4-458D-0B6F-6632805A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9F9D0E-B12C-2EB7-FFEC-67B346E6E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64" y="506845"/>
            <a:ext cx="4775200" cy="635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F6901C-E5FA-4E78-F73C-49A34E0D5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383146"/>
            <a:ext cx="3200400" cy="71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545F3B-0BA1-8F1C-AFFF-6A8F15C42678}"/>
              </a:ext>
            </a:extLst>
          </p:cNvPr>
          <p:cNvSpPr txBox="1"/>
          <p:nvPr/>
        </p:nvSpPr>
        <p:spPr>
          <a:xfrm>
            <a:off x="2064327" y="1554080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03D48-3241-98F0-132F-BDD7B98DF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546" y="2157051"/>
            <a:ext cx="7772400" cy="599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B78579-38F5-7A09-CB4A-46B1E00C0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64" y="2472575"/>
            <a:ext cx="2908300" cy="36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E6BF35-524A-C8E2-48AB-91708225C9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900" y="2723288"/>
            <a:ext cx="2959100" cy="49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71D0C0-7A1B-ADAE-6EA3-6F5B466A3E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1546" y="3218588"/>
            <a:ext cx="7772400" cy="19673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95A805-7828-79DF-ABCB-2BE87B393DA4}"/>
                  </a:ext>
                </a:extLst>
              </p14:cNvPr>
              <p14:cNvContentPartPr/>
              <p14:nvPr/>
            </p14:nvContentPartPr>
            <p14:xfrm>
              <a:off x="8826982" y="3685735"/>
              <a:ext cx="65160" cy="328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95A805-7828-79DF-ABCB-2BE87B393D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2982" y="3577735"/>
                <a:ext cx="172800" cy="54396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173AC017-FD09-81A4-12B2-9D03B31044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3737" y="5185916"/>
            <a:ext cx="1447800" cy="444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930183-B4DB-C18C-7229-64EA3B07A8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1546" y="5648136"/>
            <a:ext cx="7772400" cy="75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05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A51D5-CFDF-0A0E-E59C-5A894160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D7567A-B2AE-3482-CB59-A2A3B58B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690" y="2046363"/>
            <a:ext cx="7772400" cy="13826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B6849C-D559-EA79-C694-AC0193B4D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522" y="3429000"/>
            <a:ext cx="29591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77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345C2-9F0E-2627-6399-25AA99B2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728C98-B743-C39A-8B7B-F0A3A1270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4" y="861868"/>
            <a:ext cx="2743200" cy="673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D39DB2-4AEA-EE2A-0A9F-48EC3275C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09882"/>
            <a:ext cx="2882900" cy="88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A39949-EF00-1EED-DCAA-42DB8489C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437" y="1709882"/>
            <a:ext cx="3009900" cy="9525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D06C4CE2-CCF9-CC57-2B57-AC966E4A3DF7}"/>
              </a:ext>
            </a:extLst>
          </p:cNvPr>
          <p:cNvSpPr/>
          <p:nvPr/>
        </p:nvSpPr>
        <p:spPr>
          <a:xfrm>
            <a:off x="5444836" y="2047586"/>
            <a:ext cx="651164" cy="2770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702C37-8CD9-DC10-2E35-DE3A16F52572}"/>
              </a:ext>
            </a:extLst>
          </p:cNvPr>
          <p:cNvGrpSpPr/>
          <p:nvPr/>
        </p:nvGrpSpPr>
        <p:grpSpPr>
          <a:xfrm>
            <a:off x="2619087" y="3270827"/>
            <a:ext cx="3907558" cy="1092200"/>
            <a:chOff x="2619087" y="3270827"/>
            <a:chExt cx="3907558" cy="1092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4219509-1989-9523-D41E-7BD501404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3245" y="3270827"/>
              <a:ext cx="1803400" cy="1092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D4A333-5C0F-D32C-E867-3261D779B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9087" y="3556577"/>
              <a:ext cx="2006600" cy="5207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EDF085-03BB-6862-03AF-7BA4A0DB31A9}"/>
              </a:ext>
            </a:extLst>
          </p:cNvPr>
          <p:cNvGrpSpPr/>
          <p:nvPr/>
        </p:nvGrpSpPr>
        <p:grpSpPr>
          <a:xfrm>
            <a:off x="2619087" y="4964545"/>
            <a:ext cx="3837131" cy="647700"/>
            <a:chOff x="2619087" y="4964545"/>
            <a:chExt cx="3837131" cy="6477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EB6DC96-A5B6-709A-9664-D86CD49BB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19087" y="5019963"/>
              <a:ext cx="1028700" cy="4191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DCC7C4-96E3-3F10-C475-5D4AE5613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47787" y="5093854"/>
              <a:ext cx="977900" cy="4318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CA2BD4-BC6F-011E-FA10-272AB45FC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84618" y="4964545"/>
              <a:ext cx="1371600" cy="64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22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0E95-1E01-05FD-28E6-F4E688B4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8BE9B-3E6D-EE5A-715E-AF2430B3B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82" y="744104"/>
            <a:ext cx="4241800" cy="5207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42138A7-AF01-5B5A-CA06-D9C16CE1F915}"/>
              </a:ext>
            </a:extLst>
          </p:cNvPr>
          <p:cNvGrpSpPr/>
          <p:nvPr/>
        </p:nvGrpSpPr>
        <p:grpSpPr>
          <a:xfrm>
            <a:off x="1572491" y="1403639"/>
            <a:ext cx="7772400" cy="2431761"/>
            <a:chOff x="1572491" y="1403639"/>
            <a:chExt cx="7772400" cy="24317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3BA362-83EC-02AD-E2C3-1F97668D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2491" y="1403639"/>
              <a:ext cx="7772400" cy="23050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866AEBB-D5E5-7700-F2DA-05D3CCDCD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9446" y="3429000"/>
              <a:ext cx="1873827" cy="4064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2095450-0EE2-1BBA-D7CE-68A653B1E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2492" y="1410566"/>
              <a:ext cx="1600200" cy="40640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9C7590E-B38A-8883-533F-442259D06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1873" y="3952585"/>
            <a:ext cx="1765300" cy="660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5C1951-BCBF-BF0E-9207-AC290521991B}"/>
              </a:ext>
            </a:extLst>
          </p:cNvPr>
          <p:cNvSpPr txBox="1"/>
          <p:nvPr/>
        </p:nvSpPr>
        <p:spPr>
          <a:xfrm>
            <a:off x="3713019" y="4139684"/>
            <a:ext cx="4387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(the two-dimensional divergence theorem)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804DB3-687D-C00A-00A6-2D03668EE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7173" y="4792518"/>
            <a:ext cx="3365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214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FB78-EEB0-FE43-AF94-DD0C4E87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488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63</Words>
  <Application>Microsoft Macintosh PowerPoint</Application>
  <PresentationFormat>Widescreen</PresentationFormat>
  <Paragraphs>15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Heat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Wang</dc:creator>
  <cp:lastModifiedBy>Min Wang</cp:lastModifiedBy>
  <cp:revision>1</cp:revision>
  <dcterms:created xsi:type="dcterms:W3CDTF">2026-08-20T15:19:16Z</dcterms:created>
  <dcterms:modified xsi:type="dcterms:W3CDTF">2026-08-20T19:29:28Z</dcterms:modified>
</cp:coreProperties>
</file>