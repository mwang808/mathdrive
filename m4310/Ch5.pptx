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5" r:id="rId3"/>
    <p:sldId id="306" r:id="rId4"/>
    <p:sldId id="303" r:id="rId5"/>
    <p:sldId id="301" r:id="rId6"/>
    <p:sldId id="302" r:id="rId7"/>
    <p:sldId id="304" r:id="rId8"/>
    <p:sldId id="343" r:id="rId9"/>
    <p:sldId id="344" r:id="rId10"/>
    <p:sldId id="307" r:id="rId11"/>
    <p:sldId id="308" r:id="rId12"/>
    <p:sldId id="309" r:id="rId13"/>
    <p:sldId id="310" r:id="rId14"/>
    <p:sldId id="311" r:id="rId15"/>
    <p:sldId id="312" r:id="rId16"/>
    <p:sldId id="3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A0639-582A-9341-9711-962492799537}" v="42" dt="2026-10-18T20:06:50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58"/>
  </p:normalViewPr>
  <p:slideViewPr>
    <p:cSldViewPr snapToGrid="0">
      <p:cViewPr varScale="1">
        <p:scale>
          <a:sx n="91" d="100"/>
          <a:sy n="91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40c509f2-6e44-41ac-be95-0b697891d3eb" providerId="ADAL" clId="{1E82F5CA-06CB-5569-B40B-7CFA0163A4AB}"/>
    <pc:docChg chg="undo custSel addSld delSld modSld sldOrd">
      <pc:chgData name="Min Wang" userId="40c509f2-6e44-41ac-be95-0b697891d3eb" providerId="ADAL" clId="{1E82F5CA-06CB-5569-B40B-7CFA0163A4AB}" dt="2026-10-18T20:08:45.677" v="713" actId="2696"/>
      <pc:docMkLst>
        <pc:docMk/>
      </pc:docMkLst>
      <pc:sldChg chg="modSp mod">
        <pc:chgData name="Min Wang" userId="40c509f2-6e44-41ac-be95-0b697891d3eb" providerId="ADAL" clId="{1E82F5CA-06CB-5569-B40B-7CFA0163A4AB}" dt="2026-10-18T18:52:37.946" v="517" actId="255"/>
        <pc:sldMkLst>
          <pc:docMk/>
          <pc:sldMk cId="1410039803" sldId="256"/>
        </pc:sldMkLst>
        <pc:spChg chg="mod">
          <ac:chgData name="Min Wang" userId="40c509f2-6e44-41ac-be95-0b697891d3eb" providerId="ADAL" clId="{1E82F5CA-06CB-5569-B40B-7CFA0163A4AB}" dt="2026-10-18T18:52:37.946" v="517" actId="255"/>
          <ac:spMkLst>
            <pc:docMk/>
            <pc:sldMk cId="1410039803" sldId="256"/>
            <ac:spMk id="2" creationId="{7D6FED06-E9C4-21C5-C760-6FE50ADBC0F6}"/>
          </ac:spMkLst>
        </pc:spChg>
      </pc:sldChg>
      <pc:sldChg chg="del">
        <pc:chgData name="Min Wang" userId="40c509f2-6e44-41ac-be95-0b697891d3eb" providerId="ADAL" clId="{1E82F5CA-06CB-5569-B40B-7CFA0163A4AB}" dt="2026-10-18T18:52:41.522" v="518" actId="2696"/>
        <pc:sldMkLst>
          <pc:docMk/>
          <pc:sldMk cId="3197488510" sldId="300"/>
        </pc:sldMkLst>
      </pc:sldChg>
      <pc:sldChg chg="addSp delSp modSp mod modAnim">
        <pc:chgData name="Min Wang" userId="40c509f2-6e44-41ac-be95-0b697891d3eb" providerId="ADAL" clId="{1E82F5CA-06CB-5569-B40B-7CFA0163A4AB}" dt="2026-10-18T19:50:54.323" v="593" actId="1076"/>
        <pc:sldMkLst>
          <pc:docMk/>
          <pc:sldMk cId="1551487470" sldId="301"/>
        </pc:sldMkLst>
        <pc:spChg chg="add del mod">
          <ac:chgData name="Min Wang" userId="40c509f2-6e44-41ac-be95-0b697891d3eb" providerId="ADAL" clId="{1E82F5CA-06CB-5569-B40B-7CFA0163A4AB}" dt="2026-10-18T19:50:48.879" v="592" actId="478"/>
          <ac:spMkLst>
            <pc:docMk/>
            <pc:sldMk cId="1551487470" sldId="301"/>
            <ac:spMk id="3" creationId="{78144E8D-A992-2BE5-A4F6-DD2E44052293}"/>
          </ac:spMkLst>
        </pc:spChg>
        <pc:spChg chg="add del mod">
          <ac:chgData name="Min Wang" userId="40c509f2-6e44-41ac-be95-0b697891d3eb" providerId="ADAL" clId="{1E82F5CA-06CB-5569-B40B-7CFA0163A4AB}" dt="2026-10-18T19:47:31.058" v="564" actId="22"/>
          <ac:spMkLst>
            <pc:docMk/>
            <pc:sldMk cId="1551487470" sldId="301"/>
            <ac:spMk id="13" creationId="{F8DC6669-D714-6234-2356-59F9CAE88FC8}"/>
          </ac:spMkLst>
        </pc:spChg>
        <pc:picChg chg="add del mod">
          <ac:chgData name="Min Wang" userId="40c509f2-6e44-41ac-be95-0b697891d3eb" providerId="ADAL" clId="{1E82F5CA-06CB-5569-B40B-7CFA0163A4AB}" dt="2026-10-18T19:50:48.879" v="592" actId="478"/>
          <ac:picMkLst>
            <pc:docMk/>
            <pc:sldMk cId="1551487470" sldId="301"/>
            <ac:picMk id="4" creationId="{62E63A9F-7985-20FE-FA4F-2A237BE97B0B}"/>
          </ac:picMkLst>
        </pc:picChg>
        <pc:picChg chg="add del mod">
          <ac:chgData name="Min Wang" userId="40c509f2-6e44-41ac-be95-0b697891d3eb" providerId="ADAL" clId="{1E82F5CA-06CB-5569-B40B-7CFA0163A4AB}" dt="2026-10-18T19:43:21.217" v="537" actId="478"/>
          <ac:picMkLst>
            <pc:docMk/>
            <pc:sldMk cId="1551487470" sldId="301"/>
            <ac:picMk id="5" creationId="{856B4796-3D38-9EAD-078B-B288CDF6A89C}"/>
          </ac:picMkLst>
        </pc:picChg>
        <pc:picChg chg="add del mod">
          <ac:chgData name="Min Wang" userId="40c509f2-6e44-41ac-be95-0b697891d3eb" providerId="ADAL" clId="{1E82F5CA-06CB-5569-B40B-7CFA0163A4AB}" dt="2026-10-18T19:50:48.879" v="592" actId="478"/>
          <ac:picMkLst>
            <pc:docMk/>
            <pc:sldMk cId="1551487470" sldId="301"/>
            <ac:picMk id="6" creationId="{A7B6DDEA-6B4A-4F48-FE51-19324DCD5943}"/>
          </ac:picMkLst>
        </pc:picChg>
        <pc:picChg chg="add mod">
          <ac:chgData name="Min Wang" userId="40c509f2-6e44-41ac-be95-0b697891d3eb" providerId="ADAL" clId="{1E82F5CA-06CB-5569-B40B-7CFA0163A4AB}" dt="2026-10-18T19:50:54.323" v="593" actId="1076"/>
          <ac:picMkLst>
            <pc:docMk/>
            <pc:sldMk cId="1551487470" sldId="301"/>
            <ac:picMk id="7" creationId="{BDFEF84A-FA14-B728-64C4-6085470B8825}"/>
          </ac:picMkLst>
        </pc:picChg>
        <pc:picChg chg="add mod">
          <ac:chgData name="Min Wang" userId="40c509f2-6e44-41ac-be95-0b697891d3eb" providerId="ADAL" clId="{1E82F5CA-06CB-5569-B40B-7CFA0163A4AB}" dt="2026-10-18T19:50:54.323" v="593" actId="1076"/>
          <ac:picMkLst>
            <pc:docMk/>
            <pc:sldMk cId="1551487470" sldId="301"/>
            <ac:picMk id="8" creationId="{07D7C090-191D-72B2-2D3F-75A68FD3C19B}"/>
          </ac:picMkLst>
        </pc:picChg>
        <pc:picChg chg="add mod">
          <ac:chgData name="Min Wang" userId="40c509f2-6e44-41ac-be95-0b697891d3eb" providerId="ADAL" clId="{1E82F5CA-06CB-5569-B40B-7CFA0163A4AB}" dt="2026-10-18T19:50:54.323" v="593" actId="1076"/>
          <ac:picMkLst>
            <pc:docMk/>
            <pc:sldMk cId="1551487470" sldId="301"/>
            <ac:picMk id="9" creationId="{C3F3DAAA-15C3-42B2-29B9-A3692F3987EE}"/>
          </ac:picMkLst>
        </pc:picChg>
        <pc:picChg chg="add mod">
          <ac:chgData name="Min Wang" userId="40c509f2-6e44-41ac-be95-0b697891d3eb" providerId="ADAL" clId="{1E82F5CA-06CB-5569-B40B-7CFA0163A4AB}" dt="2026-10-18T19:50:54.323" v="593" actId="1076"/>
          <ac:picMkLst>
            <pc:docMk/>
            <pc:sldMk cId="1551487470" sldId="301"/>
            <ac:picMk id="10" creationId="{67C914DF-F9C1-6840-B78C-11B09B56EAB9}"/>
          </ac:picMkLst>
        </pc:picChg>
        <pc:picChg chg="add mod">
          <ac:chgData name="Min Wang" userId="40c509f2-6e44-41ac-be95-0b697891d3eb" providerId="ADAL" clId="{1E82F5CA-06CB-5569-B40B-7CFA0163A4AB}" dt="2026-10-18T19:50:54.323" v="593" actId="1076"/>
          <ac:picMkLst>
            <pc:docMk/>
            <pc:sldMk cId="1551487470" sldId="301"/>
            <ac:picMk id="11" creationId="{AF29BBD8-C6FB-3C15-E0E8-59474C92473F}"/>
          </ac:picMkLst>
        </pc:picChg>
      </pc:sldChg>
      <pc:sldChg chg="addSp modSp mod modShow">
        <pc:chgData name="Min Wang" userId="40c509f2-6e44-41ac-be95-0b697891d3eb" providerId="ADAL" clId="{1E82F5CA-06CB-5569-B40B-7CFA0163A4AB}" dt="2026-10-18T19:50:34.547" v="591" actId="729"/>
        <pc:sldMkLst>
          <pc:docMk/>
          <pc:sldMk cId="1768383727" sldId="302"/>
        </pc:sldMkLst>
        <pc:picChg chg="add mod">
          <ac:chgData name="Min Wang" userId="40c509f2-6e44-41ac-be95-0b697891d3eb" providerId="ADAL" clId="{1E82F5CA-06CB-5569-B40B-7CFA0163A4AB}" dt="2026-10-18T19:46:26.980" v="557" actId="1076"/>
          <ac:picMkLst>
            <pc:docMk/>
            <pc:sldMk cId="1768383727" sldId="302"/>
            <ac:picMk id="2" creationId="{A427E426-4D52-4EAA-57C5-1E6FFA516139}"/>
          </ac:picMkLst>
        </pc:picChg>
        <pc:picChg chg="add mod">
          <ac:chgData name="Min Wang" userId="40c509f2-6e44-41ac-be95-0b697891d3eb" providerId="ADAL" clId="{1E82F5CA-06CB-5569-B40B-7CFA0163A4AB}" dt="2026-10-18T19:46:22.411" v="556" actId="1076"/>
          <ac:picMkLst>
            <pc:docMk/>
            <pc:sldMk cId="1768383727" sldId="302"/>
            <ac:picMk id="3" creationId="{F84CFDF0-6528-5437-4DF2-D35ECD179628}"/>
          </ac:picMkLst>
        </pc:picChg>
        <pc:picChg chg="add mod">
          <ac:chgData name="Min Wang" userId="40c509f2-6e44-41ac-be95-0b697891d3eb" providerId="ADAL" clId="{1E82F5CA-06CB-5569-B40B-7CFA0163A4AB}" dt="2026-10-18T19:46:39.090" v="559" actId="1076"/>
          <ac:picMkLst>
            <pc:docMk/>
            <pc:sldMk cId="1768383727" sldId="302"/>
            <ac:picMk id="4" creationId="{D2F9F9AD-43C3-A51F-8264-C79152C261B9}"/>
          </ac:picMkLst>
        </pc:picChg>
      </pc:sldChg>
      <pc:sldChg chg="addSp delSp modSp mod ord">
        <pc:chgData name="Min Wang" userId="40c509f2-6e44-41ac-be95-0b697891d3eb" providerId="ADAL" clId="{1E82F5CA-06CB-5569-B40B-7CFA0163A4AB}" dt="2026-10-18T19:50:23.649" v="590" actId="20578"/>
        <pc:sldMkLst>
          <pc:docMk/>
          <pc:sldMk cId="1754316033" sldId="303"/>
        </pc:sldMkLst>
        <pc:spChg chg="add mod">
          <ac:chgData name="Min Wang" userId="40c509f2-6e44-41ac-be95-0b697891d3eb" providerId="ADAL" clId="{1E82F5CA-06CB-5569-B40B-7CFA0163A4AB}" dt="2026-10-18T19:47:46.868" v="569" actId="113"/>
          <ac:spMkLst>
            <pc:docMk/>
            <pc:sldMk cId="1754316033" sldId="303"/>
            <ac:spMk id="3" creationId="{4FA0AF1B-A35C-F433-05BA-4EB2775C4C47}"/>
          </ac:spMkLst>
        </pc:spChg>
        <pc:spChg chg="add mod">
          <ac:chgData name="Min Wang" userId="40c509f2-6e44-41ac-be95-0b697891d3eb" providerId="ADAL" clId="{1E82F5CA-06CB-5569-B40B-7CFA0163A4AB}" dt="2026-10-18T19:48:15.163" v="576" actId="14100"/>
          <ac:spMkLst>
            <pc:docMk/>
            <pc:sldMk cId="1754316033" sldId="303"/>
            <ac:spMk id="6" creationId="{88D20974-2B29-C364-4F49-500DED3F57B8}"/>
          </ac:spMkLst>
        </pc:spChg>
        <pc:picChg chg="add del mod">
          <ac:chgData name="Min Wang" userId="40c509f2-6e44-41ac-be95-0b697891d3eb" providerId="ADAL" clId="{1E82F5CA-06CB-5569-B40B-7CFA0163A4AB}" dt="2026-10-18T19:48:08.480" v="573" actId="478"/>
          <ac:picMkLst>
            <pc:docMk/>
            <pc:sldMk cId="1754316033" sldId="303"/>
            <ac:picMk id="4" creationId="{5E66D156-B761-F5EF-83FD-2B31B869B57D}"/>
          </ac:picMkLst>
        </pc:picChg>
        <pc:picChg chg="add mod">
          <ac:chgData name="Min Wang" userId="40c509f2-6e44-41ac-be95-0b697891d3eb" providerId="ADAL" clId="{1E82F5CA-06CB-5569-B40B-7CFA0163A4AB}" dt="2026-10-18T19:48:29.949" v="578" actId="1076"/>
          <ac:picMkLst>
            <pc:docMk/>
            <pc:sldMk cId="1754316033" sldId="303"/>
            <ac:picMk id="7" creationId="{06FC5952-A200-DC63-70DA-3543286A32E6}"/>
          </ac:picMkLst>
        </pc:picChg>
        <pc:picChg chg="add mod">
          <ac:chgData name="Min Wang" userId="40c509f2-6e44-41ac-be95-0b697891d3eb" providerId="ADAL" clId="{1E82F5CA-06CB-5569-B40B-7CFA0163A4AB}" dt="2026-10-18T19:48:55.073" v="580" actId="1076"/>
          <ac:picMkLst>
            <pc:docMk/>
            <pc:sldMk cId="1754316033" sldId="303"/>
            <ac:picMk id="8" creationId="{F06BCD49-40A7-3206-D7B8-82A9F524201F}"/>
          </ac:picMkLst>
        </pc:picChg>
        <pc:picChg chg="add mod">
          <ac:chgData name="Min Wang" userId="40c509f2-6e44-41ac-be95-0b697891d3eb" providerId="ADAL" clId="{1E82F5CA-06CB-5569-B40B-7CFA0163A4AB}" dt="2026-10-18T19:49:06.673" v="582" actId="1076"/>
          <ac:picMkLst>
            <pc:docMk/>
            <pc:sldMk cId="1754316033" sldId="303"/>
            <ac:picMk id="9" creationId="{916FE96D-41D1-9227-EA50-E203BA1256CD}"/>
          </ac:picMkLst>
        </pc:picChg>
        <pc:picChg chg="add mod">
          <ac:chgData name="Min Wang" userId="40c509f2-6e44-41ac-be95-0b697891d3eb" providerId="ADAL" clId="{1E82F5CA-06CB-5569-B40B-7CFA0163A4AB}" dt="2026-10-18T19:50:04.114" v="585" actId="14100"/>
          <ac:picMkLst>
            <pc:docMk/>
            <pc:sldMk cId="1754316033" sldId="303"/>
            <ac:picMk id="10" creationId="{51EB8ED8-D3F6-022C-3E15-4D25F62B02E2}"/>
          </ac:picMkLst>
        </pc:picChg>
        <pc:picChg chg="add mod">
          <ac:chgData name="Min Wang" userId="40c509f2-6e44-41ac-be95-0b697891d3eb" providerId="ADAL" clId="{1E82F5CA-06CB-5569-B40B-7CFA0163A4AB}" dt="2026-10-18T19:50:17.319" v="589" actId="14100"/>
          <ac:picMkLst>
            <pc:docMk/>
            <pc:sldMk cId="1754316033" sldId="303"/>
            <ac:picMk id="11" creationId="{2E83AA4B-F58F-DAE8-107B-178EE1D2E77B}"/>
          </ac:picMkLst>
        </pc:picChg>
      </pc:sldChg>
      <pc:sldChg chg="addSp modSp mod">
        <pc:chgData name="Min Wang" userId="40c509f2-6e44-41ac-be95-0b697891d3eb" providerId="ADAL" clId="{1E82F5CA-06CB-5569-B40B-7CFA0163A4AB}" dt="2026-10-18T19:52:09.201" v="603" actId="14100"/>
        <pc:sldMkLst>
          <pc:docMk/>
          <pc:sldMk cId="3017884910" sldId="304"/>
        </pc:sldMkLst>
        <pc:spChg chg="add mod">
          <ac:chgData name="Min Wang" userId="40c509f2-6e44-41ac-be95-0b697891d3eb" providerId="ADAL" clId="{1E82F5CA-06CB-5569-B40B-7CFA0163A4AB}" dt="2026-10-18T19:51:37.258" v="598" actId="113"/>
          <ac:spMkLst>
            <pc:docMk/>
            <pc:sldMk cId="3017884910" sldId="304"/>
            <ac:spMk id="3" creationId="{100BB388-0994-F166-4F18-B075E886A8AA}"/>
          </ac:spMkLst>
        </pc:spChg>
        <pc:picChg chg="add mod">
          <ac:chgData name="Min Wang" userId="40c509f2-6e44-41ac-be95-0b697891d3eb" providerId="ADAL" clId="{1E82F5CA-06CB-5569-B40B-7CFA0163A4AB}" dt="2026-10-18T19:52:09.201" v="603" actId="14100"/>
          <ac:picMkLst>
            <pc:docMk/>
            <pc:sldMk cId="3017884910" sldId="304"/>
            <ac:picMk id="4" creationId="{19B79045-928E-D61B-1587-15AA8CC223EE}"/>
          </ac:picMkLst>
        </pc:picChg>
      </pc:sldChg>
      <pc:sldChg chg="add">
        <pc:chgData name="Min Wang" userId="40c509f2-6e44-41ac-be95-0b697891d3eb" providerId="ADAL" clId="{1E82F5CA-06CB-5569-B40B-7CFA0163A4AB}" dt="2026-10-18T19:55:41.120" v="631"/>
        <pc:sldMkLst>
          <pc:docMk/>
          <pc:sldMk cId="1329361364" sldId="305"/>
        </pc:sldMkLst>
      </pc:sldChg>
      <pc:sldChg chg="addSp modSp del mod">
        <pc:chgData name="Min Wang" userId="40c509f2-6e44-41ac-be95-0b697891d3eb" providerId="ADAL" clId="{1E82F5CA-06CB-5569-B40B-7CFA0163A4AB}" dt="2026-10-18T19:55:37.400" v="630" actId="2696"/>
        <pc:sldMkLst>
          <pc:docMk/>
          <pc:sldMk cId="4241437069" sldId="305"/>
        </pc:sldMkLst>
        <pc:picChg chg="add mod">
          <ac:chgData name="Min Wang" userId="40c509f2-6e44-41ac-be95-0b697891d3eb" providerId="ADAL" clId="{1E82F5CA-06CB-5569-B40B-7CFA0163A4AB}" dt="2026-10-18T19:53:33.806" v="614" actId="14100"/>
          <ac:picMkLst>
            <pc:docMk/>
            <pc:sldMk cId="4241437069" sldId="305"/>
            <ac:picMk id="2" creationId="{1E8AC71A-2A1A-961D-F5B0-9F3A01250022}"/>
          </ac:picMkLst>
        </pc:picChg>
        <pc:picChg chg="add mod">
          <ac:chgData name="Min Wang" userId="40c509f2-6e44-41ac-be95-0b697891d3eb" providerId="ADAL" clId="{1E82F5CA-06CB-5569-B40B-7CFA0163A4AB}" dt="2026-10-18T19:53:41.822" v="616" actId="1076"/>
          <ac:picMkLst>
            <pc:docMk/>
            <pc:sldMk cId="4241437069" sldId="305"/>
            <ac:picMk id="3" creationId="{017594AB-3DE1-B63C-6424-94556EFF824A}"/>
          </ac:picMkLst>
        </pc:picChg>
        <pc:picChg chg="add mod">
          <ac:chgData name="Min Wang" userId="40c509f2-6e44-41ac-be95-0b697891d3eb" providerId="ADAL" clId="{1E82F5CA-06CB-5569-B40B-7CFA0163A4AB}" dt="2026-10-18T19:54:05.380" v="619" actId="14100"/>
          <ac:picMkLst>
            <pc:docMk/>
            <pc:sldMk cId="4241437069" sldId="305"/>
            <ac:picMk id="4" creationId="{98CB2E23-ACC2-B913-ED4D-CB504F16616D}"/>
          </ac:picMkLst>
        </pc:picChg>
      </pc:sldChg>
      <pc:sldChg chg="add">
        <pc:chgData name="Min Wang" userId="40c509f2-6e44-41ac-be95-0b697891d3eb" providerId="ADAL" clId="{1E82F5CA-06CB-5569-B40B-7CFA0163A4AB}" dt="2026-10-18T19:55:41.120" v="631"/>
        <pc:sldMkLst>
          <pc:docMk/>
          <pc:sldMk cId="2913484578" sldId="306"/>
        </pc:sldMkLst>
      </pc:sldChg>
      <pc:sldChg chg="addSp delSp modSp del mod">
        <pc:chgData name="Min Wang" userId="40c509f2-6e44-41ac-be95-0b697891d3eb" providerId="ADAL" clId="{1E82F5CA-06CB-5569-B40B-7CFA0163A4AB}" dt="2026-10-18T19:55:37.400" v="630" actId="2696"/>
        <pc:sldMkLst>
          <pc:docMk/>
          <pc:sldMk cId="3116124785" sldId="306"/>
        </pc:sldMkLst>
        <pc:picChg chg="add del mod">
          <ac:chgData name="Min Wang" userId="40c509f2-6e44-41ac-be95-0b697891d3eb" providerId="ADAL" clId="{1E82F5CA-06CB-5569-B40B-7CFA0163A4AB}" dt="2026-10-18T19:54:57.650" v="623" actId="478"/>
          <ac:picMkLst>
            <pc:docMk/>
            <pc:sldMk cId="3116124785" sldId="306"/>
            <ac:picMk id="2" creationId="{0E8AF0F3-C273-B79D-C917-8D3EC6F4C412}"/>
          </ac:picMkLst>
        </pc:picChg>
        <pc:picChg chg="add mod">
          <ac:chgData name="Min Wang" userId="40c509f2-6e44-41ac-be95-0b697891d3eb" providerId="ADAL" clId="{1E82F5CA-06CB-5569-B40B-7CFA0163A4AB}" dt="2026-10-18T19:55:09.861" v="626" actId="14100"/>
          <ac:picMkLst>
            <pc:docMk/>
            <pc:sldMk cId="3116124785" sldId="306"/>
            <ac:picMk id="3" creationId="{D097ABEC-040C-652E-0166-065087692F92}"/>
          </ac:picMkLst>
        </pc:picChg>
        <pc:inkChg chg="add">
          <ac:chgData name="Min Wang" userId="40c509f2-6e44-41ac-be95-0b697891d3eb" providerId="ADAL" clId="{1E82F5CA-06CB-5569-B40B-7CFA0163A4AB}" dt="2026-10-18T19:55:22.610" v="627" actId="9405"/>
          <ac:inkMkLst>
            <pc:docMk/>
            <pc:sldMk cId="3116124785" sldId="306"/>
            <ac:inkMk id="4" creationId="{358C2B7B-EBA8-ED0F-98FB-D38267FD4345}"/>
          </ac:inkMkLst>
        </pc:inkChg>
        <pc:inkChg chg="add">
          <ac:chgData name="Min Wang" userId="40c509f2-6e44-41ac-be95-0b697891d3eb" providerId="ADAL" clId="{1E82F5CA-06CB-5569-B40B-7CFA0163A4AB}" dt="2026-10-18T19:55:26.547" v="628" actId="9405"/>
          <ac:inkMkLst>
            <pc:docMk/>
            <pc:sldMk cId="3116124785" sldId="306"/>
            <ac:inkMk id="5" creationId="{D37999EA-787C-6650-BF89-5BDBA21E166E}"/>
          </ac:inkMkLst>
        </pc:inkChg>
        <pc:inkChg chg="add">
          <ac:chgData name="Min Wang" userId="40c509f2-6e44-41ac-be95-0b697891d3eb" providerId="ADAL" clId="{1E82F5CA-06CB-5569-B40B-7CFA0163A4AB}" dt="2026-10-18T19:55:29.710" v="629" actId="9405"/>
          <ac:inkMkLst>
            <pc:docMk/>
            <pc:sldMk cId="3116124785" sldId="306"/>
            <ac:inkMk id="6" creationId="{2C2EC724-8FFA-98E7-715E-7B0E855445C3}"/>
          </ac:inkMkLst>
        </pc:inkChg>
      </pc:sldChg>
      <pc:sldChg chg="addSp modSp mod">
        <pc:chgData name="Min Wang" userId="40c509f2-6e44-41ac-be95-0b697891d3eb" providerId="ADAL" clId="{1E82F5CA-06CB-5569-B40B-7CFA0163A4AB}" dt="2026-10-18T19:57:43.291" v="645" actId="1076"/>
        <pc:sldMkLst>
          <pc:docMk/>
          <pc:sldMk cId="2115032359" sldId="307"/>
        </pc:sldMkLst>
        <pc:spChg chg="add mod">
          <ac:chgData name="Min Wang" userId="40c509f2-6e44-41ac-be95-0b697891d3eb" providerId="ADAL" clId="{1E82F5CA-06CB-5569-B40B-7CFA0163A4AB}" dt="2026-10-18T19:56:57.950" v="636" actId="20577"/>
          <ac:spMkLst>
            <pc:docMk/>
            <pc:sldMk cId="2115032359" sldId="307"/>
            <ac:spMk id="3" creationId="{4C5CE263-37BB-6654-04A4-14A47F2E9C0F}"/>
          </ac:spMkLst>
        </pc:spChg>
        <pc:picChg chg="add mod">
          <ac:chgData name="Min Wang" userId="40c509f2-6e44-41ac-be95-0b697891d3eb" providerId="ADAL" clId="{1E82F5CA-06CB-5569-B40B-7CFA0163A4AB}" dt="2026-10-18T19:57:11.504" v="639" actId="1076"/>
          <ac:picMkLst>
            <pc:docMk/>
            <pc:sldMk cId="2115032359" sldId="307"/>
            <ac:picMk id="4" creationId="{534F6EEE-BF63-332F-E6CC-AD7B89B52838}"/>
          </ac:picMkLst>
        </pc:picChg>
        <pc:picChg chg="add mod">
          <ac:chgData name="Min Wang" userId="40c509f2-6e44-41ac-be95-0b697891d3eb" providerId="ADAL" clId="{1E82F5CA-06CB-5569-B40B-7CFA0163A4AB}" dt="2026-10-18T19:57:34.784" v="643" actId="1076"/>
          <ac:picMkLst>
            <pc:docMk/>
            <pc:sldMk cId="2115032359" sldId="307"/>
            <ac:picMk id="5" creationId="{7DB97180-89FD-D3F4-050F-2AFF5A5FE84C}"/>
          </ac:picMkLst>
        </pc:picChg>
        <pc:picChg chg="add mod">
          <ac:chgData name="Min Wang" userId="40c509f2-6e44-41ac-be95-0b697891d3eb" providerId="ADAL" clId="{1E82F5CA-06CB-5569-B40B-7CFA0163A4AB}" dt="2026-10-18T19:57:43.291" v="645" actId="1076"/>
          <ac:picMkLst>
            <pc:docMk/>
            <pc:sldMk cId="2115032359" sldId="307"/>
            <ac:picMk id="6" creationId="{D54C47C1-7A73-04F6-D978-103575748656}"/>
          </ac:picMkLst>
        </pc:picChg>
      </pc:sldChg>
      <pc:sldChg chg="addSp modSp mod">
        <pc:chgData name="Min Wang" userId="40c509f2-6e44-41ac-be95-0b697891d3eb" providerId="ADAL" clId="{1E82F5CA-06CB-5569-B40B-7CFA0163A4AB}" dt="2026-10-18T19:59:01.134" v="648" actId="14100"/>
        <pc:sldMkLst>
          <pc:docMk/>
          <pc:sldMk cId="1055328421" sldId="308"/>
        </pc:sldMkLst>
        <pc:picChg chg="add mod">
          <ac:chgData name="Min Wang" userId="40c509f2-6e44-41ac-be95-0b697891d3eb" providerId="ADAL" clId="{1E82F5CA-06CB-5569-B40B-7CFA0163A4AB}" dt="2026-10-18T19:59:01.134" v="648" actId="14100"/>
          <ac:picMkLst>
            <pc:docMk/>
            <pc:sldMk cId="1055328421" sldId="308"/>
            <ac:picMk id="2" creationId="{39EA5950-E984-436E-A09C-76CBC57F1BF2}"/>
          </ac:picMkLst>
        </pc:picChg>
      </pc:sldChg>
      <pc:sldChg chg="addSp modSp mod">
        <pc:chgData name="Min Wang" userId="40c509f2-6e44-41ac-be95-0b697891d3eb" providerId="ADAL" clId="{1E82F5CA-06CB-5569-B40B-7CFA0163A4AB}" dt="2026-10-18T20:00:08.657" v="660" actId="1076"/>
        <pc:sldMkLst>
          <pc:docMk/>
          <pc:sldMk cId="3120640261" sldId="309"/>
        </pc:sldMkLst>
        <pc:picChg chg="add mod">
          <ac:chgData name="Min Wang" userId="40c509f2-6e44-41ac-be95-0b697891d3eb" providerId="ADAL" clId="{1E82F5CA-06CB-5569-B40B-7CFA0163A4AB}" dt="2026-10-18T19:59:14.322" v="651" actId="14100"/>
          <ac:picMkLst>
            <pc:docMk/>
            <pc:sldMk cId="3120640261" sldId="309"/>
            <ac:picMk id="2" creationId="{41E9D9AD-9F5B-8636-075F-8E5769569AC9}"/>
          </ac:picMkLst>
        </pc:picChg>
        <pc:picChg chg="add mod">
          <ac:chgData name="Min Wang" userId="40c509f2-6e44-41ac-be95-0b697891d3eb" providerId="ADAL" clId="{1E82F5CA-06CB-5569-B40B-7CFA0163A4AB}" dt="2026-10-18T20:00:08.657" v="660" actId="1076"/>
          <ac:picMkLst>
            <pc:docMk/>
            <pc:sldMk cId="3120640261" sldId="309"/>
            <ac:picMk id="3" creationId="{825B4919-0639-6C2E-4E56-84F3603790B1}"/>
          </ac:picMkLst>
        </pc:picChg>
      </pc:sldChg>
      <pc:sldChg chg="addSp modSp mod">
        <pc:chgData name="Min Wang" userId="40c509f2-6e44-41ac-be95-0b697891d3eb" providerId="ADAL" clId="{1E82F5CA-06CB-5569-B40B-7CFA0163A4AB}" dt="2026-10-18T20:00:58.906" v="662" actId="1076"/>
        <pc:sldMkLst>
          <pc:docMk/>
          <pc:sldMk cId="3211148323" sldId="310"/>
        </pc:sldMkLst>
        <pc:picChg chg="add mod">
          <ac:chgData name="Min Wang" userId="40c509f2-6e44-41ac-be95-0b697891d3eb" providerId="ADAL" clId="{1E82F5CA-06CB-5569-B40B-7CFA0163A4AB}" dt="2026-10-18T20:00:58.906" v="662" actId="1076"/>
          <ac:picMkLst>
            <pc:docMk/>
            <pc:sldMk cId="3211148323" sldId="310"/>
            <ac:picMk id="2" creationId="{1ADA2194-43FC-5043-9D7A-C498CBEF0704}"/>
          </ac:picMkLst>
        </pc:picChg>
      </pc:sldChg>
      <pc:sldChg chg="addSp modSp mod">
        <pc:chgData name="Min Wang" userId="40c509f2-6e44-41ac-be95-0b697891d3eb" providerId="ADAL" clId="{1E82F5CA-06CB-5569-B40B-7CFA0163A4AB}" dt="2026-10-18T20:04:59.738" v="671" actId="1076"/>
        <pc:sldMkLst>
          <pc:docMk/>
          <pc:sldMk cId="3010503381" sldId="311"/>
        </pc:sldMkLst>
        <pc:picChg chg="add mod">
          <ac:chgData name="Min Wang" userId="40c509f2-6e44-41ac-be95-0b697891d3eb" providerId="ADAL" clId="{1E82F5CA-06CB-5569-B40B-7CFA0163A4AB}" dt="2026-10-18T20:02:34.049" v="664" actId="1076"/>
          <ac:picMkLst>
            <pc:docMk/>
            <pc:sldMk cId="3010503381" sldId="311"/>
            <ac:picMk id="2" creationId="{86AE4849-5EB2-7FB8-D271-1EAE8A667615}"/>
          </ac:picMkLst>
        </pc:picChg>
        <pc:picChg chg="add mod">
          <ac:chgData name="Min Wang" userId="40c509f2-6e44-41ac-be95-0b697891d3eb" providerId="ADAL" clId="{1E82F5CA-06CB-5569-B40B-7CFA0163A4AB}" dt="2026-10-18T20:03:20.153" v="666" actId="1076"/>
          <ac:picMkLst>
            <pc:docMk/>
            <pc:sldMk cId="3010503381" sldId="311"/>
            <ac:picMk id="3" creationId="{B37BD778-20F7-7ACB-8575-C5D9B6D88620}"/>
          </ac:picMkLst>
        </pc:picChg>
        <pc:picChg chg="add mod">
          <ac:chgData name="Min Wang" userId="40c509f2-6e44-41ac-be95-0b697891d3eb" providerId="ADAL" clId="{1E82F5CA-06CB-5569-B40B-7CFA0163A4AB}" dt="2026-10-18T20:03:29.420" v="668" actId="1076"/>
          <ac:picMkLst>
            <pc:docMk/>
            <pc:sldMk cId="3010503381" sldId="311"/>
            <ac:picMk id="4" creationId="{B498E655-F4BB-1FE7-2402-90AED27120D3}"/>
          </ac:picMkLst>
        </pc:picChg>
        <pc:picChg chg="add mod">
          <ac:chgData name="Min Wang" userId="40c509f2-6e44-41ac-be95-0b697891d3eb" providerId="ADAL" clId="{1E82F5CA-06CB-5569-B40B-7CFA0163A4AB}" dt="2026-10-18T20:04:59.738" v="671" actId="1076"/>
          <ac:picMkLst>
            <pc:docMk/>
            <pc:sldMk cId="3010503381" sldId="311"/>
            <ac:picMk id="6" creationId="{AFF565B7-D543-35DC-4628-A301F8834DC0}"/>
          </ac:picMkLst>
        </pc:picChg>
        <pc:inkChg chg="add">
          <ac:chgData name="Min Wang" userId="40c509f2-6e44-41ac-be95-0b697891d3eb" providerId="ADAL" clId="{1E82F5CA-06CB-5569-B40B-7CFA0163A4AB}" dt="2026-10-18T20:04:18.313" v="669" actId="9405"/>
          <ac:inkMkLst>
            <pc:docMk/>
            <pc:sldMk cId="3010503381" sldId="311"/>
            <ac:inkMk id="5" creationId="{0B4D3320-0C95-F2E9-16C2-A89B1EA12665}"/>
          </ac:inkMkLst>
        </pc:inkChg>
      </pc:sldChg>
      <pc:sldChg chg="addSp modSp mod">
        <pc:chgData name="Min Wang" userId="40c509f2-6e44-41ac-be95-0b697891d3eb" providerId="ADAL" clId="{1E82F5CA-06CB-5569-B40B-7CFA0163A4AB}" dt="2026-10-18T20:05:42.129" v="678" actId="9405"/>
        <pc:sldMkLst>
          <pc:docMk/>
          <pc:sldMk cId="3122549547" sldId="312"/>
        </pc:sldMkLst>
        <pc:picChg chg="add mod">
          <ac:chgData name="Min Wang" userId="40c509f2-6e44-41ac-be95-0b697891d3eb" providerId="ADAL" clId="{1E82F5CA-06CB-5569-B40B-7CFA0163A4AB}" dt="2026-10-18T20:05:09.774" v="673" actId="1076"/>
          <ac:picMkLst>
            <pc:docMk/>
            <pc:sldMk cId="3122549547" sldId="312"/>
            <ac:picMk id="2" creationId="{E18C18B2-6F68-EDB0-6528-5CBB1C4B4B6A}"/>
          </ac:picMkLst>
        </pc:picChg>
        <pc:picChg chg="add mod">
          <ac:chgData name="Min Wang" userId="40c509f2-6e44-41ac-be95-0b697891d3eb" providerId="ADAL" clId="{1E82F5CA-06CB-5569-B40B-7CFA0163A4AB}" dt="2026-10-18T20:05:09.774" v="673" actId="1076"/>
          <ac:picMkLst>
            <pc:docMk/>
            <pc:sldMk cId="3122549547" sldId="312"/>
            <ac:picMk id="3" creationId="{4FD3F468-6301-2E7E-B57E-EC17195499B0}"/>
          </ac:picMkLst>
        </pc:picChg>
        <pc:picChg chg="add mod">
          <ac:chgData name="Min Wang" userId="40c509f2-6e44-41ac-be95-0b697891d3eb" providerId="ADAL" clId="{1E82F5CA-06CB-5569-B40B-7CFA0163A4AB}" dt="2026-10-18T20:05:23.549" v="676" actId="14100"/>
          <ac:picMkLst>
            <pc:docMk/>
            <pc:sldMk cId="3122549547" sldId="312"/>
            <ac:picMk id="4" creationId="{0A884474-A52B-9953-0208-69786F0DC889}"/>
          </ac:picMkLst>
        </pc:picChg>
        <pc:inkChg chg="add">
          <ac:chgData name="Min Wang" userId="40c509f2-6e44-41ac-be95-0b697891d3eb" providerId="ADAL" clId="{1E82F5CA-06CB-5569-B40B-7CFA0163A4AB}" dt="2026-10-18T20:05:30.174" v="677" actId="9405"/>
          <ac:inkMkLst>
            <pc:docMk/>
            <pc:sldMk cId="3122549547" sldId="312"/>
            <ac:inkMk id="5" creationId="{F06A6D08-BCE3-7B34-3BBF-1C887B598C0C}"/>
          </ac:inkMkLst>
        </pc:inkChg>
        <pc:inkChg chg="add">
          <ac:chgData name="Min Wang" userId="40c509f2-6e44-41ac-be95-0b697891d3eb" providerId="ADAL" clId="{1E82F5CA-06CB-5569-B40B-7CFA0163A4AB}" dt="2026-10-18T20:05:42.129" v="678" actId="9405"/>
          <ac:inkMkLst>
            <pc:docMk/>
            <pc:sldMk cId="3122549547" sldId="312"/>
            <ac:inkMk id="6" creationId="{CE28F164-AF78-59D9-513F-3963D891EF21}"/>
          </ac:inkMkLst>
        </pc:inkChg>
      </pc:sldChg>
      <pc:sldChg chg="addSp modSp mod">
        <pc:chgData name="Min Wang" userId="40c509f2-6e44-41ac-be95-0b697891d3eb" providerId="ADAL" clId="{1E82F5CA-06CB-5569-B40B-7CFA0163A4AB}" dt="2026-10-18T20:07:31.421" v="684" actId="9405"/>
        <pc:sldMkLst>
          <pc:docMk/>
          <pc:sldMk cId="1607324547" sldId="313"/>
        </pc:sldMkLst>
        <pc:picChg chg="add mod">
          <ac:chgData name="Min Wang" userId="40c509f2-6e44-41ac-be95-0b697891d3eb" providerId="ADAL" clId="{1E82F5CA-06CB-5569-B40B-7CFA0163A4AB}" dt="2026-10-18T20:06:53.823" v="681" actId="14100"/>
          <ac:picMkLst>
            <pc:docMk/>
            <pc:sldMk cId="1607324547" sldId="313"/>
            <ac:picMk id="2" creationId="{44D8C3A2-E99A-25DF-A9C0-7401FC9DDACD}"/>
          </ac:picMkLst>
        </pc:picChg>
        <pc:inkChg chg="add">
          <ac:chgData name="Min Wang" userId="40c509f2-6e44-41ac-be95-0b697891d3eb" providerId="ADAL" clId="{1E82F5CA-06CB-5569-B40B-7CFA0163A4AB}" dt="2026-10-18T20:06:59.604" v="682" actId="9405"/>
          <ac:inkMkLst>
            <pc:docMk/>
            <pc:sldMk cId="1607324547" sldId="313"/>
            <ac:inkMk id="3" creationId="{98406E94-9C08-44FC-12D0-F8538E96E51E}"/>
          </ac:inkMkLst>
        </pc:inkChg>
        <pc:inkChg chg="add">
          <ac:chgData name="Min Wang" userId="40c509f2-6e44-41ac-be95-0b697891d3eb" providerId="ADAL" clId="{1E82F5CA-06CB-5569-B40B-7CFA0163A4AB}" dt="2026-10-18T20:07:27.975" v="683" actId="9405"/>
          <ac:inkMkLst>
            <pc:docMk/>
            <pc:sldMk cId="1607324547" sldId="313"/>
            <ac:inkMk id="4" creationId="{92A0DC4B-E8C8-C464-6FC9-BCFF3B4B2D14}"/>
          </ac:inkMkLst>
        </pc:inkChg>
        <pc:inkChg chg="add">
          <ac:chgData name="Min Wang" userId="40c509f2-6e44-41ac-be95-0b697891d3eb" providerId="ADAL" clId="{1E82F5CA-06CB-5569-B40B-7CFA0163A4AB}" dt="2026-10-18T20:07:31.421" v="684" actId="9405"/>
          <ac:inkMkLst>
            <pc:docMk/>
            <pc:sldMk cId="1607324547" sldId="313"/>
            <ac:inkMk id="5" creationId="{A91FE309-1E73-DE64-B058-1F99A905FB19}"/>
          </ac:inkMkLst>
        </pc:inkChg>
      </pc:sldChg>
      <pc:sldChg chg="del">
        <pc:chgData name="Min Wang" userId="40c509f2-6e44-41ac-be95-0b697891d3eb" providerId="ADAL" clId="{1E82F5CA-06CB-5569-B40B-7CFA0163A4AB}" dt="2026-10-18T20:08:45.656" v="685" actId="2696"/>
        <pc:sldMkLst>
          <pc:docMk/>
          <pc:sldMk cId="336904915" sldId="314"/>
        </pc:sldMkLst>
      </pc:sldChg>
      <pc:sldChg chg="del">
        <pc:chgData name="Min Wang" userId="40c509f2-6e44-41ac-be95-0b697891d3eb" providerId="ADAL" clId="{1E82F5CA-06CB-5569-B40B-7CFA0163A4AB}" dt="2026-10-18T20:08:45.662" v="692" actId="2696"/>
        <pc:sldMkLst>
          <pc:docMk/>
          <pc:sldMk cId="4277801599" sldId="315"/>
        </pc:sldMkLst>
      </pc:sldChg>
      <pc:sldChg chg="del">
        <pc:chgData name="Min Wang" userId="40c509f2-6e44-41ac-be95-0b697891d3eb" providerId="ADAL" clId="{1E82F5CA-06CB-5569-B40B-7CFA0163A4AB}" dt="2026-10-18T20:08:45.669" v="707" actId="2696"/>
        <pc:sldMkLst>
          <pc:docMk/>
          <pc:sldMk cId="3934468289" sldId="316"/>
        </pc:sldMkLst>
      </pc:sldChg>
      <pc:sldChg chg="del">
        <pc:chgData name="Min Wang" userId="40c509f2-6e44-41ac-be95-0b697891d3eb" providerId="ADAL" clId="{1E82F5CA-06CB-5569-B40B-7CFA0163A4AB}" dt="2026-10-18T20:08:45.672" v="709" actId="2696"/>
        <pc:sldMkLst>
          <pc:docMk/>
          <pc:sldMk cId="3595205882" sldId="317"/>
        </pc:sldMkLst>
      </pc:sldChg>
      <pc:sldChg chg="del">
        <pc:chgData name="Min Wang" userId="40c509f2-6e44-41ac-be95-0b697891d3eb" providerId="ADAL" clId="{1E82F5CA-06CB-5569-B40B-7CFA0163A4AB}" dt="2026-10-18T20:08:45.667" v="704" actId="2696"/>
        <pc:sldMkLst>
          <pc:docMk/>
          <pc:sldMk cId="1073559938" sldId="318"/>
        </pc:sldMkLst>
      </pc:sldChg>
      <pc:sldChg chg="del">
        <pc:chgData name="Min Wang" userId="40c509f2-6e44-41ac-be95-0b697891d3eb" providerId="ADAL" clId="{1E82F5CA-06CB-5569-B40B-7CFA0163A4AB}" dt="2026-10-18T20:08:45.662" v="693" actId="2696"/>
        <pc:sldMkLst>
          <pc:docMk/>
          <pc:sldMk cId="1219657220" sldId="319"/>
        </pc:sldMkLst>
      </pc:sldChg>
      <pc:sldChg chg="del">
        <pc:chgData name="Min Wang" userId="40c509f2-6e44-41ac-be95-0b697891d3eb" providerId="ADAL" clId="{1E82F5CA-06CB-5569-B40B-7CFA0163A4AB}" dt="2026-10-18T20:08:45.663" v="694" actId="2696"/>
        <pc:sldMkLst>
          <pc:docMk/>
          <pc:sldMk cId="1004969257" sldId="320"/>
        </pc:sldMkLst>
      </pc:sldChg>
      <pc:sldChg chg="del">
        <pc:chgData name="Min Wang" userId="40c509f2-6e44-41ac-be95-0b697891d3eb" providerId="ADAL" clId="{1E82F5CA-06CB-5569-B40B-7CFA0163A4AB}" dt="2026-10-18T20:08:45.670" v="708" actId="2696"/>
        <pc:sldMkLst>
          <pc:docMk/>
          <pc:sldMk cId="2354844511" sldId="321"/>
        </pc:sldMkLst>
      </pc:sldChg>
      <pc:sldChg chg="del">
        <pc:chgData name="Min Wang" userId="40c509f2-6e44-41ac-be95-0b697891d3eb" providerId="ADAL" clId="{1E82F5CA-06CB-5569-B40B-7CFA0163A4AB}" dt="2026-10-18T20:08:45.659" v="690" actId="2696"/>
        <pc:sldMkLst>
          <pc:docMk/>
          <pc:sldMk cId="3790483184" sldId="322"/>
        </pc:sldMkLst>
      </pc:sldChg>
      <pc:sldChg chg="del">
        <pc:chgData name="Min Wang" userId="40c509f2-6e44-41ac-be95-0b697891d3eb" providerId="ADAL" clId="{1E82F5CA-06CB-5569-B40B-7CFA0163A4AB}" dt="2026-10-18T20:08:45.665" v="701" actId="2696"/>
        <pc:sldMkLst>
          <pc:docMk/>
          <pc:sldMk cId="2515535923" sldId="323"/>
        </pc:sldMkLst>
      </pc:sldChg>
      <pc:sldChg chg="del">
        <pc:chgData name="Min Wang" userId="40c509f2-6e44-41ac-be95-0b697891d3eb" providerId="ADAL" clId="{1E82F5CA-06CB-5569-B40B-7CFA0163A4AB}" dt="2026-10-18T20:08:45.664" v="697" actId="2696"/>
        <pc:sldMkLst>
          <pc:docMk/>
          <pc:sldMk cId="546914569" sldId="324"/>
        </pc:sldMkLst>
      </pc:sldChg>
      <pc:sldChg chg="del">
        <pc:chgData name="Min Wang" userId="40c509f2-6e44-41ac-be95-0b697891d3eb" providerId="ADAL" clId="{1E82F5CA-06CB-5569-B40B-7CFA0163A4AB}" dt="2026-10-18T20:08:45.675" v="711" actId="2696"/>
        <pc:sldMkLst>
          <pc:docMk/>
          <pc:sldMk cId="1670624368" sldId="325"/>
        </pc:sldMkLst>
      </pc:sldChg>
      <pc:sldChg chg="del">
        <pc:chgData name="Min Wang" userId="40c509f2-6e44-41ac-be95-0b697891d3eb" providerId="ADAL" clId="{1E82F5CA-06CB-5569-B40B-7CFA0163A4AB}" dt="2026-10-18T20:08:45.672" v="710" actId="2696"/>
        <pc:sldMkLst>
          <pc:docMk/>
          <pc:sldMk cId="988826137" sldId="326"/>
        </pc:sldMkLst>
      </pc:sldChg>
      <pc:sldChg chg="del">
        <pc:chgData name="Min Wang" userId="40c509f2-6e44-41ac-be95-0b697891d3eb" providerId="ADAL" clId="{1E82F5CA-06CB-5569-B40B-7CFA0163A4AB}" dt="2026-10-18T20:08:45.677" v="713" actId="2696"/>
        <pc:sldMkLst>
          <pc:docMk/>
          <pc:sldMk cId="3661159635" sldId="327"/>
        </pc:sldMkLst>
      </pc:sldChg>
      <pc:sldChg chg="del">
        <pc:chgData name="Min Wang" userId="40c509f2-6e44-41ac-be95-0b697891d3eb" providerId="ADAL" clId="{1E82F5CA-06CB-5569-B40B-7CFA0163A4AB}" dt="2026-10-18T20:08:45.658" v="689" actId="2696"/>
        <pc:sldMkLst>
          <pc:docMk/>
          <pc:sldMk cId="1534147969" sldId="328"/>
        </pc:sldMkLst>
      </pc:sldChg>
      <pc:sldChg chg="del">
        <pc:chgData name="Min Wang" userId="40c509f2-6e44-41ac-be95-0b697891d3eb" providerId="ADAL" clId="{1E82F5CA-06CB-5569-B40B-7CFA0163A4AB}" dt="2026-10-18T20:08:45.675" v="712" actId="2696"/>
        <pc:sldMkLst>
          <pc:docMk/>
          <pc:sldMk cId="2756325201" sldId="329"/>
        </pc:sldMkLst>
      </pc:sldChg>
      <pc:sldChg chg="del">
        <pc:chgData name="Min Wang" userId="40c509f2-6e44-41ac-be95-0b697891d3eb" providerId="ADAL" clId="{1E82F5CA-06CB-5569-B40B-7CFA0163A4AB}" dt="2026-10-18T20:08:45.658" v="688" actId="2696"/>
        <pc:sldMkLst>
          <pc:docMk/>
          <pc:sldMk cId="2070885701" sldId="330"/>
        </pc:sldMkLst>
      </pc:sldChg>
      <pc:sldChg chg="del">
        <pc:chgData name="Min Wang" userId="40c509f2-6e44-41ac-be95-0b697891d3eb" providerId="ADAL" clId="{1E82F5CA-06CB-5569-B40B-7CFA0163A4AB}" dt="2026-10-18T20:08:45.657" v="687" actId="2696"/>
        <pc:sldMkLst>
          <pc:docMk/>
          <pc:sldMk cId="4191250955" sldId="331"/>
        </pc:sldMkLst>
      </pc:sldChg>
      <pc:sldChg chg="del">
        <pc:chgData name="Min Wang" userId="40c509f2-6e44-41ac-be95-0b697891d3eb" providerId="ADAL" clId="{1E82F5CA-06CB-5569-B40B-7CFA0163A4AB}" dt="2026-10-18T20:08:45.666" v="702" actId="2696"/>
        <pc:sldMkLst>
          <pc:docMk/>
          <pc:sldMk cId="408675027" sldId="332"/>
        </pc:sldMkLst>
      </pc:sldChg>
      <pc:sldChg chg="del">
        <pc:chgData name="Min Wang" userId="40c509f2-6e44-41ac-be95-0b697891d3eb" providerId="ADAL" clId="{1E82F5CA-06CB-5569-B40B-7CFA0163A4AB}" dt="2026-10-18T20:08:45.667" v="706" actId="2696"/>
        <pc:sldMkLst>
          <pc:docMk/>
          <pc:sldMk cId="816109718" sldId="333"/>
        </pc:sldMkLst>
      </pc:sldChg>
      <pc:sldChg chg="del">
        <pc:chgData name="Min Wang" userId="40c509f2-6e44-41ac-be95-0b697891d3eb" providerId="ADAL" clId="{1E82F5CA-06CB-5569-B40B-7CFA0163A4AB}" dt="2026-10-18T20:08:45.663" v="695" actId="2696"/>
        <pc:sldMkLst>
          <pc:docMk/>
          <pc:sldMk cId="3441448302" sldId="334"/>
        </pc:sldMkLst>
      </pc:sldChg>
      <pc:sldChg chg="del">
        <pc:chgData name="Min Wang" userId="40c509f2-6e44-41ac-be95-0b697891d3eb" providerId="ADAL" clId="{1E82F5CA-06CB-5569-B40B-7CFA0163A4AB}" dt="2026-10-18T20:08:45.665" v="700" actId="2696"/>
        <pc:sldMkLst>
          <pc:docMk/>
          <pc:sldMk cId="845968809" sldId="335"/>
        </pc:sldMkLst>
      </pc:sldChg>
      <pc:sldChg chg="del">
        <pc:chgData name="Min Wang" userId="40c509f2-6e44-41ac-be95-0b697891d3eb" providerId="ADAL" clId="{1E82F5CA-06CB-5569-B40B-7CFA0163A4AB}" dt="2026-10-18T20:08:45.663" v="696" actId="2696"/>
        <pc:sldMkLst>
          <pc:docMk/>
          <pc:sldMk cId="3433507932" sldId="336"/>
        </pc:sldMkLst>
      </pc:sldChg>
      <pc:sldChg chg="del">
        <pc:chgData name="Min Wang" userId="40c509f2-6e44-41ac-be95-0b697891d3eb" providerId="ADAL" clId="{1E82F5CA-06CB-5569-B40B-7CFA0163A4AB}" dt="2026-10-18T20:08:45.666" v="703" actId="2696"/>
        <pc:sldMkLst>
          <pc:docMk/>
          <pc:sldMk cId="4188990906" sldId="337"/>
        </pc:sldMkLst>
      </pc:sldChg>
      <pc:sldChg chg="del">
        <pc:chgData name="Min Wang" userId="40c509f2-6e44-41ac-be95-0b697891d3eb" providerId="ADAL" clId="{1E82F5CA-06CB-5569-B40B-7CFA0163A4AB}" dt="2026-10-18T20:08:45.657" v="686" actId="2696"/>
        <pc:sldMkLst>
          <pc:docMk/>
          <pc:sldMk cId="102027501" sldId="338"/>
        </pc:sldMkLst>
      </pc:sldChg>
      <pc:sldChg chg="del">
        <pc:chgData name="Min Wang" userId="40c509f2-6e44-41ac-be95-0b697891d3eb" providerId="ADAL" clId="{1E82F5CA-06CB-5569-B40B-7CFA0163A4AB}" dt="2026-10-18T20:08:45.659" v="691" actId="2696"/>
        <pc:sldMkLst>
          <pc:docMk/>
          <pc:sldMk cId="966194257" sldId="339"/>
        </pc:sldMkLst>
      </pc:sldChg>
      <pc:sldChg chg="del">
        <pc:chgData name="Min Wang" userId="40c509f2-6e44-41ac-be95-0b697891d3eb" providerId="ADAL" clId="{1E82F5CA-06CB-5569-B40B-7CFA0163A4AB}" dt="2026-10-18T20:08:45.665" v="699" actId="2696"/>
        <pc:sldMkLst>
          <pc:docMk/>
          <pc:sldMk cId="3160995355" sldId="340"/>
        </pc:sldMkLst>
      </pc:sldChg>
      <pc:sldChg chg="del">
        <pc:chgData name="Min Wang" userId="40c509f2-6e44-41ac-be95-0b697891d3eb" providerId="ADAL" clId="{1E82F5CA-06CB-5569-B40B-7CFA0163A4AB}" dt="2026-10-18T20:08:45.667" v="705" actId="2696"/>
        <pc:sldMkLst>
          <pc:docMk/>
          <pc:sldMk cId="2660113598" sldId="341"/>
        </pc:sldMkLst>
      </pc:sldChg>
      <pc:sldChg chg="del">
        <pc:chgData name="Min Wang" userId="40c509f2-6e44-41ac-be95-0b697891d3eb" providerId="ADAL" clId="{1E82F5CA-06CB-5569-B40B-7CFA0163A4AB}" dt="2026-10-18T20:08:45.664" v="698" actId="2696"/>
        <pc:sldMkLst>
          <pc:docMk/>
          <pc:sldMk cId="3191824321" sldId="342"/>
        </pc:sldMkLst>
      </pc:sldChg>
      <pc:sldChg chg="addSp delSp modSp add mod">
        <pc:chgData name="Min Wang" userId="40c509f2-6e44-41ac-be95-0b697891d3eb" providerId="ADAL" clId="{1E82F5CA-06CB-5569-B40B-7CFA0163A4AB}" dt="2026-10-18T19:52:32.410" v="607" actId="1076"/>
        <pc:sldMkLst>
          <pc:docMk/>
          <pc:sldMk cId="3233371802" sldId="343"/>
        </pc:sldMkLst>
        <pc:picChg chg="add mod">
          <ac:chgData name="Min Wang" userId="40c509f2-6e44-41ac-be95-0b697891d3eb" providerId="ADAL" clId="{1E82F5CA-06CB-5569-B40B-7CFA0163A4AB}" dt="2026-10-18T19:52:32.410" v="607" actId="1076"/>
          <ac:picMkLst>
            <pc:docMk/>
            <pc:sldMk cId="3233371802" sldId="343"/>
            <ac:picMk id="2" creationId="{AE4D0FAE-39CB-319D-F26B-EDC4DDEFC889}"/>
          </ac:picMkLst>
        </pc:picChg>
        <pc:picChg chg="del">
          <ac:chgData name="Min Wang" userId="40c509f2-6e44-41ac-be95-0b697891d3eb" providerId="ADAL" clId="{1E82F5CA-06CB-5569-B40B-7CFA0163A4AB}" dt="2026-10-18T19:52:16.910" v="605" actId="478"/>
          <ac:picMkLst>
            <pc:docMk/>
            <pc:sldMk cId="3233371802" sldId="343"/>
            <ac:picMk id="4" creationId="{93F30CDD-33E3-E930-EFAA-0FCEC7EB6DFE}"/>
          </ac:picMkLst>
        </pc:picChg>
      </pc:sldChg>
      <pc:sldChg chg="addSp delSp modSp add mod">
        <pc:chgData name="Min Wang" userId="40c509f2-6e44-41ac-be95-0b697891d3eb" providerId="ADAL" clId="{1E82F5CA-06CB-5569-B40B-7CFA0163A4AB}" dt="2026-10-18T19:53:00.201" v="611" actId="1076"/>
        <pc:sldMkLst>
          <pc:docMk/>
          <pc:sldMk cId="3068260960" sldId="344"/>
        </pc:sldMkLst>
        <pc:picChg chg="del">
          <ac:chgData name="Min Wang" userId="40c509f2-6e44-41ac-be95-0b697891d3eb" providerId="ADAL" clId="{1E82F5CA-06CB-5569-B40B-7CFA0163A4AB}" dt="2026-10-18T19:52:48.175" v="609" actId="478"/>
          <ac:picMkLst>
            <pc:docMk/>
            <pc:sldMk cId="3068260960" sldId="344"/>
            <ac:picMk id="2" creationId="{051327EE-4D34-CDC2-902B-627E1E335CF4}"/>
          </ac:picMkLst>
        </pc:picChg>
        <pc:picChg chg="add mod">
          <ac:chgData name="Min Wang" userId="40c509f2-6e44-41ac-be95-0b697891d3eb" providerId="ADAL" clId="{1E82F5CA-06CB-5569-B40B-7CFA0163A4AB}" dt="2026-10-18T19:53:00.201" v="611" actId="1076"/>
          <ac:picMkLst>
            <pc:docMk/>
            <pc:sldMk cId="3068260960" sldId="344"/>
            <ac:picMk id="4" creationId="{ADC76015-8DF3-3DBB-CABD-A23BAC499DA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19:55:22.6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1 229,'59'0,"1"0,-9 0,4 0,1 0,3 0,0 0,-5 0,26 0,-25-2,19-1,-19-3,-4-1,5 2,0-1,4 2,1 0,3-3,0 3,-1 0,21 1,-21 3,22 0,-26 0,7 0,0 0,0 0,4 0,-3 0,3 0,-1 0,-8 0,-1 0,-2 0,0 0,6 0,5 0,-2 0,3 0,1 0,-3 0,2 0,0 0,0 0,26 0,-28 0,23 0,-33 0,8 0,3 0,-2 0,3-3,-3-4,0 0,4 0,-4 0,1 3,-7-2,-2 0,3 0,7-1,10 2,-2-2,-2 3,-3-1,-4 2,2 3,-3-1,-5 1,3 0,16 0,-19 0,18-3,-27 0,3 0,26-7,-27 8,25-4,-35 6,5 0,1 0,1 0,2 0,-8 0,1 0,0 0,3 0,7 0,-2 0,2 0,-4 0,0 0,-1 0,0 0,-1 0,17 0,-19 0,15 0,-20 0,6 0,1 0,4 0,1 0,0 0,0 0,0 0,0 0,-1 0,-1 0,-5 0,-2 0,0 0,5 2,11 2,2-1,13 1,0-4,1 3,1 1,-8 3,-1 1,21 2,-30-5,21 4,-29-6,4 0,-2 2,0 0,0-2,0 1,5-4,1 0,14 0,5 0,4 0,2 0,-4 0,13 0,-42 0,2 0,7 0,3 0,6-1,3-1,7-2,2-1,3 0,3 0,-24 0,1 0,0 0,2 1,0 1,1-1,2 1,1-1,0 0,2-1,0 0,4-1,18 1,4 1,-5-1,-21 0,-3-1,3 2,17 0,3 1,-5 0,4-2,-3 1,-24 2,2-1,-1 1,0 0,-1 0,-1 0,31-1,-2 1,-4 1,-4 1,-13-1,-2 1,-7 0,-2 0,-3 0,-2-1,-3 1,-1 0,-2 0,0 0,38 0,-21 0,-10 0,-6 0,-3 0,0 0,-5 0,-4 0,-4 2,-7 2,-4-1,-5 0,-7-3,2 0,1 0,-3 0,7 0,-9 0,8 2,0 1,2 0,1-1,1-1,-1-1,0 0,-3 0,-3 0,-1 0,1 0,3 0,3 0,3 0,1 0,4 0,2 0,6 0,4 0,3 0,4 0,0 0,31 0,-25 2,24 4,-27 3,7 7,0 0,1 2,-5-1,-3-3,-5 0,-2-1,-3 0,-2-3,-3-2,-6-3,-2-2,0 0,4 0,1 1,0-1,0 0,0-2,-3 1,-1 1,-2 0,8 5,-5-7,7 6,-8-5,0 3,-3 1,-1-1,-5 1,-1-3,-4 2,-2-2,3 0,-4 1,3-1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19:55:26.5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1,'39'7,"-7"-2,-28 2,5-2,2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19:55:29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43,'96'0,"-16"0,3 0,-13 0,17 0,7 0,-44 0,3 0,5 0,2 0,0 0,2 0,16 0,5 0,5 0,3 0,-15 0,4 0,-4 0,14 0,-2 0,11 0,-5 0,-34-2,-3-1,4 0,0-1,-3 0,0 0,-1 0,0 1,2 2,-1 1,-2-1,0 1,-3 0,-1 0,42-1,-2 1,-6 0,-1 0,-9 0,-3 0,0 0,-1 0,5 0,-1 0,1 0,-5 0,0 0,-5 0,-5 0,-1 0,12 6,-20-2,1 1,1 2,-2-1,42 1,-40-4,6 0,-1 1,-7 0,-1-1,0-3,-1 1,3-1,-7 0,-3 0,-2 0,3 0,8 0,-2-3,1 0,-4 0,-1-3,4 2,-2-3,1 1,20-6,-20 5,0 2,0 0,-1 2,29 1,-32 2,6 0,3 0,1 0,5 0,0 0,-1 0,-2 0,-10 0,-1 0,0 0,-1 0,1 0,-1 0,3 0,-1 0,4 0,-1 0,-2 0,1 0,16 0,-20 0,18 0,-24 0,6 0,0 0,1 0,-2 3,-2 2,-1 5,2 2,-1-2,-5-1,-4 0,-7-2,-3 0,-1-1,-3-4,3 1,-3-1,-2 1,-3 0,-1-1,6 1,-6 0,8 0,-7-1,-1-2,4 0,-2 0,1 0,4 0,-1 0,7 0,3 0,-3 0,-4 0,-3 0,-2 0,-3 0,4 0,-6 2,3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4:18.3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2221 683,'-57'-19,"3"5,27 14,-3 0,-1 0,0 0,-6 0,-3 0,0 0,-8 20,-5 24,15 2,0 5,4-4,0 2,-6 13,1 2,7-12,1-1,-4 4,0 0,2-5,1-1,2-4,0 0,1-2,1 1,-3 5,2 1,1 1,2 0,1 0,2 0,3 2,2 1,3-3,3-1,0 6,3 1,1-4,3-1,2 46,3-47,0 1,-1 1,2 0,2 6,3 2,6 2,6 0,9 5,6-1,10 3,5 0,6 0,5-2,5 0,4-3,3-1,4-2,-22-22,1 0,6-2,22 8,6 0,0-4,-10-8,-1-3,5 0,-4-4,5 1,0-3,-4-3,7-2,-3-4,2 0,9 0,2-1,-1-1,-6-5,-2-1,1-1,3 0,1-2,-3 0,-11-2,-2 0,-1-1,-4-3,-1-1,-1-2,26-5,-5-5,-13-5,-3-6,1-7,-6-7,-16-2,-6-4,-8-1,-5-2,-2-3,-5-3,-3-5,-5-2,-1-7,-2-3,-1-11,-3-3,-1-6,-4-2,-2-5,-5-2,-4 30,-2-1,-3-1,-2-2,-4-1,-2 0,-3-3,-3 0,-2 0,-3-4,-3 0,0 1,0-1,-1-1,0 2,1 2,-2 2,-1-4,1 8,-2-4,-1 1,2 6,0 1,2 5,-4-2,-9-17,-4-2,2 8,-5 7,-1 6,-9-7,-4 3,-2 6,-4 3,-3 5,-5 5,-4 5,-3 6,-1 8,-2 5,-4 5,-3 5,-2 4,0 4,3 3,0 2,-2 1,0 1,4 4,2 5,9 3,2 7,0 8,1 8,0 10,2 7,24-15,0 3,0 1,-6 6,-2 1,0 1,-2 4,1 1,-1 0,-3 3,1 1,-1 1,-2 2,-1 1,0-1,3-1,0-2,3-1,6-4,2-2,2-1,-18 17,5-2,12-9,5 3,-1 13,5 6,9 13,6 3,2-14,10 1,15 17,18-2,18-19,13-3,-3-11,6 2,6 1,-3-8,4 2,2-1,3 0,5 5,3-1,3 0,1 1,-8-9,3 1,1 0,0 0,-1-1,-3-3,0-1,0 0,0-1,0-1,15 9,-1-1,1-1,-1-2,-3-4,-1 0,0-3,-1-2,-6-5,-2-2,0-2,-1-2,19 9,-1-2,-3-5,-11-8,-1-4,-2-3,22 2,-1-7,-5-7,0-4,7-3,0-6,0-10,-1-9,-1-13,-2-9,-28 7,-2-5,-2-1,17-22,-4-4,-22 18,-2-2,-3 0,10-18,-5-1,-10 4,-3-2,3-20,-5 3,-16 36,-1 2,5-18,-2 4,-7 1,-2 4,-4 10,0 7,-1 10,0 6,-2 4,-4 4,-4 0,-4 6,-3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5:30.1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0,'78'0,"2"0,-20 0,-1 0,12 0,3 0,12 0,-36 0,1 0,45 0,-3 0,-2 0,7 0,-3 0,-45 0,3 0,35 0,2 0,-26 0,1 0,31 0,-1 0,-31 0,-4 0,2 0,0 0,-2 0,2 0,16 0,-1 0,-17 1,-1 0,18 2,0 1,-11 1,-3 1,-2 0,0 0,1 0,-1 1,-8-1,-1 0,-2 1,0 0,2 0,0 2,42 6,-6-2,-8-2,-9 0,-3-4,-8 2,-3-3,2-2,-1 2,6-2,5 0,2 2,4-1,-2 2,-2 3,-5-2,-5 2,16-1,-24-1,15 2,-27-2,5 2,-2-2,-1 1,-2 1,-6-3,1-1,0 0,-1-2,-5-1,-4 0,-6-3,0 0,-2 0,-3 0,1 0,-1 2,4 0,-4 1,4-1,-5-1,9-1,-6 0,6 0,-8 0,-1 0,9 0,-8 0,8 0,-8 0,-1 0,4 0,-3 0,1-2,3-3,1-3,5-2,4-2,1 0,2-1,-1 1,0 0,-1-1,-2 4,8-2,-11 5,30-8,-25 7,14-4,-22 6,-4-1,-3 3,0 0,-4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5:42.1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0,'57'0,"-6"0,-19 0,6 0,6 0,5 0,28 0,-17 0,15 0,-24 0,-2 0,-1 0,2 0,-1 0,-4 0,2 0,-1 0,3 3,5 0,4 0,4 3,3-2,6 0,0-1,5-2,-2-1,0 0,22 0,-44 0,1 0,40 0,1 0,-34 0,5 0,5 0,1 0,5 0,-1 0,0 0,-6 0,-9 0,-2 0,2 0,6 0,7 0,2 0,0 0,2 0,-1 0,1 0,-5 0,2 0,25 0,-22 0,-24 0,-1 0,23 0,7 0,-1 0,0 0,-3 0,-1 0,-4 0,-2 0,-5 0,-6 0,-1 0,-10 0,-2 2,0 1,5 3,10 0,7 2,5 2,2 1,-4 1,-1-1,-1 0,1-3,19 7,-23-7,16 2,-26-5,7 0,4-1,-1-1,3-2,1-1,1 0,0 0,-2 0,-1 0,-1 0,-4 0,-5 0,-3 0,1 0,6 0,3 0,0 0,0 0,0 0,0 0,0 0,-1 0,31 0,-23 3,-21-2,0 1,24 2,8-1,5-2,-1-1,3 0,1 0,7 0,-4 0,-2 0,-3 0,-9 0,-2 0,-6 0,-8 0,2 0,4 0,0 0,4 0,0 0,2 0,-1 0,-4 0,-6 0,20 2,-31 1,24 2,8 9,-24-8,34 8,-41-11,8 0,-3 0,1-2,-2-1,0 0,0 0,-7 0,-1 0,-5 0,2 0,6 0,0 0,1 0,-3 2,-1 2,0-1,-3 0,-3 0,16 0,-24 1,21 0,-22 0,7-1,5 0,6 0,9 1,2 0,-1 0,-4-4,-4 0,-6 0,-1 0,-8 0,-7 0,-2 0,-3 0,4 0,3 0,5 0,1 0,4-3,0-3,-4-4,-1-3,7-3,-18 4,8-2,-21 8,-1 1,-2 1,1 0,0 2,0 1,3 1,-8 0,23-1,-8 1,13 0,-9 0,-7 0,-2 0,-2 0,-4-1,4 1,-7 0,12 0,-3-3,13-2,23-15,-12 1,15-8,-26 10,-14 6,-3 4,0 1,3-2,-3 4,-3-2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6:59.6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0,'53'0,"1"0,-11 0,6 0,9 0,1 0,16 0,-12 0,-11 0,-1 0,3 0,29 0,-37 0,6 0,2 0,-4 0,1 0,-3 0,0 0,0 0,-5 0,-2 0,-4 0,-4 0,0 0,-1 0,-1 0,3 0,1 0,0 0,0 0,-3 0,-1 0,0 0,0 0,9 7,-11-3,4 6,-12-5,-2-1,-4 1,2-1,0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7:27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1,'47'0,"-6"0,-17 0,4 0,2 0,10 0,33 0,-13 0,30 0,-26 0,27 0,0 0,-4 0,-6 0,-18 0,6 0,9 0,2 0,1 0,-4 0,0 0,4 0,1 0,-1 0,-1 0,19 0,-28 0,21 0,-31 0,8 0,-2 0,3 0,-3 0,0 0,-1 0,0 0,0 0,-6 0,-2 0,-9 1,-2 4,3 2,3 2,10-2,5-2,-1 1,3-2,-3 0,-5-1,3-2,-4-1,18 0,-24 0,12 0,-24 0,8 0,0 0,0 0,1 0,1 0,2 0,1 0,0 0,-1 0,3 0,-4 0,1 0,1 0,-2-3,8 0,-1 0,4-3,1 1,1 1,3 0,1 4,3-1,-23 1,0 0,25 0,-25 0,-2 0,22 0,7 0,2 0,3 3,2 4,-3 4,5 6,0 3,0 3,-1 1,-7-5,-9-2,-6-5,0 1,-2 0,4 1,-1-2,-2-4,-1-1,-1-3,0 0,1 2,-1-2,24 0,-26-1,24-3,-29 0,4 0,-2 0,-3 0,-2 0,-2 0,-1 0,0 0,-4 0,-2 0,-1 0,-3 0,2 0,2 0,3 0,8 0,2 0,1 3,0 0,3 4,2 0,1 0,-2 0,7-1,-19-1,6-1,-20-1,1-2,-3-1,3 1,0-1,-3 0,2 0,1 0,-3 0,1 0,1 0,-6 0,1 0,-2 0,-5 0,0 0,-3 0,-4 0,0 0,-6-20,0-5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07:31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1 318,'54'0,"0"0,-12 0,6 0,-3 0,0 0,6 0,5 0,27 0,-16 0,2 0,30 0,-2 0,-5 0,-12 0,-13 0,1 0,18 0,-13 0,-1 0,15 0,-30 0,2 0,-5 0,0 0,9 0,2 0,-6 0,-2 0,-5 0,-1 0,2 0,-1 0,39 0,1 0,8 0,-13 0,-5 0,0 0,-7 0,16 0,4 0,2 0,-3 0,-1 0,-4 0,-1 0,-2 0,-1 0,-30 0,1 0,30 0,-30 0,-1 0,26 0,9 0,-2 0,2 0,-3 0,-4 0,4 0,-9 0,-2 0,-3 0,-14 0,0 0,-4 0,2 0,6 0,-1 0,3-3,1-1,0 0,0 1,0 2,-4 1,2 0,18 0,6 0,-10 0,-1 0,-27 0,5 0,0-3,2-1,3 1,1-3,0-2,-2-2,-7-2,-1 0,3-1,6 1,9-3,5 0,9-1,0 1,1 2,-3 1,-6 1,0-1,-1 1,25 1,-28 4,22 2,-32 1,5 1,-4 1,0 1,-6 0,1 0,-4 0,-8-1,-7 1,-4 0,-3 0,-2 0,0 0,3 0,6 0,10 0,6 0,3 0,7 0,2 0,0 0,4 0,-1 0,15 0,-22 0,13 0,-26 0,3 0,-1 0,-3 0,-3 0,-2-2,-4-4,-1-1,-3-2,-1 0,-6 2,-4 0,1 1,-2 3,6-1,3 0,3 0,3 1,1 2,-1 1,1 0,-1 0,0 0,13-1,-17 1,11 0,-17 0,2 0,1 0,0 0,0 0,-3 0,-1 0,-6 3,-4-1,-3 1,3-1,-5-2,10 4,-10-2,3 2,5 1,-9-4,11 8,-9-5,3 4,0 0,3-2,-2 2,3 0,-3-2,1 2,-2-2,-2-3,10 5,-10-7,8 4,-8-5,1 0,4 4,-5-3,2 3,0-3,0-1,-1 0,3 0,-6 0,7 0,3 0,3 0,2 2,0 1,-3 0,0-1,-1-1,1 0,-8 1,0 1,-2 1,-2 4,1 2,-3 3,-2-1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7250-0735-1FB1-3099-317EC2CE6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08BE-4644-1536-656D-190B22F17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89AC-8268-86BA-34F3-03C73329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BF3D-FD1A-0ABE-228F-7A9982DE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C6E7-1F46-C9CA-53CF-83E42871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D683-9F1C-39AB-733E-B768EB16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6B7E-8920-BB3D-9E50-F932C51B0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EF34-3EB2-74A3-F533-9E64C36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DD1F-504A-704D-DEAC-CBB8FF22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BE90-00CE-4613-F827-FB0F99A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8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0034-B2F9-C056-2725-4673940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EF78-7D73-A3E7-0ACD-877F231C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37FA7-96BF-E25E-C06D-BE1608B1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643FD-950E-CFEC-5AF3-7B52E098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386B-B0E5-66C3-BFBA-40ED800A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362-495D-7E24-8B87-603BAF87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CCC8-2C91-5D61-E5D3-39B334AC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E54B1-06C7-D00A-57D9-55DA7E6AA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FE438-2BC2-F2C8-AC3C-519958B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D2F0-73F5-BA1C-0FA3-7C5FCE32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DF82B-1B4E-DD49-2893-F1551CC0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0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4FC0-9C4A-D4B3-EF10-250F384D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05341-897A-0D06-958B-38F81689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C384A-5A47-2BE1-1B33-15D0E0BF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8CAB9-CA49-AE5C-6E79-87949B93B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7B86F-B82F-F329-352D-CCB2699FB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27963-B17A-598B-7388-0A21800D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6F6B-C241-CD6F-E003-2B2FB9C9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EDF8-4A62-4701-D521-471DD8BF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174B-82DA-86FC-0C93-6CAFE761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65AC7-DA65-F6AE-B4A1-61A0A5AE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C5C36-B695-CC4C-66A6-709B9A01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07C5-3309-DE88-B1AA-5FD371A3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3BED6-BF66-D6C5-9B0C-7DBB2D0C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39A17-4CB8-60E8-9C3A-0189AB51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56C4-D09A-5CC8-AFDA-FF3DD9C8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2AC1-FE6F-BC3D-CBC1-AF9D65E4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1B1C-443E-0B9F-027C-9A61BC12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55C8-580C-FFDB-F186-E55276A8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29B7-9D4F-C10E-1FBC-B8EE7E8D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A948A-0A8D-1EC3-7A44-BAA9CBF8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2042-D9DE-B184-49BA-71610FE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F0D-D714-07FD-B168-9BC80F1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86379-6254-D74B-2E8F-CE84E2C5D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379B6-3C38-1920-816A-85846E82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569AE-A386-038A-B3B8-607DB460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61B7B-902F-C400-DDC1-4138173E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CC336-9A00-B0D1-56F4-9657DC27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C8AC-DAA5-18E9-1326-2535B91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DD5A8-A962-C9A4-E3C2-BEC61F94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AD50-A5DB-E697-31CD-27C5AFF1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7269-7B03-FB4A-81D2-A59EE7C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90E-1592-9C67-6CD0-8E4476C1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C7D17-A6E7-5B28-35F3-CC5ABB1D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FD86B-4DEE-304D-71B0-149BC12B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99A8-2CA7-64E1-3F33-D8DF6BB4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43CAC-15C6-5D3B-10CA-74132C61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D507-B1CC-D815-00EE-9124118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1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4B5EC-00F7-A907-0299-48F88FBD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663E-0544-A41F-37C4-1804158E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32C9-991F-E71A-5B1E-F3B0048BF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7AAE-2F44-5C47-B387-1EEC3C22D17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C1EB-C445-D984-266A-0EAE0EF0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B98E-5C6D-C441-D656-7A88F7F84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4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customXml" Target="../ink/ink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5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8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ED06-E9C4-21C5-C760-6FE50ADBC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Sturm–Liouville Eigenvalue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7F37-9B7E-7196-5D90-A888B84CF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3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E2EC-9417-FF56-DD6A-55B29531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8AC71A-2A1A-961D-F5B0-9F3A01250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04" y="432639"/>
            <a:ext cx="10482063" cy="19729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7594AB-3DE1-B63C-6424-94556EFF8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2553873"/>
            <a:ext cx="1879600" cy="99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CB2E23-ACC2-B913-ED4D-CB504F166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182" y="3544473"/>
            <a:ext cx="9860280" cy="24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6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BAC6-3243-AFE6-51D9-9584EA14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7ABEC-040C-652E-0166-065087692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52" y="993032"/>
            <a:ext cx="9895268" cy="31147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8C2B7B-EBA8-ED0F-98FB-D38267FD4345}"/>
                  </a:ext>
                </a:extLst>
              </p14:cNvPr>
              <p14:cNvContentPartPr/>
              <p14:nvPr/>
            </p14:nvContentPartPr>
            <p14:xfrm>
              <a:off x="4899600" y="1703935"/>
              <a:ext cx="5581440" cy="9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8C2B7B-EBA8-ED0F-98FB-D38267FD43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5960" y="1595935"/>
                <a:ext cx="56890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7999EA-787C-6650-BF89-5BDBA21E166E}"/>
                  </a:ext>
                </a:extLst>
              </p14:cNvPr>
              <p14:cNvContentPartPr/>
              <p14:nvPr/>
            </p14:nvContentPartPr>
            <p14:xfrm>
              <a:off x="10591560" y="1766575"/>
              <a:ext cx="34560" cy="1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7999EA-787C-6650-BF89-5BDBA21E16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37560" y="1658935"/>
                <a:ext cx="1422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C2EC724-8FFA-98E7-715E-7B0E855445C3}"/>
                  </a:ext>
                </a:extLst>
              </p14:cNvPr>
              <p14:cNvContentPartPr/>
              <p14:nvPr/>
            </p14:nvContentPartPr>
            <p14:xfrm>
              <a:off x="1392480" y="2199655"/>
              <a:ext cx="2809440" cy="39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C2EC724-8FFA-98E7-715E-7B0E855445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8840" y="2091655"/>
                <a:ext cx="2917080" cy="2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48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DB58-8BE9-B203-9DAE-1529DF92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0AF1B-A35C-F433-05BA-4EB2775C4C47}"/>
              </a:ext>
            </a:extLst>
          </p:cNvPr>
          <p:cNvSpPr txBox="1"/>
          <p:nvPr/>
        </p:nvSpPr>
        <p:spPr>
          <a:xfrm>
            <a:off x="723418" y="585050"/>
            <a:ext cx="6099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Regular Sturm–Liouville Eigenvalue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20974-2B29-C364-4F49-500DED3F57B8}"/>
              </a:ext>
            </a:extLst>
          </p:cNvPr>
          <p:cNvSpPr txBox="1"/>
          <p:nvPr/>
        </p:nvSpPr>
        <p:spPr>
          <a:xfrm>
            <a:off x="919429" y="1257403"/>
            <a:ext cx="10203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regular Sturm–Liouville eigenvalue problem consists of the Sturm–Liouville differential equation,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FC5952-A200-DC63-70DA-3543286A3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77" y="1626735"/>
            <a:ext cx="5588000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6BCD49-40A7-3206-D7B8-82A9F5242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29" y="2503035"/>
            <a:ext cx="37719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6FE96D-41D1-9227-EA50-E203BA125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277" y="2972935"/>
            <a:ext cx="2857500" cy="149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EB8ED8-D3F6-022C-3E15-4D25F62B0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29" y="4708031"/>
            <a:ext cx="9590896" cy="1291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83AA4B-F58F-DAE8-107B-178EE1D2E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85" y="5584331"/>
            <a:ext cx="7881439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1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3A11-8699-7039-7881-B0AD35AF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EF84A-FA14-B728-64C4-6085470B8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63" y="799538"/>
            <a:ext cx="7353300" cy="698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D7C090-191D-72B2-2D3F-75A68FD3C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18" y="672538"/>
            <a:ext cx="2743200" cy="82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3DAAA-15C3-42B2-29B9-A3692F398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218" y="1697425"/>
            <a:ext cx="3200400" cy="1054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914DF-F9C1-6840-B78C-11B09B56E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186" y="1894275"/>
            <a:ext cx="1485900" cy="66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29BBD8-C6FB-3C15-E0E8-59474C924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0895" y="3087974"/>
            <a:ext cx="37719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8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67CA6A-4304-31FE-0C97-60C8026E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27E426-4D52-4EAA-57C5-1E6FFA516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7" y="495738"/>
            <a:ext cx="3479800" cy="106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4CFDF0-6528-5437-4DF2-D35ECD17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059" y="1226086"/>
            <a:ext cx="7772400" cy="52800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F9F9AD-43C3-A51F-8264-C79152C26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7" y="1812681"/>
            <a:ext cx="31623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8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4963-12DF-E0F1-80B7-2B6A6DCF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0BB388-0994-F166-4F18-B075E886A8AA}"/>
              </a:ext>
            </a:extLst>
          </p:cNvPr>
          <p:cNvSpPr txBox="1"/>
          <p:nvPr/>
        </p:nvSpPr>
        <p:spPr>
          <a:xfrm>
            <a:off x="619244" y="631746"/>
            <a:ext cx="10122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For any regular Sturm–Liouville problem, all of the following theorems are valid: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79045-928E-D61B-1587-15AA8CC2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97" y="1179417"/>
            <a:ext cx="8637639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8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D23E-2F05-5610-6B49-18B0A4E3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742FD-1A51-739B-382B-F3F107BEDE4E}"/>
              </a:ext>
            </a:extLst>
          </p:cNvPr>
          <p:cNvSpPr txBox="1"/>
          <p:nvPr/>
        </p:nvSpPr>
        <p:spPr>
          <a:xfrm>
            <a:off x="619244" y="631746"/>
            <a:ext cx="10122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For any regular Sturm–Liouville problem, all of the following theorems are valid: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4D0FAE-39CB-319D-F26B-EDC4DDEFC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074" y="1215907"/>
            <a:ext cx="7772400" cy="54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7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19B8-3F92-1449-70D1-CBAA7882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9B121-75FE-FC2D-962F-09FEF83915E2}"/>
              </a:ext>
            </a:extLst>
          </p:cNvPr>
          <p:cNvSpPr txBox="1"/>
          <p:nvPr/>
        </p:nvSpPr>
        <p:spPr>
          <a:xfrm>
            <a:off x="619244" y="631746"/>
            <a:ext cx="10122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For any regular Sturm–Liouville problem, all of the following theorems are valid: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76015-8DF3-3DBB-CABD-A23BAC49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07" y="1348082"/>
            <a:ext cx="7772400" cy="371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6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EDA5-423E-2B70-4804-6C88B8F3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5CE263-37BB-6654-04A4-14A47F2E9C0F}"/>
              </a:ext>
            </a:extLst>
          </p:cNvPr>
          <p:cNvSpPr txBox="1"/>
          <p:nvPr/>
        </p:nvSpPr>
        <p:spPr>
          <a:xfrm>
            <a:off x="711085" y="679064"/>
            <a:ext cx="10446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will individually illustrate the meaning of these theorems by referring to the simplest example of a regular Sturm–Liouville problem: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F6EEE-BF63-332F-E6CC-AD7B89B52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65" y="1128838"/>
            <a:ext cx="1917700" cy="171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B97180-89FD-D3F4-050F-2AFF5A5FE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5" y="2821404"/>
            <a:ext cx="9869572" cy="943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4C47C1-7A73-04F6-D978-103575748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440" y="3824997"/>
            <a:ext cx="61722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3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9DBA-E8CC-9870-D8B9-3DF404B9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EA5950-E984-436E-A09C-76CBC57F1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41" y="901992"/>
            <a:ext cx="7826033" cy="47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28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950A-9D01-9ED4-5D72-81C5F77F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E9D9AD-9F5B-8636-075F-8E5769569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31" y="724583"/>
            <a:ext cx="9442668" cy="1273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5B4919-0639-6C2E-4E56-84F360379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990" y="1997612"/>
            <a:ext cx="6829507" cy="463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40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5172-8156-2C5C-69E6-023A24F3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DA2194-43FC-5043-9D7A-C498CBEF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59" y="681335"/>
            <a:ext cx="7772400" cy="54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48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52DD-65E9-86E2-B2CB-34E6E5FB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AE4849-5EB2-7FB8-D271-1EAE8A667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02" y="546224"/>
            <a:ext cx="7772400" cy="3711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7BD778-20F7-7ACB-8575-C5D9B6D88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72" y="4709746"/>
            <a:ext cx="6794500" cy="533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98E655-F4BB-1FE7-2402-90AED2712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200" y="5243146"/>
            <a:ext cx="2336800" cy="111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4D3320-0C95-F2E9-16C2-A89B1EA12665}"/>
                  </a:ext>
                </a:extLst>
              </p14:cNvPr>
              <p14:cNvContentPartPr/>
              <p14:nvPr/>
            </p14:nvContentPartPr>
            <p14:xfrm>
              <a:off x="525960" y="289495"/>
              <a:ext cx="1760760" cy="1595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4D3320-0C95-F2E9-16C2-A89B1EA126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1960" y="181855"/>
                <a:ext cx="1868400" cy="18108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FF565B7-D543-35DC-4628-A301F8834D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720" y="5579696"/>
            <a:ext cx="1130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03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DAD0-8798-F5F4-F6E6-6591AC82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8C18B2-6F68-EDB0-6528-5CBB1C4B4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170" y="431995"/>
            <a:ext cx="2336800" cy="111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D3F468-6301-2E7E-B57E-EC1719549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90" y="768545"/>
            <a:ext cx="1130300" cy="444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884474-A52B-9953-0208-69786F0DC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04" y="1694765"/>
            <a:ext cx="10440798" cy="43946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6A6D08-BCE3-7B34-3BBF-1C887B598C0C}"/>
                  </a:ext>
                </a:extLst>
              </p14:cNvPr>
              <p14:cNvContentPartPr/>
              <p14:nvPr/>
            </p14:nvContentPartPr>
            <p14:xfrm>
              <a:off x="5261040" y="2227375"/>
              <a:ext cx="2127240" cy="12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6A6D08-BCE3-7B34-3BBF-1C887B598C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7400" y="2119375"/>
                <a:ext cx="22348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28F164-AF78-59D9-513F-3963D891EF21}"/>
                  </a:ext>
                </a:extLst>
              </p14:cNvPr>
              <p14:cNvContentPartPr/>
              <p14:nvPr/>
            </p14:nvContentPartPr>
            <p14:xfrm>
              <a:off x="2040840" y="3561895"/>
              <a:ext cx="4547160" cy="102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28F164-AF78-59D9-513F-3963D891EF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86840" y="3453895"/>
                <a:ext cx="4654800" cy="3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254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68B0-5422-E199-872F-38E57EAC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D8C3A2-E99A-25DF-A9C0-7401FC9DD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59" y="766632"/>
            <a:ext cx="10462108" cy="51980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406E94-9C08-44FC-12D0-F8538E96E51E}"/>
                  </a:ext>
                </a:extLst>
              </p14:cNvPr>
              <p14:cNvContentPartPr/>
              <p14:nvPr/>
            </p14:nvContentPartPr>
            <p14:xfrm>
              <a:off x="5352840" y="1243495"/>
              <a:ext cx="646920" cy="1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406E94-9C08-44FC-12D0-F8538E96E5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9200" y="1135495"/>
                <a:ext cx="7545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A0DC4B-E8C8-C464-6FC9-BCFF3B4B2D14}"/>
                  </a:ext>
                </a:extLst>
              </p14:cNvPr>
              <p14:cNvContentPartPr/>
              <p14:nvPr/>
            </p14:nvContentPartPr>
            <p14:xfrm>
              <a:off x="7862400" y="4362535"/>
              <a:ext cx="3243960" cy="11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A0DC4B-E8C8-C464-6FC9-BCFF3B4B2D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08400" y="4254895"/>
                <a:ext cx="33516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1FE309-1E73-DE64-B058-1F99A905FB19}"/>
                  </a:ext>
                </a:extLst>
              </p14:cNvPr>
              <p14:cNvContentPartPr/>
              <p14:nvPr/>
            </p14:nvContentPartPr>
            <p14:xfrm>
              <a:off x="1373400" y="4695895"/>
              <a:ext cx="3932280" cy="11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1FE309-1E73-DE64-B058-1F99A905FB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19760" y="4587895"/>
                <a:ext cx="4039920" cy="3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732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98</Words>
  <Application>Microsoft Macintosh PowerPoint</Application>
  <PresentationFormat>Widescreen</PresentationFormat>
  <Paragraphs>7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Sturm–Liouville Eigenvalue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Wang</dc:creator>
  <cp:lastModifiedBy>Min Wang</cp:lastModifiedBy>
  <cp:revision>1</cp:revision>
  <dcterms:created xsi:type="dcterms:W3CDTF">2026-08-20T15:19:16Z</dcterms:created>
  <dcterms:modified xsi:type="dcterms:W3CDTF">2026-10-18T20:08:49Z</dcterms:modified>
</cp:coreProperties>
</file>