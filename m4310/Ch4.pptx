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0EA7C-F754-BC49-A4BE-2DAD1179D7AC}" v="65" dt="2026-10-15T01:25:28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585"/>
  </p:normalViewPr>
  <p:slideViewPr>
    <p:cSldViewPr snapToGrid="0">
      <p:cViewPr varScale="1">
        <p:scale>
          <a:sx n="106" d="100"/>
          <a:sy n="106" d="100"/>
        </p:scale>
        <p:origin x="7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 Wang" userId="40c509f2-6e44-41ac-be95-0b697891d3eb" providerId="ADAL" clId="{1E82F5CA-06CB-5569-B40B-7CFA0163A4AB}"/>
    <pc:docChg chg="undo custSel addSld delSld modSld">
      <pc:chgData name="Min Wang" userId="40c509f2-6e44-41ac-be95-0b697891d3eb" providerId="ADAL" clId="{1E82F5CA-06CB-5569-B40B-7CFA0163A4AB}" dt="2026-10-15T01:28:26.467" v="736" actId="2696"/>
      <pc:docMkLst>
        <pc:docMk/>
      </pc:docMkLst>
      <pc:sldChg chg="modSp mod">
        <pc:chgData name="Min Wang" userId="40c509f2-6e44-41ac-be95-0b697891d3eb" providerId="ADAL" clId="{1E82F5CA-06CB-5569-B40B-7CFA0163A4AB}" dt="2026-10-15T00:41:45.299" v="516"/>
        <pc:sldMkLst>
          <pc:docMk/>
          <pc:sldMk cId="1410039803" sldId="256"/>
        </pc:sldMkLst>
        <pc:spChg chg="mod">
          <ac:chgData name="Min Wang" userId="40c509f2-6e44-41ac-be95-0b697891d3eb" providerId="ADAL" clId="{1E82F5CA-06CB-5569-B40B-7CFA0163A4AB}" dt="2026-10-15T00:41:45.299" v="516"/>
          <ac:spMkLst>
            <pc:docMk/>
            <pc:sldMk cId="1410039803" sldId="256"/>
            <ac:spMk id="2" creationId="{7D6FED06-E9C4-21C5-C760-6FE50ADBC0F6}"/>
          </ac:spMkLst>
        </pc:spChg>
      </pc:sldChg>
      <pc:sldChg chg="del">
        <pc:chgData name="Min Wang" userId="40c509f2-6e44-41ac-be95-0b697891d3eb" providerId="ADAL" clId="{1E82F5CA-06CB-5569-B40B-7CFA0163A4AB}" dt="2026-10-15T00:41:57.340" v="517" actId="2696"/>
        <pc:sldMkLst>
          <pc:docMk/>
          <pc:sldMk cId="3197488510" sldId="300"/>
        </pc:sldMkLst>
      </pc:sldChg>
      <pc:sldChg chg="addSp modSp mod">
        <pc:chgData name="Min Wang" userId="40c509f2-6e44-41ac-be95-0b697891d3eb" providerId="ADAL" clId="{1E82F5CA-06CB-5569-B40B-7CFA0163A4AB}" dt="2026-10-15T00:54:27.134" v="539" actId="1076"/>
        <pc:sldMkLst>
          <pc:docMk/>
          <pc:sldMk cId="1551487470" sldId="301"/>
        </pc:sldMkLst>
        <pc:spChg chg="add mod">
          <ac:chgData name="Min Wang" userId="40c509f2-6e44-41ac-be95-0b697891d3eb" providerId="ADAL" clId="{1E82F5CA-06CB-5569-B40B-7CFA0163A4AB}" dt="2026-10-15T00:54:20.548" v="537" actId="1076"/>
          <ac:spMkLst>
            <pc:docMk/>
            <pc:sldMk cId="1551487470" sldId="301"/>
            <ac:spMk id="3" creationId="{55989A72-AF6D-1967-610C-1E891532107B}"/>
          </ac:spMkLst>
        </pc:spChg>
        <pc:picChg chg="add mod">
          <ac:chgData name="Min Wang" userId="40c509f2-6e44-41ac-be95-0b697891d3eb" providerId="ADAL" clId="{1E82F5CA-06CB-5569-B40B-7CFA0163A4AB}" dt="2026-10-15T00:54:22.699" v="538" actId="1076"/>
          <ac:picMkLst>
            <pc:docMk/>
            <pc:sldMk cId="1551487470" sldId="301"/>
            <ac:picMk id="4" creationId="{6FFA826F-95FD-8E30-C521-0C55382ACA7C}"/>
          </ac:picMkLst>
        </pc:picChg>
        <pc:picChg chg="add mod">
          <ac:chgData name="Min Wang" userId="40c509f2-6e44-41ac-be95-0b697891d3eb" providerId="ADAL" clId="{1E82F5CA-06CB-5569-B40B-7CFA0163A4AB}" dt="2026-10-15T00:54:27.134" v="539" actId="1076"/>
          <ac:picMkLst>
            <pc:docMk/>
            <pc:sldMk cId="1551487470" sldId="301"/>
            <ac:picMk id="5" creationId="{0FF3A45B-D21E-F1C7-056E-2F190BE06390}"/>
          </ac:picMkLst>
        </pc:picChg>
      </pc:sldChg>
      <pc:sldChg chg="addSp modSp mod">
        <pc:chgData name="Min Wang" userId="40c509f2-6e44-41ac-be95-0b697891d3eb" providerId="ADAL" clId="{1E82F5CA-06CB-5569-B40B-7CFA0163A4AB}" dt="2026-10-15T00:55:14.464" v="544" actId="1076"/>
        <pc:sldMkLst>
          <pc:docMk/>
          <pc:sldMk cId="1768383727" sldId="302"/>
        </pc:sldMkLst>
        <pc:picChg chg="add mod">
          <ac:chgData name="Min Wang" userId="40c509f2-6e44-41ac-be95-0b697891d3eb" providerId="ADAL" clId="{1E82F5CA-06CB-5569-B40B-7CFA0163A4AB}" dt="2026-10-15T00:55:04.426" v="542" actId="14100"/>
          <ac:picMkLst>
            <pc:docMk/>
            <pc:sldMk cId="1768383727" sldId="302"/>
            <ac:picMk id="2" creationId="{442FD110-1A68-8E78-8796-BBAFA4DD8243}"/>
          </ac:picMkLst>
        </pc:picChg>
        <pc:picChg chg="add mod">
          <ac:chgData name="Min Wang" userId="40c509f2-6e44-41ac-be95-0b697891d3eb" providerId="ADAL" clId="{1E82F5CA-06CB-5569-B40B-7CFA0163A4AB}" dt="2026-10-15T00:55:14.464" v="544" actId="1076"/>
          <ac:picMkLst>
            <pc:docMk/>
            <pc:sldMk cId="1768383727" sldId="302"/>
            <ac:picMk id="3" creationId="{D17CC513-96C4-EBAA-D026-2FA861D06341}"/>
          </ac:picMkLst>
        </pc:picChg>
      </pc:sldChg>
      <pc:sldChg chg="addSp modSp mod">
        <pc:chgData name="Min Wang" userId="40c509f2-6e44-41ac-be95-0b697891d3eb" providerId="ADAL" clId="{1E82F5CA-06CB-5569-B40B-7CFA0163A4AB}" dt="2026-10-15T00:56:48.719" v="552" actId="1076"/>
        <pc:sldMkLst>
          <pc:docMk/>
          <pc:sldMk cId="1754316033" sldId="303"/>
        </pc:sldMkLst>
        <pc:picChg chg="add mod">
          <ac:chgData name="Min Wang" userId="40c509f2-6e44-41ac-be95-0b697891d3eb" providerId="ADAL" clId="{1E82F5CA-06CB-5569-B40B-7CFA0163A4AB}" dt="2026-10-15T00:55:35.355" v="546" actId="1076"/>
          <ac:picMkLst>
            <pc:docMk/>
            <pc:sldMk cId="1754316033" sldId="303"/>
            <ac:picMk id="2" creationId="{D96023D8-2386-BCA9-0CB1-04B134FCCC06}"/>
          </ac:picMkLst>
        </pc:picChg>
        <pc:picChg chg="add mod">
          <ac:chgData name="Min Wang" userId="40c509f2-6e44-41ac-be95-0b697891d3eb" providerId="ADAL" clId="{1E82F5CA-06CB-5569-B40B-7CFA0163A4AB}" dt="2026-10-15T00:55:46.857" v="548" actId="1076"/>
          <ac:picMkLst>
            <pc:docMk/>
            <pc:sldMk cId="1754316033" sldId="303"/>
            <ac:picMk id="3" creationId="{7B8284D9-6145-EF4E-C406-43AC6E469579}"/>
          </ac:picMkLst>
        </pc:picChg>
        <pc:picChg chg="add mod">
          <ac:chgData name="Min Wang" userId="40c509f2-6e44-41ac-be95-0b697891d3eb" providerId="ADAL" clId="{1E82F5CA-06CB-5569-B40B-7CFA0163A4AB}" dt="2026-10-15T00:56:34.512" v="550" actId="1076"/>
          <ac:picMkLst>
            <pc:docMk/>
            <pc:sldMk cId="1754316033" sldId="303"/>
            <ac:picMk id="4" creationId="{D8C2622B-99D9-096E-DBB4-BD089C931F95}"/>
          </ac:picMkLst>
        </pc:picChg>
        <pc:picChg chg="add mod">
          <ac:chgData name="Min Wang" userId="40c509f2-6e44-41ac-be95-0b697891d3eb" providerId="ADAL" clId="{1E82F5CA-06CB-5569-B40B-7CFA0163A4AB}" dt="2026-10-15T00:56:48.719" v="552" actId="1076"/>
          <ac:picMkLst>
            <pc:docMk/>
            <pc:sldMk cId="1754316033" sldId="303"/>
            <ac:picMk id="5" creationId="{579ECCCC-DE2F-AAC8-2D36-DC595D42639B}"/>
          </ac:picMkLst>
        </pc:picChg>
      </pc:sldChg>
      <pc:sldChg chg="addSp modSp mod">
        <pc:chgData name="Min Wang" userId="40c509f2-6e44-41ac-be95-0b697891d3eb" providerId="ADAL" clId="{1E82F5CA-06CB-5569-B40B-7CFA0163A4AB}" dt="2026-10-15T01:02:01.707" v="569" actId="1076"/>
        <pc:sldMkLst>
          <pc:docMk/>
          <pc:sldMk cId="3017884910" sldId="304"/>
        </pc:sldMkLst>
        <pc:picChg chg="add mod">
          <ac:chgData name="Min Wang" userId="40c509f2-6e44-41ac-be95-0b697891d3eb" providerId="ADAL" clId="{1E82F5CA-06CB-5569-B40B-7CFA0163A4AB}" dt="2026-10-15T00:58:54.681" v="555" actId="14100"/>
          <ac:picMkLst>
            <pc:docMk/>
            <pc:sldMk cId="3017884910" sldId="304"/>
            <ac:picMk id="2" creationId="{84CC021E-E102-0B73-CE33-563742A4AAB8}"/>
          </ac:picMkLst>
        </pc:picChg>
        <pc:picChg chg="add mod">
          <ac:chgData name="Min Wang" userId="40c509f2-6e44-41ac-be95-0b697891d3eb" providerId="ADAL" clId="{1E82F5CA-06CB-5569-B40B-7CFA0163A4AB}" dt="2026-10-15T01:00:44.974" v="567" actId="14100"/>
          <ac:picMkLst>
            <pc:docMk/>
            <pc:sldMk cId="3017884910" sldId="304"/>
            <ac:picMk id="6" creationId="{BBDBDC3C-AC37-8A9D-7CB8-7858A64E084E}"/>
          </ac:picMkLst>
        </pc:picChg>
        <pc:picChg chg="add mod">
          <ac:chgData name="Min Wang" userId="40c509f2-6e44-41ac-be95-0b697891d3eb" providerId="ADAL" clId="{1E82F5CA-06CB-5569-B40B-7CFA0163A4AB}" dt="2026-10-15T01:02:01.707" v="569" actId="1076"/>
          <ac:picMkLst>
            <pc:docMk/>
            <pc:sldMk cId="3017884910" sldId="304"/>
            <ac:picMk id="7" creationId="{2F79274A-C55A-2FE1-AA96-64B484289988}"/>
          </ac:picMkLst>
        </pc:picChg>
        <pc:inkChg chg="add">
          <ac:chgData name="Min Wang" userId="40c509f2-6e44-41ac-be95-0b697891d3eb" providerId="ADAL" clId="{1E82F5CA-06CB-5569-B40B-7CFA0163A4AB}" dt="2026-10-15T00:59:29.533" v="556" actId="9405"/>
          <ac:inkMkLst>
            <pc:docMk/>
            <pc:sldMk cId="3017884910" sldId="304"/>
            <ac:inkMk id="3" creationId="{0CCD366A-1635-4FEE-7CB7-3B05A960254E}"/>
          </ac:inkMkLst>
        </pc:inkChg>
        <pc:inkChg chg="add">
          <ac:chgData name="Min Wang" userId="40c509f2-6e44-41ac-be95-0b697891d3eb" providerId="ADAL" clId="{1E82F5CA-06CB-5569-B40B-7CFA0163A4AB}" dt="2026-10-15T00:59:38.442" v="557" actId="9405"/>
          <ac:inkMkLst>
            <pc:docMk/>
            <pc:sldMk cId="3017884910" sldId="304"/>
            <ac:inkMk id="4" creationId="{FD6E69EB-F6AE-D76C-F7D5-3DB19C1E51C0}"/>
          </ac:inkMkLst>
        </pc:inkChg>
        <pc:inkChg chg="add">
          <ac:chgData name="Min Wang" userId="40c509f2-6e44-41ac-be95-0b697891d3eb" providerId="ADAL" clId="{1E82F5CA-06CB-5569-B40B-7CFA0163A4AB}" dt="2026-10-15T00:59:47.347" v="558" actId="9405"/>
          <ac:inkMkLst>
            <pc:docMk/>
            <pc:sldMk cId="3017884910" sldId="304"/>
            <ac:inkMk id="5" creationId="{3C2973C8-C4A7-652E-1190-575334A31264}"/>
          </ac:inkMkLst>
        </pc:inkChg>
      </pc:sldChg>
      <pc:sldChg chg="addSp modSp mod">
        <pc:chgData name="Min Wang" userId="40c509f2-6e44-41ac-be95-0b697891d3eb" providerId="ADAL" clId="{1E82F5CA-06CB-5569-B40B-7CFA0163A4AB}" dt="2026-10-15T01:06:16.314" v="612" actId="1038"/>
        <pc:sldMkLst>
          <pc:docMk/>
          <pc:sldMk cId="4241437069" sldId="305"/>
        </pc:sldMkLst>
        <pc:picChg chg="add mod">
          <ac:chgData name="Min Wang" userId="40c509f2-6e44-41ac-be95-0b697891d3eb" providerId="ADAL" clId="{1E82F5CA-06CB-5569-B40B-7CFA0163A4AB}" dt="2026-10-15T01:02:44.731" v="572" actId="14100"/>
          <ac:picMkLst>
            <pc:docMk/>
            <pc:sldMk cId="4241437069" sldId="305"/>
            <ac:picMk id="2" creationId="{4382FD83-69D9-E9B6-40C7-79022A181B1F}"/>
          </ac:picMkLst>
        </pc:picChg>
        <pc:picChg chg="add mod">
          <ac:chgData name="Min Wang" userId="40c509f2-6e44-41ac-be95-0b697891d3eb" providerId="ADAL" clId="{1E82F5CA-06CB-5569-B40B-7CFA0163A4AB}" dt="2026-10-15T01:04:12.508" v="600" actId="1076"/>
          <ac:picMkLst>
            <pc:docMk/>
            <pc:sldMk cId="4241437069" sldId="305"/>
            <ac:picMk id="5" creationId="{57FEA1BE-103E-B5CA-2FA1-801041645698}"/>
          </ac:picMkLst>
        </pc:picChg>
        <pc:picChg chg="add mod">
          <ac:chgData name="Min Wang" userId="40c509f2-6e44-41ac-be95-0b697891d3eb" providerId="ADAL" clId="{1E82F5CA-06CB-5569-B40B-7CFA0163A4AB}" dt="2026-10-15T01:05:39.867" v="603" actId="1076"/>
          <ac:picMkLst>
            <pc:docMk/>
            <pc:sldMk cId="4241437069" sldId="305"/>
            <ac:picMk id="6" creationId="{416EFB77-9E13-1F7A-913A-81B59A1EA849}"/>
          </ac:picMkLst>
        </pc:picChg>
        <pc:picChg chg="add mod">
          <ac:chgData name="Min Wang" userId="40c509f2-6e44-41ac-be95-0b697891d3eb" providerId="ADAL" clId="{1E82F5CA-06CB-5569-B40B-7CFA0163A4AB}" dt="2026-10-15T01:05:33.247" v="602" actId="1076"/>
          <ac:picMkLst>
            <pc:docMk/>
            <pc:sldMk cId="4241437069" sldId="305"/>
            <ac:picMk id="7" creationId="{147AF8A1-FA83-8634-F8C9-20E13A314CC0}"/>
          </ac:picMkLst>
        </pc:picChg>
        <pc:picChg chg="add mod">
          <ac:chgData name="Min Wang" userId="40c509f2-6e44-41ac-be95-0b697891d3eb" providerId="ADAL" clId="{1E82F5CA-06CB-5569-B40B-7CFA0163A4AB}" dt="2026-10-15T01:05:54.437" v="606" actId="1076"/>
          <ac:picMkLst>
            <pc:docMk/>
            <pc:sldMk cId="4241437069" sldId="305"/>
            <ac:picMk id="8" creationId="{87E574F1-5D8F-0EEB-FEC6-D821A531D6EA}"/>
          </ac:picMkLst>
        </pc:picChg>
        <pc:picChg chg="add mod">
          <ac:chgData name="Min Wang" userId="40c509f2-6e44-41ac-be95-0b697891d3eb" providerId="ADAL" clId="{1E82F5CA-06CB-5569-B40B-7CFA0163A4AB}" dt="2026-10-15T01:06:16.314" v="612" actId="1038"/>
          <ac:picMkLst>
            <pc:docMk/>
            <pc:sldMk cId="4241437069" sldId="305"/>
            <ac:picMk id="9" creationId="{A6E06519-6C24-212E-FB92-B94E4EADA846}"/>
          </ac:picMkLst>
        </pc:picChg>
        <pc:inkChg chg="add">
          <ac:chgData name="Min Wang" userId="40c509f2-6e44-41ac-be95-0b697891d3eb" providerId="ADAL" clId="{1E82F5CA-06CB-5569-B40B-7CFA0163A4AB}" dt="2026-10-15T01:02:48.240" v="573" actId="9405"/>
          <ac:inkMkLst>
            <pc:docMk/>
            <pc:sldMk cId="4241437069" sldId="305"/>
            <ac:inkMk id="3" creationId="{02ACDA62-1758-412F-B797-440C748E4BF5}"/>
          </ac:inkMkLst>
        </pc:inkChg>
        <pc:inkChg chg="add">
          <ac:chgData name="Min Wang" userId="40c509f2-6e44-41ac-be95-0b697891d3eb" providerId="ADAL" clId="{1E82F5CA-06CB-5569-B40B-7CFA0163A4AB}" dt="2026-10-15T01:02:53.169" v="574" actId="9405"/>
          <ac:inkMkLst>
            <pc:docMk/>
            <pc:sldMk cId="4241437069" sldId="305"/>
            <ac:inkMk id="4" creationId="{F565455F-EEEE-0857-D8F1-5B9A19D1B117}"/>
          </ac:inkMkLst>
        </pc:inkChg>
      </pc:sldChg>
      <pc:sldChg chg="addSp modSp mod">
        <pc:chgData name="Min Wang" userId="40c509f2-6e44-41ac-be95-0b697891d3eb" providerId="ADAL" clId="{1E82F5CA-06CB-5569-B40B-7CFA0163A4AB}" dt="2026-10-15T01:07:52.543" v="627" actId="1076"/>
        <pc:sldMkLst>
          <pc:docMk/>
          <pc:sldMk cId="3116124785" sldId="306"/>
        </pc:sldMkLst>
        <pc:spChg chg="add mod">
          <ac:chgData name="Min Wang" userId="40c509f2-6e44-41ac-be95-0b697891d3eb" providerId="ADAL" clId="{1E82F5CA-06CB-5569-B40B-7CFA0163A4AB}" dt="2026-10-15T01:07:52.543" v="627" actId="1076"/>
          <ac:spMkLst>
            <pc:docMk/>
            <pc:sldMk cId="3116124785" sldId="306"/>
            <ac:spMk id="9" creationId="{1824DB3C-1175-1EA3-CF30-D6C7E88008D0}"/>
          </ac:spMkLst>
        </pc:spChg>
        <pc:picChg chg="add mod">
          <ac:chgData name="Min Wang" userId="40c509f2-6e44-41ac-be95-0b697891d3eb" providerId="ADAL" clId="{1E82F5CA-06CB-5569-B40B-7CFA0163A4AB}" dt="2026-10-15T01:06:36" v="614" actId="1076"/>
          <ac:picMkLst>
            <pc:docMk/>
            <pc:sldMk cId="3116124785" sldId="306"/>
            <ac:picMk id="2" creationId="{0A97F1C6-A6F5-A011-3871-1ECD95081164}"/>
          </ac:picMkLst>
        </pc:picChg>
        <pc:picChg chg="add mod">
          <ac:chgData name="Min Wang" userId="40c509f2-6e44-41ac-be95-0b697891d3eb" providerId="ADAL" clId="{1E82F5CA-06CB-5569-B40B-7CFA0163A4AB}" dt="2026-10-15T01:06:46.351" v="616" actId="1076"/>
          <ac:picMkLst>
            <pc:docMk/>
            <pc:sldMk cId="3116124785" sldId="306"/>
            <ac:picMk id="3" creationId="{51BFABA0-2F1A-6F33-0D5B-D6B81A36F055}"/>
          </ac:picMkLst>
        </pc:picChg>
        <pc:picChg chg="add mod">
          <ac:chgData name="Min Wang" userId="40c509f2-6e44-41ac-be95-0b697891d3eb" providerId="ADAL" clId="{1E82F5CA-06CB-5569-B40B-7CFA0163A4AB}" dt="2026-10-15T01:07:02.580" v="618" actId="1076"/>
          <ac:picMkLst>
            <pc:docMk/>
            <pc:sldMk cId="3116124785" sldId="306"/>
            <ac:picMk id="4" creationId="{1CA086BC-5094-D1CC-4078-DEEC9B9F9F46}"/>
          </ac:picMkLst>
        </pc:picChg>
        <pc:picChg chg="add mod">
          <ac:chgData name="Min Wang" userId="40c509f2-6e44-41ac-be95-0b697891d3eb" providerId="ADAL" clId="{1E82F5CA-06CB-5569-B40B-7CFA0163A4AB}" dt="2026-10-15T01:07:11.428" v="620" actId="1076"/>
          <ac:picMkLst>
            <pc:docMk/>
            <pc:sldMk cId="3116124785" sldId="306"/>
            <ac:picMk id="5" creationId="{28B0EE9C-5EBC-F43A-4FB5-A9BA7BEFDB80}"/>
          </ac:picMkLst>
        </pc:picChg>
        <pc:picChg chg="add mod">
          <ac:chgData name="Min Wang" userId="40c509f2-6e44-41ac-be95-0b697891d3eb" providerId="ADAL" clId="{1E82F5CA-06CB-5569-B40B-7CFA0163A4AB}" dt="2026-10-15T01:07:37.353" v="625" actId="1076"/>
          <ac:picMkLst>
            <pc:docMk/>
            <pc:sldMk cId="3116124785" sldId="306"/>
            <ac:picMk id="7" creationId="{EA1D61D7-F240-8C89-E248-E9BEA61B1329}"/>
          </ac:picMkLst>
        </pc:picChg>
        <pc:inkChg chg="add">
          <ac:chgData name="Min Wang" userId="40c509f2-6e44-41ac-be95-0b697891d3eb" providerId="ADAL" clId="{1E82F5CA-06CB-5569-B40B-7CFA0163A4AB}" dt="2026-10-15T01:07:14.802" v="621" actId="9405"/>
          <ac:inkMkLst>
            <pc:docMk/>
            <pc:sldMk cId="3116124785" sldId="306"/>
            <ac:inkMk id="6" creationId="{54618FB5-1AF3-95ED-1DCC-D97541019057}"/>
          </ac:inkMkLst>
        </pc:inkChg>
      </pc:sldChg>
      <pc:sldChg chg="addSp delSp modSp mod">
        <pc:chgData name="Min Wang" userId="40c509f2-6e44-41ac-be95-0b697891d3eb" providerId="ADAL" clId="{1E82F5CA-06CB-5569-B40B-7CFA0163A4AB}" dt="2026-10-15T01:10:22.920" v="645" actId="21"/>
        <pc:sldMkLst>
          <pc:docMk/>
          <pc:sldMk cId="2115032359" sldId="307"/>
        </pc:sldMkLst>
        <pc:spChg chg="add del mod">
          <ac:chgData name="Min Wang" userId="40c509f2-6e44-41ac-be95-0b697891d3eb" providerId="ADAL" clId="{1E82F5CA-06CB-5569-B40B-7CFA0163A4AB}" dt="2026-10-15T01:09:05.167" v="635" actId="478"/>
          <ac:spMkLst>
            <pc:docMk/>
            <pc:sldMk cId="2115032359" sldId="307"/>
            <ac:spMk id="4" creationId="{B8488125-1CEC-7DDE-2A49-A67161ED20C9}"/>
          </ac:spMkLst>
        </pc:spChg>
        <pc:spChg chg="add mod">
          <ac:chgData name="Min Wang" userId="40c509f2-6e44-41ac-be95-0b697891d3eb" providerId="ADAL" clId="{1E82F5CA-06CB-5569-B40B-7CFA0163A4AB}" dt="2026-10-15T01:09:11.806" v="638" actId="20577"/>
          <ac:spMkLst>
            <pc:docMk/>
            <pc:sldMk cId="2115032359" sldId="307"/>
            <ac:spMk id="6" creationId="{5120BFF8-FD8E-9054-7E5A-EEEC5539EBE0}"/>
          </ac:spMkLst>
        </pc:spChg>
        <pc:picChg chg="add mod">
          <ac:chgData name="Min Wang" userId="40c509f2-6e44-41ac-be95-0b697891d3eb" providerId="ADAL" clId="{1E82F5CA-06CB-5569-B40B-7CFA0163A4AB}" dt="2026-10-15T01:08:18.043" v="629" actId="1076"/>
          <ac:picMkLst>
            <pc:docMk/>
            <pc:sldMk cId="2115032359" sldId="307"/>
            <ac:picMk id="2" creationId="{61F7FCE5-7BA3-60E7-211C-A8D9020F0C4B}"/>
          </ac:picMkLst>
        </pc:picChg>
        <pc:picChg chg="add mod">
          <ac:chgData name="Min Wang" userId="40c509f2-6e44-41ac-be95-0b697891d3eb" providerId="ADAL" clId="{1E82F5CA-06CB-5569-B40B-7CFA0163A4AB}" dt="2026-10-15T01:09:24.565" v="640" actId="1076"/>
          <ac:picMkLst>
            <pc:docMk/>
            <pc:sldMk cId="2115032359" sldId="307"/>
            <ac:picMk id="7" creationId="{8F92A7E5-4E11-24BC-1D15-B8FB6574B892}"/>
          </ac:picMkLst>
        </pc:picChg>
        <pc:picChg chg="add del mod">
          <ac:chgData name="Min Wang" userId="40c509f2-6e44-41ac-be95-0b697891d3eb" providerId="ADAL" clId="{1E82F5CA-06CB-5569-B40B-7CFA0163A4AB}" dt="2026-10-15T01:10:22.920" v="645" actId="21"/>
          <ac:picMkLst>
            <pc:docMk/>
            <pc:sldMk cId="2115032359" sldId="307"/>
            <ac:picMk id="8" creationId="{6A8B4AAD-C5DB-F469-47DD-F2F7983DD2DE}"/>
          </ac:picMkLst>
        </pc:picChg>
        <pc:picChg chg="add del mod">
          <ac:chgData name="Min Wang" userId="40c509f2-6e44-41ac-be95-0b697891d3eb" providerId="ADAL" clId="{1E82F5CA-06CB-5569-B40B-7CFA0163A4AB}" dt="2026-10-15T01:10:22.920" v="645" actId="21"/>
          <ac:picMkLst>
            <pc:docMk/>
            <pc:sldMk cId="2115032359" sldId="307"/>
            <ac:picMk id="9" creationId="{96355A6D-92C8-2E99-E151-61677489A6F8}"/>
          </ac:picMkLst>
        </pc:picChg>
      </pc:sldChg>
      <pc:sldChg chg="addSp modSp mod">
        <pc:chgData name="Min Wang" userId="40c509f2-6e44-41ac-be95-0b697891d3eb" providerId="ADAL" clId="{1E82F5CA-06CB-5569-B40B-7CFA0163A4AB}" dt="2026-10-15T01:11:50.564" v="657" actId="1076"/>
        <pc:sldMkLst>
          <pc:docMk/>
          <pc:sldMk cId="1055328421" sldId="308"/>
        </pc:sldMkLst>
        <pc:picChg chg="add mod">
          <ac:chgData name="Min Wang" userId="40c509f2-6e44-41ac-be95-0b697891d3eb" providerId="ADAL" clId="{1E82F5CA-06CB-5569-B40B-7CFA0163A4AB}" dt="2026-10-15T01:10:28.243" v="647" actId="1076"/>
          <ac:picMkLst>
            <pc:docMk/>
            <pc:sldMk cId="1055328421" sldId="308"/>
            <ac:picMk id="2" creationId="{12538CC0-2152-7EB6-F387-16F66AAE3C6C}"/>
          </ac:picMkLst>
        </pc:picChg>
        <pc:picChg chg="add mod">
          <ac:chgData name="Min Wang" userId="40c509f2-6e44-41ac-be95-0b697891d3eb" providerId="ADAL" clId="{1E82F5CA-06CB-5569-B40B-7CFA0163A4AB}" dt="2026-10-15T01:10:28.243" v="647" actId="1076"/>
          <ac:picMkLst>
            <pc:docMk/>
            <pc:sldMk cId="1055328421" sldId="308"/>
            <ac:picMk id="3" creationId="{F262017E-4A99-F0C3-DD82-DD5FF337D012}"/>
          </ac:picMkLst>
        </pc:picChg>
        <pc:picChg chg="add mod">
          <ac:chgData name="Min Wang" userId="40c509f2-6e44-41ac-be95-0b697891d3eb" providerId="ADAL" clId="{1E82F5CA-06CB-5569-B40B-7CFA0163A4AB}" dt="2026-10-15T01:11:01.606" v="651" actId="1076"/>
          <ac:picMkLst>
            <pc:docMk/>
            <pc:sldMk cId="1055328421" sldId="308"/>
            <ac:picMk id="5" creationId="{E0E4E5E0-EEEA-B8D5-7ED7-12C08FCAAE0B}"/>
          </ac:picMkLst>
        </pc:picChg>
        <pc:picChg chg="add mod">
          <ac:chgData name="Min Wang" userId="40c509f2-6e44-41ac-be95-0b697891d3eb" providerId="ADAL" clId="{1E82F5CA-06CB-5569-B40B-7CFA0163A4AB}" dt="2026-10-15T01:11:06.348" v="653" actId="1076"/>
          <ac:picMkLst>
            <pc:docMk/>
            <pc:sldMk cId="1055328421" sldId="308"/>
            <ac:picMk id="6" creationId="{6277DB8D-E5B3-2862-B297-9A099EB9EC41}"/>
          </ac:picMkLst>
        </pc:picChg>
        <pc:picChg chg="add mod">
          <ac:chgData name="Min Wang" userId="40c509f2-6e44-41ac-be95-0b697891d3eb" providerId="ADAL" clId="{1E82F5CA-06CB-5569-B40B-7CFA0163A4AB}" dt="2026-10-15T01:11:17.219" v="655" actId="1076"/>
          <ac:picMkLst>
            <pc:docMk/>
            <pc:sldMk cId="1055328421" sldId="308"/>
            <ac:picMk id="7" creationId="{44B44666-1126-1EDB-CAD0-77550545B7FB}"/>
          </ac:picMkLst>
        </pc:picChg>
        <pc:picChg chg="add mod">
          <ac:chgData name="Min Wang" userId="40c509f2-6e44-41ac-be95-0b697891d3eb" providerId="ADAL" clId="{1E82F5CA-06CB-5569-B40B-7CFA0163A4AB}" dt="2026-10-15T01:11:50.564" v="657" actId="1076"/>
          <ac:picMkLst>
            <pc:docMk/>
            <pc:sldMk cId="1055328421" sldId="308"/>
            <ac:picMk id="8" creationId="{467A9DE3-E76C-7755-43B0-871A35F21131}"/>
          </ac:picMkLst>
        </pc:picChg>
        <pc:inkChg chg="add">
          <ac:chgData name="Min Wang" userId="40c509f2-6e44-41ac-be95-0b697891d3eb" providerId="ADAL" clId="{1E82F5CA-06CB-5569-B40B-7CFA0163A4AB}" dt="2026-10-15T01:10:35.357" v="648" actId="9405"/>
          <ac:inkMkLst>
            <pc:docMk/>
            <pc:sldMk cId="1055328421" sldId="308"/>
            <ac:inkMk id="4" creationId="{20CDAF79-76C1-67C5-36A1-0429D148E595}"/>
          </ac:inkMkLst>
        </pc:inkChg>
      </pc:sldChg>
      <pc:sldChg chg="addSp delSp modSp mod">
        <pc:chgData name="Min Wang" userId="40c509f2-6e44-41ac-be95-0b697891d3eb" providerId="ADAL" clId="{1E82F5CA-06CB-5569-B40B-7CFA0163A4AB}" dt="2026-10-15T01:14:16.291" v="673" actId="1076"/>
        <pc:sldMkLst>
          <pc:docMk/>
          <pc:sldMk cId="3120640261" sldId="309"/>
        </pc:sldMkLst>
        <pc:spChg chg="add del mod">
          <ac:chgData name="Min Wang" userId="40c509f2-6e44-41ac-be95-0b697891d3eb" providerId="ADAL" clId="{1E82F5CA-06CB-5569-B40B-7CFA0163A4AB}" dt="2026-10-15T01:13:30.195" v="665" actId="478"/>
          <ac:spMkLst>
            <pc:docMk/>
            <pc:sldMk cId="3120640261" sldId="309"/>
            <ac:spMk id="4" creationId="{3A6147F1-BDD0-EDCA-AE26-4CBC8B59F073}"/>
          </ac:spMkLst>
        </pc:spChg>
        <pc:picChg chg="add mod">
          <ac:chgData name="Min Wang" userId="40c509f2-6e44-41ac-be95-0b697891d3eb" providerId="ADAL" clId="{1E82F5CA-06CB-5569-B40B-7CFA0163A4AB}" dt="2026-10-15T01:12:12.475" v="659" actId="1076"/>
          <ac:picMkLst>
            <pc:docMk/>
            <pc:sldMk cId="3120640261" sldId="309"/>
            <ac:picMk id="2" creationId="{9EA775E6-D895-B41F-7337-6C2B0554919B}"/>
          </ac:picMkLst>
        </pc:picChg>
        <pc:picChg chg="add mod">
          <ac:chgData name="Min Wang" userId="40c509f2-6e44-41ac-be95-0b697891d3eb" providerId="ADAL" clId="{1E82F5CA-06CB-5569-B40B-7CFA0163A4AB}" dt="2026-10-15T01:13:16.004" v="664" actId="1076"/>
          <ac:picMkLst>
            <pc:docMk/>
            <pc:sldMk cId="3120640261" sldId="309"/>
            <ac:picMk id="5" creationId="{69E0ECEC-30A0-904C-1974-6747506B7640}"/>
          </ac:picMkLst>
        </pc:picChg>
        <pc:picChg chg="add mod">
          <ac:chgData name="Min Wang" userId="40c509f2-6e44-41ac-be95-0b697891d3eb" providerId="ADAL" clId="{1E82F5CA-06CB-5569-B40B-7CFA0163A4AB}" dt="2026-10-15T01:13:33.928" v="667" actId="1076"/>
          <ac:picMkLst>
            <pc:docMk/>
            <pc:sldMk cId="3120640261" sldId="309"/>
            <ac:picMk id="6" creationId="{EA1F36C7-C763-6A9A-FDFA-48B25BD52CB2}"/>
          </ac:picMkLst>
        </pc:picChg>
        <pc:picChg chg="add mod">
          <ac:chgData name="Min Wang" userId="40c509f2-6e44-41ac-be95-0b697891d3eb" providerId="ADAL" clId="{1E82F5CA-06CB-5569-B40B-7CFA0163A4AB}" dt="2026-10-15T01:13:47.004" v="669" actId="1076"/>
          <ac:picMkLst>
            <pc:docMk/>
            <pc:sldMk cId="3120640261" sldId="309"/>
            <ac:picMk id="7" creationId="{DCF987B4-039B-0CA3-B300-B2912C400DDB}"/>
          </ac:picMkLst>
        </pc:picChg>
        <pc:picChg chg="add mod">
          <ac:chgData name="Min Wang" userId="40c509f2-6e44-41ac-be95-0b697891d3eb" providerId="ADAL" clId="{1E82F5CA-06CB-5569-B40B-7CFA0163A4AB}" dt="2026-10-15T01:13:56.392" v="671" actId="1076"/>
          <ac:picMkLst>
            <pc:docMk/>
            <pc:sldMk cId="3120640261" sldId="309"/>
            <ac:picMk id="8" creationId="{2879730D-B329-2E26-D7B7-5C710B230958}"/>
          </ac:picMkLst>
        </pc:picChg>
        <pc:picChg chg="add mod">
          <ac:chgData name="Min Wang" userId="40c509f2-6e44-41ac-be95-0b697891d3eb" providerId="ADAL" clId="{1E82F5CA-06CB-5569-B40B-7CFA0163A4AB}" dt="2026-10-15T01:14:16.291" v="673" actId="1076"/>
          <ac:picMkLst>
            <pc:docMk/>
            <pc:sldMk cId="3120640261" sldId="309"/>
            <ac:picMk id="9" creationId="{F4F63702-0D0C-D4CB-1076-750213B9A1BE}"/>
          </ac:picMkLst>
        </pc:picChg>
      </pc:sldChg>
      <pc:sldChg chg="addSp modSp mod">
        <pc:chgData name="Min Wang" userId="40c509f2-6e44-41ac-be95-0b697891d3eb" providerId="ADAL" clId="{1E82F5CA-06CB-5569-B40B-7CFA0163A4AB}" dt="2026-10-15T01:17:56.243" v="698" actId="20577"/>
        <pc:sldMkLst>
          <pc:docMk/>
          <pc:sldMk cId="3211148323" sldId="310"/>
        </pc:sldMkLst>
        <pc:spChg chg="add mod">
          <ac:chgData name="Min Wang" userId="40c509f2-6e44-41ac-be95-0b697891d3eb" providerId="ADAL" clId="{1E82F5CA-06CB-5569-B40B-7CFA0163A4AB}" dt="2026-10-15T01:15:58.598" v="677" actId="113"/>
          <ac:spMkLst>
            <pc:docMk/>
            <pc:sldMk cId="3211148323" sldId="310"/>
            <ac:spMk id="3" creationId="{651194D5-2FD9-41D7-C724-126DC42758F1}"/>
          </ac:spMkLst>
        </pc:spChg>
        <pc:spChg chg="add mod">
          <ac:chgData name="Min Wang" userId="40c509f2-6e44-41ac-be95-0b697891d3eb" providerId="ADAL" clId="{1E82F5CA-06CB-5569-B40B-7CFA0163A4AB}" dt="2026-10-15T01:17:56.243" v="698" actId="20577"/>
          <ac:spMkLst>
            <pc:docMk/>
            <pc:sldMk cId="3211148323" sldId="310"/>
            <ac:spMk id="10" creationId="{B115C044-F0CD-EB54-358E-105C93617683}"/>
          </ac:spMkLst>
        </pc:spChg>
        <pc:picChg chg="add mod">
          <ac:chgData name="Min Wang" userId="40c509f2-6e44-41ac-be95-0b697891d3eb" providerId="ADAL" clId="{1E82F5CA-06CB-5569-B40B-7CFA0163A4AB}" dt="2026-10-15T01:16:16.631" v="679" actId="1076"/>
          <ac:picMkLst>
            <pc:docMk/>
            <pc:sldMk cId="3211148323" sldId="310"/>
            <ac:picMk id="4" creationId="{7E40625A-224F-B52E-DF02-50532AE95B4B}"/>
          </ac:picMkLst>
        </pc:picChg>
        <pc:picChg chg="add mod">
          <ac:chgData name="Min Wang" userId="40c509f2-6e44-41ac-be95-0b697891d3eb" providerId="ADAL" clId="{1E82F5CA-06CB-5569-B40B-7CFA0163A4AB}" dt="2026-10-15T01:16:26.736" v="681" actId="1076"/>
          <ac:picMkLst>
            <pc:docMk/>
            <pc:sldMk cId="3211148323" sldId="310"/>
            <ac:picMk id="5" creationId="{DF59EA6E-5E5B-EF49-50BD-558BD0A7877B}"/>
          </ac:picMkLst>
        </pc:picChg>
        <pc:picChg chg="add mod">
          <ac:chgData name="Min Wang" userId="40c509f2-6e44-41ac-be95-0b697891d3eb" providerId="ADAL" clId="{1E82F5CA-06CB-5569-B40B-7CFA0163A4AB}" dt="2026-10-15T01:16:40.441" v="683" actId="1076"/>
          <ac:picMkLst>
            <pc:docMk/>
            <pc:sldMk cId="3211148323" sldId="310"/>
            <ac:picMk id="6" creationId="{B807DEAF-C4D1-19BD-8212-A22744FF2178}"/>
          </ac:picMkLst>
        </pc:picChg>
        <pc:picChg chg="add mod">
          <ac:chgData name="Min Wang" userId="40c509f2-6e44-41ac-be95-0b697891d3eb" providerId="ADAL" clId="{1E82F5CA-06CB-5569-B40B-7CFA0163A4AB}" dt="2026-10-15T01:17:39.339" v="689" actId="1076"/>
          <ac:picMkLst>
            <pc:docMk/>
            <pc:sldMk cId="3211148323" sldId="310"/>
            <ac:picMk id="7" creationId="{3E2E60D8-E937-0BEC-FA1D-A4FE137E69EB}"/>
          </ac:picMkLst>
        </pc:picChg>
        <pc:picChg chg="add mod">
          <ac:chgData name="Min Wang" userId="40c509f2-6e44-41ac-be95-0b697891d3eb" providerId="ADAL" clId="{1E82F5CA-06CB-5569-B40B-7CFA0163A4AB}" dt="2026-10-15T01:17:10.964" v="687" actId="1076"/>
          <ac:picMkLst>
            <pc:docMk/>
            <pc:sldMk cId="3211148323" sldId="310"/>
            <ac:picMk id="8" creationId="{3E739E44-CA5D-5530-5DA6-F0D5942C077E}"/>
          </ac:picMkLst>
        </pc:picChg>
      </pc:sldChg>
      <pc:sldChg chg="addSp modSp mod">
        <pc:chgData name="Min Wang" userId="40c509f2-6e44-41ac-be95-0b697891d3eb" providerId="ADAL" clId="{1E82F5CA-06CB-5569-B40B-7CFA0163A4AB}" dt="2026-10-15T01:20:54.688" v="714" actId="1076"/>
        <pc:sldMkLst>
          <pc:docMk/>
          <pc:sldMk cId="3010503381" sldId="311"/>
        </pc:sldMkLst>
        <pc:picChg chg="add mod">
          <ac:chgData name="Min Wang" userId="40c509f2-6e44-41ac-be95-0b697891d3eb" providerId="ADAL" clId="{1E82F5CA-06CB-5569-B40B-7CFA0163A4AB}" dt="2026-10-15T01:18:34.085" v="701" actId="14100"/>
          <ac:picMkLst>
            <pc:docMk/>
            <pc:sldMk cId="3010503381" sldId="311"/>
            <ac:picMk id="2" creationId="{91BA1166-F7CF-BB41-D237-1A6DAC85096B}"/>
          </ac:picMkLst>
        </pc:picChg>
        <pc:picChg chg="add mod">
          <ac:chgData name="Min Wang" userId="40c509f2-6e44-41ac-be95-0b697891d3eb" providerId="ADAL" clId="{1E82F5CA-06CB-5569-B40B-7CFA0163A4AB}" dt="2026-10-15T01:18:44.972" v="705" actId="1076"/>
          <ac:picMkLst>
            <pc:docMk/>
            <pc:sldMk cId="3010503381" sldId="311"/>
            <ac:picMk id="3" creationId="{2F52DC28-C200-3891-71B8-4B24E11BAFF0}"/>
          </ac:picMkLst>
        </pc:picChg>
        <pc:picChg chg="add mod">
          <ac:chgData name="Min Wang" userId="40c509f2-6e44-41ac-be95-0b697891d3eb" providerId="ADAL" clId="{1E82F5CA-06CB-5569-B40B-7CFA0163A4AB}" dt="2026-10-15T01:19:04.489" v="707" actId="1076"/>
          <ac:picMkLst>
            <pc:docMk/>
            <pc:sldMk cId="3010503381" sldId="311"/>
            <ac:picMk id="4" creationId="{6A8855A0-2F7D-73C6-BB2D-27566F3A0D7D}"/>
          </ac:picMkLst>
        </pc:picChg>
        <pc:picChg chg="add mod">
          <ac:chgData name="Min Wang" userId="40c509f2-6e44-41ac-be95-0b697891d3eb" providerId="ADAL" clId="{1E82F5CA-06CB-5569-B40B-7CFA0163A4AB}" dt="2026-10-15T01:19:23.688" v="709" actId="1076"/>
          <ac:picMkLst>
            <pc:docMk/>
            <pc:sldMk cId="3010503381" sldId="311"/>
            <ac:picMk id="5" creationId="{604FD44B-2913-61AE-9797-D50F416F5AFF}"/>
          </ac:picMkLst>
        </pc:picChg>
        <pc:picChg chg="add mod">
          <ac:chgData name="Min Wang" userId="40c509f2-6e44-41ac-be95-0b697891d3eb" providerId="ADAL" clId="{1E82F5CA-06CB-5569-B40B-7CFA0163A4AB}" dt="2026-10-15T01:19:37.238" v="711" actId="1076"/>
          <ac:picMkLst>
            <pc:docMk/>
            <pc:sldMk cId="3010503381" sldId="311"/>
            <ac:picMk id="6" creationId="{C258CC88-675E-DF17-384C-88D3D67CDC34}"/>
          </ac:picMkLst>
        </pc:picChg>
        <pc:picChg chg="add mod">
          <ac:chgData name="Min Wang" userId="40c509f2-6e44-41ac-be95-0b697891d3eb" providerId="ADAL" clId="{1E82F5CA-06CB-5569-B40B-7CFA0163A4AB}" dt="2026-10-15T01:20:54.688" v="714" actId="1076"/>
          <ac:picMkLst>
            <pc:docMk/>
            <pc:sldMk cId="3010503381" sldId="311"/>
            <ac:picMk id="7" creationId="{4D2B6ACF-CFD2-85DE-6D18-182269BD15FA}"/>
          </ac:picMkLst>
        </pc:picChg>
      </pc:sldChg>
      <pc:sldChg chg="addSp modSp mod modAnim">
        <pc:chgData name="Min Wang" userId="40c509f2-6e44-41ac-be95-0b697891d3eb" providerId="ADAL" clId="{1E82F5CA-06CB-5569-B40B-7CFA0163A4AB}" dt="2026-10-15T01:23:32.723" v="727"/>
        <pc:sldMkLst>
          <pc:docMk/>
          <pc:sldMk cId="3122549547" sldId="312"/>
        </pc:sldMkLst>
        <pc:spChg chg="add mod">
          <ac:chgData name="Min Wang" userId="40c509f2-6e44-41ac-be95-0b697891d3eb" providerId="ADAL" clId="{1E82F5CA-06CB-5569-B40B-7CFA0163A4AB}" dt="2026-10-15T01:22:12.185" v="718" actId="1076"/>
          <ac:spMkLst>
            <pc:docMk/>
            <pc:sldMk cId="3122549547" sldId="312"/>
            <ac:spMk id="3" creationId="{5E2C12A5-08B7-ACFA-B15F-DD0AA36BC0E6}"/>
          </ac:spMkLst>
        </pc:spChg>
        <pc:picChg chg="add mod">
          <ac:chgData name="Min Wang" userId="40c509f2-6e44-41ac-be95-0b697891d3eb" providerId="ADAL" clId="{1E82F5CA-06CB-5569-B40B-7CFA0163A4AB}" dt="2026-10-15T01:22:23.737" v="720" actId="1076"/>
          <ac:picMkLst>
            <pc:docMk/>
            <pc:sldMk cId="3122549547" sldId="312"/>
            <ac:picMk id="4" creationId="{2FC8E38C-E78D-CACD-9EB1-BD73AB103070}"/>
          </ac:picMkLst>
        </pc:picChg>
        <pc:picChg chg="add mod">
          <ac:chgData name="Min Wang" userId="40c509f2-6e44-41ac-be95-0b697891d3eb" providerId="ADAL" clId="{1E82F5CA-06CB-5569-B40B-7CFA0163A4AB}" dt="2026-10-15T01:22:44.440" v="722" actId="1076"/>
          <ac:picMkLst>
            <pc:docMk/>
            <pc:sldMk cId="3122549547" sldId="312"/>
            <ac:picMk id="5" creationId="{3D45385E-A262-980F-54A6-79939839183C}"/>
          </ac:picMkLst>
        </pc:picChg>
        <pc:picChg chg="add mod">
          <ac:chgData name="Min Wang" userId="40c509f2-6e44-41ac-be95-0b697891d3eb" providerId="ADAL" clId="{1E82F5CA-06CB-5569-B40B-7CFA0163A4AB}" dt="2026-10-15T01:22:54.056" v="724" actId="1076"/>
          <ac:picMkLst>
            <pc:docMk/>
            <pc:sldMk cId="3122549547" sldId="312"/>
            <ac:picMk id="6" creationId="{953B798F-13E5-95A1-BC59-90183E12FCC6}"/>
          </ac:picMkLst>
        </pc:picChg>
        <pc:picChg chg="add mod">
          <ac:chgData name="Min Wang" userId="40c509f2-6e44-41ac-be95-0b697891d3eb" providerId="ADAL" clId="{1E82F5CA-06CB-5569-B40B-7CFA0163A4AB}" dt="2026-10-15T01:23:29.390" v="726" actId="1076"/>
          <ac:picMkLst>
            <pc:docMk/>
            <pc:sldMk cId="3122549547" sldId="312"/>
            <ac:picMk id="7" creationId="{76154FA6-3478-ED26-A653-9312A2F06D97}"/>
          </ac:picMkLst>
        </pc:picChg>
      </pc:sldChg>
      <pc:sldChg chg="addSp modSp mod modAnim">
        <pc:chgData name="Min Wang" userId="40c509f2-6e44-41ac-be95-0b697891d3eb" providerId="ADAL" clId="{1E82F5CA-06CB-5569-B40B-7CFA0163A4AB}" dt="2026-10-15T01:25:28.247" v="735"/>
        <pc:sldMkLst>
          <pc:docMk/>
          <pc:sldMk cId="1607324547" sldId="313"/>
        </pc:sldMkLst>
        <pc:picChg chg="add mod">
          <ac:chgData name="Min Wang" userId="40c509f2-6e44-41ac-be95-0b697891d3eb" providerId="ADAL" clId="{1E82F5CA-06CB-5569-B40B-7CFA0163A4AB}" dt="2026-10-15T01:24:04.599" v="729" actId="1076"/>
          <ac:picMkLst>
            <pc:docMk/>
            <pc:sldMk cId="1607324547" sldId="313"/>
            <ac:picMk id="2" creationId="{3CE1BBC9-4826-1193-6DF3-DF9419098FBE}"/>
          </ac:picMkLst>
        </pc:picChg>
        <pc:picChg chg="add mod">
          <ac:chgData name="Min Wang" userId="40c509f2-6e44-41ac-be95-0b697891d3eb" providerId="ADAL" clId="{1E82F5CA-06CB-5569-B40B-7CFA0163A4AB}" dt="2026-10-15T01:25:11.302" v="731" actId="1076"/>
          <ac:picMkLst>
            <pc:docMk/>
            <pc:sldMk cId="1607324547" sldId="313"/>
            <ac:picMk id="3" creationId="{49748D8F-123D-6D02-EAF1-CEC898981E17}"/>
          </ac:picMkLst>
        </pc:picChg>
        <pc:picChg chg="add mod">
          <ac:chgData name="Min Wang" userId="40c509f2-6e44-41ac-be95-0b697891d3eb" providerId="ADAL" clId="{1E82F5CA-06CB-5569-B40B-7CFA0163A4AB}" dt="2026-10-15T01:25:21.268" v="733" actId="1076"/>
          <ac:picMkLst>
            <pc:docMk/>
            <pc:sldMk cId="1607324547" sldId="313"/>
            <ac:picMk id="4" creationId="{71E92BE9-227E-4D83-88C5-D08A30057E76}"/>
          </ac:picMkLst>
        </pc:picChg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36904915" sldId="314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4277801599" sldId="315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934468289" sldId="316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595205882" sldId="317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1073559938" sldId="318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1219657220" sldId="319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1004969257" sldId="320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2354844511" sldId="321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790483184" sldId="322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2515535923" sldId="323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546914569" sldId="324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1670624368" sldId="325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988826137" sldId="326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661159635" sldId="327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1534147969" sldId="328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2756325201" sldId="329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2070885701" sldId="330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4191250955" sldId="331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408675027" sldId="332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816109718" sldId="333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441448302" sldId="334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845968809" sldId="335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433507932" sldId="336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4188990906" sldId="337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102027501" sldId="338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966194257" sldId="339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160995355" sldId="340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2660113598" sldId="341"/>
        </pc:sldMkLst>
      </pc:sldChg>
      <pc:sldChg chg="del">
        <pc:chgData name="Min Wang" userId="40c509f2-6e44-41ac-be95-0b697891d3eb" providerId="ADAL" clId="{1E82F5CA-06CB-5569-B40B-7CFA0163A4AB}" dt="2026-10-15T01:28:26.467" v="736" actId="2696"/>
        <pc:sldMkLst>
          <pc:docMk/>
          <pc:sldMk cId="3191824321" sldId="34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0:59:29.5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0,'77'0,"2"0,-30 0,12 0,6 0,13 0,14 0,5 0,-45 0,0 0,41 0,-43 0,2 0,3 0,1 0,38 0,1 0,-15 0,-1 0,19 0,-49 0,-1 0,45 3,-4 4,-8 1,-7 2,-4 0,-5-2,-8 2,16-1,-25-3,18 3,-27-3,3-1,2 1,-2-2,-1 3,0-1,-4 1,4 2,0-2,2 3,-3-2,-2 0,2 3,3 1,7 2,3-1,4 1,3 1,3-1,1 1,0-4,4 0,0-4,28-3,-26 0,24-4,-30 0,8 0,5 0,2 0,1 0,4 0,-3 0,-1 0,-3 0,-6 0,-8 0,-1 0,-1 0,7 0,9 0,1 0,5 0,2 3,2 1,2 3,1 5,-5-4,-26-3,-1 0,27 2,-27-5,-2 0,23 1,9 2,-3-1,-3 0,2 3,-4-2,1 2,-2 4,-5 1,-1-1,-2-1,-8-1,-4 1,-1 2,1-1,9-1,3 1,6 1,3 3,4-3,12 0,-8-4,1-3,-30-3,-1 0,24 1,-19-2,2 1,22 2,10 0,-2-3,3-1,-49 0,0 0,-1 0,0 0,48 0,-7 0,1 0,-3 0,-9 0,-3 0,4 0,0 0,8 0,2 0,-40 0,1 0,-1 0,-1 0,1-1,-1-1,48-2,-11-4,4-3,-5-1,-35 6,2-1,4-1,-1 1,40-2,3-2,-35 1,9-1,1-4,2 1,-4-2,-1 5,-5 0,-1 1,-7 0,-6 0,-1 1,-2 3,5-1,1 0,1-1,4 1,1 3,5-3,0 3,0-4,25 1,-27 0,23-2,-31 2,8-2,0-1,1-1,-2 0,1 0,-1 3,3 4,4-3,0 2,-1-2,-8 0,-3 1,2 0,5-1,5-2,0-2,-3-3,-4 3,-1 0,-5 1,0 1,-5 0,17 0,-21 3,19-3,-18 3,5-2,-2 2,-4-1,-4 0,-4 0,-3 1,-8 2,-5 1,-7 0,-4 0,-1-2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0:59:38.4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0 449,'54'0,"3"0,-9 0,6 0,9 0,10 0,4 0,20 0,-39 0,2 0,-3 0,0 0,3 0,-1 0,-3 0,-2 0,44 0,-46 0,0 0,47 0,-6 0,-4 0,-3 0,-27 0,1 0,24 0,-6 0,0 0,-2 0,-16 1,-2 1,12 5,1 0,-1 3,-4-2,-4 0,-5-1,-7-4,-8 2,-5-3,-1 2,-3-2,2 0,-3-2,-4 0,-5 0,-5 0,-3 0,0 2,2 1,17 4,-6-1,15 2,-6-5,9 2,8 2,10 1,7 2,4 1,-1-3,-1-1,-4-3,2-2,7 2,3 0,8-1,-2-2,-2 0,3-1,-5 0,-1 0,-7 0,-9 0,9 0,-25 0,13 0,-27 0,1 0,-5 0,0 2,0 1,-4 0,0 0,-4 0,3 0,0 0,-1 0,-1-3,1 2,3 1,5 0,4 0,-3-3,-3 0,-4 3,-3 0,-4 0,-3-1,-5-2,8 4,4-3,53 3,-5-4,20-1,10-1,-23 0,-1-1,-10 2,3-1,-4 0,7-1,-6 0,-8 1,-2 0,1-1,0-1,3-2,2 0,9-1,1 0,4-2,1 0,6 1,1 1,5-1,-1 1,2 0,-1-1,1 2,-1 1,-1 0,-2 0,-2 0,-3 1,-10 1,-3 0,-4 1,-3-1,-10 1,-2 0,-2 2,1 0,1 0,0 0,45 0,2 0,-9 0,-6 0,-9 0,-4 0,-4 0,-5 0,-2 0,6 0,-15 0,12 0,-14 0,9 0,2 0,5 0,0 0,2 0,3 0,6 0,5 0,3 0,-6 0,-4 0,11 0,-1 0,13-3,-46 0,0-1,2-1,1-2,6 0,0-2,-4 1,-2 0,0 1,-2 1,41-6,-4 4,-27 2,1 0,22-1,-31 1,-1 1,4 2,4-1,24 3,-24 1,19 0,-35 0,-2 0,-4 0,0 0,-2 0,-5 0,-3 0,-2 1,-1 2,4 2,0 0,4-1,1-1,3-3,1 0,0 0,2 0,16 6,-9-5,13 5,-17-6,6 0,-2 0,3 0,-3 2,0 1,-1 0,-3 3,-2-2,-4 2,0 0,-4-1,-2 0,0 0,2 3,1 1,-1 3,-1-2,-2-1,1 0,-1-2,0 2,0-3,15 2,-13-2,19 2,-15-4,9 1,0-1,1 0,3 1,2-1,0 0,-1-1,0-3,0 1,-5-1,-2 2,-2 1,3 0,7 0,6 1,3 0,1 0,-2-1,-6-3,-2 1,-5 1,10 2,-12 1,8 1,-16-3,2 2,-1 1,1 0,-3 3,-1-3,0 1,0 1,4 2,-2 0,1-1,-3-3,1-3,4 2,1-2,6 3,3 1,-2-1,4 1,-4-3,-4-1,3-3,-8 3,11 0,-17 0,6-1,-12-2,5 0,2 0,1 0,-1 0,-2 0,-4 0,-1 0,-3 0,-1 0,-3 0,-3 0,-3 0,3 0,-4-2,8-2,-9-4,4 0,-4 0,0-4,9-6,1-9,5-3,26-21,-3 5,10-3,-9 12,-12 16,3 2,1 2,0 3,0 3,-4 1,0 1,-1-1,0-3,-5 2,-1 0,1-2,-2-1,3-4,0 0,1-1,3-1,-2 1,-1-3,0 3,-4-2,15-7,-13 9,12-7,9 4,-11 6,22-3,-21 10,7 2,0 3,1 1,3 2,0 1,-7 0,-3 0,-3 0,1 0,5 0,2 2,-2 4,2 3,-3 4,1 0,0-3,-1 0,-1 0,-1 0,21 6,-20-6,19 4,-23-7,7 2,1 0,2 1,3 4,-2-1,5 1,2 0,-4 0,1-1,-8-1,-1 0,0 0,1 0,2 2,1-1,-4 1,0-1,4 1,-4 0,2-1,9 3,-15-8,13 0,-22-8,3 0,0 0,-1 0,5 0,1 0,-3 0,3 0,-1 0,0 0,-1 0,-2 0,-2 0,0 0,2 0,-1 0,1 0,0 0,-3 0,-1 0,-6 0,-4 0,-5 0,1 0,16 0,10 0,15 0,2 0,1 0,-12-4,1-2,31 0,-31-1,0 0,29-3,-6 2,11-3,-1 3,-3 3,-7 1,1 3,-3 1,22 0,-32 0,18 0,-38 0,2 0,-3 0,-6 0,-6 0,0 0,-4 0,0 0,-1 0,-4 0,0 0,-3 0,0 0,0 0,0 0,0 0,0 0,0 0,1 0,2 0,1 0,2 0,5 0,9 0,-7 0,5 0,-8 0,4 0,3 0,1 0,-2 2,-1 1,0 2,0 1,0 0,-2 3,1-3,-6 2,-1-3,-1 0,-2 0,3 0,-1-2,-2-3,0 1,0-1,-3 0,-1 0,-1 0,3 0,2 0,6 0,0 0,6 0,2 2,0 1,1 0,0 3,-1-2,-2-1,-2 0,-4-3,-5 0,-2 0,-4 0,2 0,1 0,1 0,-2 0,0 0,-1 0,1 0,2 0,-3 0,6 0,-10 0,8 0,-9-2,1-1,3 0,-6 1,7-3,-8 4,3-4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0:59:47.3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1 273,'74'0,"5"0,-6 0,10 0,4 0,1 0,-36-1,-1 0,28-3,4 0,-30-2,-2 2,-3 1,7 0,-3 2,0-3,-4 1,1-1,2 1,1 2,3 1,18 0,-22 0,16 0,15 0,-26 0,38 0,-38 0,5 0,-1 0,1 0,-3 0,-3 0,-5 0,-12 0,-2-2,-6-1,-2-2,2-3,-2-1,3-1,0 1,-3 3,3-1,0 1,0 2,8 2,-10 2,7 0,-9 0,3 0,1 0,-3 0,2 0,-2 0,0 0,2 0,1 0,7 0,0 0,-1 0,2 0,-2 0,7 0,2 0,2 0,-1 0,1 0,3 0,5 0,5 0,3 0,21 0,-23 0,15 0,-27 0,-1 0,-7-3,-5-2,-11-1,-2 1,1 2,4 2,10 1,6 0,41 3,-21 3,28 4,-29 2,3 2,11 1,2 0,17 1,-4-3,-2-4,-3-4,-15-5,-22 0,-1 0,15 0,15 0,-38 0,1 0,-3 0,-4-2,-1-1,-3-2,0-1,-1 3,0-3,2 2,0 1,1 0,-1 3,0 0,1 0,3 0,1 0,1 0,0 0,0 0,0 0,-5 0,13-5,-15 1,11-4,-13 2,1-2,0-1,3 0,-2 0,2 2,-2 3,-1-1,0 1,-1 0,0 1,-3 3,1 0,4 0,12 0,6 0,5 3,1 3,1 4,4 3,0 1,-1-3,-4-1,17-3,-20-3,15-1,-26-3,1 0,-4 0,1 0,-1 0,-1 0,-2-3,-1-3,-1-3,-3-3,-1 1,-4 1,-3 0,4-1,0 1,1 1,-1 2,-3 1,3 0,3 2,5 1,3 3,0 0,12 0,-14 0,11 0,-19 0,-1 0,-3-3,0 0,0 0,0-2,0 2,-1-1,0-1,0 2,-4-2,-2 1,-3-1,0-2,2-1,1-2,2 1,-1 0,2 3,0 3,0 0,3 3,-3-1,-4 1,2 0,3 0,11 0,60 0,-9 0,-27 0,-2 0,23 0,-13 0,-2 3,6 2,-14 3,0 1,23 6,-22-5,-2 1,10 3,2-3,-3 0,-1-1,-6-3,-11 2,-5-4,-3 1,2 0,1-2,0 0,0-4,0 1,-3 1,-1 1,0 0,-4 0,14-3,2 5,-2-3,3 5,-14-1,4 2,0 4,1 0,0 1,4 0,4 1,3-1,4 0,-5 0,-2-2,-3 1,1 0,5-2,-2 0,0-2,-4-4,-4-1,-1-2,0-1,-1 0,12 0,-14 0,16 0,-15 0,5 0,0 0,-2 0,-1 0,0 0,-1 0,1 0,-1-3,0-3,-4-1,-4-1,-2 3,5-1,5-2,3-1,1-1,-2 0,-1 1,0-2,-3 1,-2 1,-3 0,5-4,-9 3,6-3,-11 5,0 1,1-1,-4 0,-2-1,-3-1,-2 1,2 4,4 2,13 3,8 0,43 0,-15 0,1 0,8 0,4 0,0 0,-5 0,1 0,9 1,-4 1,17 6,-4 3,-8 1,-7-4,-10-2,-12-2,-5-1,-5 0,-1-3,2 0,-5 0,-5 0,-2 0,-4 0,0 0,-2 0,1 0,6 0,-8 0,7 0,-9 0,3 0,1 0,2 0,2 0,3 0,1 0,3 0,0 3,0 0,3 1,-1 0,6-1,3 0,1 3,2-2,-3 2,-1 0,-3-2,-4-1,-2 0,-4 1,-5-1,10 1,-14-1,9-1,-14 1,1 0,-2 0,-1 0,-2 0,-3-3,-1 0,-2 0,2 0,-2 0,1 0,3 0,-2 0,5 0,-6 0,-1 0,1 0,2 0,-1 0,2 0,8 0,-7 0,9 0,-9 0,6 0,0 0,2 0,2 0,-2 0,-1 0,0 0,-3-2,-4-1,-3-2,-3 0,0 2,1-1,7 0,-4 0,4 2,-5-1,-3 0,3 0,-3 1,8 2,-9 0,5 0,1 0,-4 0,8 0,-6 0,2 0,2 0,2 0,0 0,0 0,-3 0,-3 0,-1 0,-1 0,0 0,7 0,-6 0,3 0,2 0,-6 0,13 0,-12 0,6 0,-8 0,2 0,6 0,-4 0,1 0,-2 0,-3 0,7 0,-3 0,0-2,-1 0,-3-3,4 0,1 1,2 1,1 2,2 1,-1-3,1 0,-3 0,-4 0,-1 2,-1-2,4-2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1:02:48.2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29,'62'0,"-4"0,-11 0,4 0,2 0,29 0,-33 0,33 0,-29 0,6 0,1 0,-3 0,4 0,0 0,1 0,3 0,-4 0,-1 0,-1 0,-11 0,2-2,2-2,-2 0,4 1,-2 0,1-1,-1 0,1 1,-5 2,0 1,-1 0,-5 0,12 0,-15 0,14 0,-14 0,2 0,-2 0,1 0,-1 0,-4 0,-3 0,-5 0,-4 0,-1 0,-3 0,-2 0,0 0,0 0,3 0,-1 0,-1 0,-3 0,3 0,-6 0,6 2,-5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1:02:53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37,'55'0,"-2"0,-19 0,0 0,0 0,0 0,-2 0,11 0,2 0,-2 0,-5-3,-12-2,-3-2,1 2,1 2,-2 2,1 1,-3-1,-1 1,-2 0,-1 0,0 0,-3 0,8 0,-9 0,9 0,-7 0,3 0,0 0,1 0,1 0,1 0,2-3,0 0,0 0,-1 0,-1 3,-1 0,-1 0,2 0,-1 0,0 0,0 0,-1 0,0 0,1 0,-2 0,2 0,5 0,-8 0,7 0,-9 0,3 0,2 0,0 0,0 0,-3 0,1 0,-1 0,0 0,-1 0,0 0,3 0,-7 2,4 5,0-4,3 4,2-7,-2 0,2 4,-1 2,-2 0,-4-1,0-3,2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1:07:14.8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1:10:35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1,'51'0,"-8"0,-22 0,-1 0,2 0,-1 0,8 0,-4 0,4 0,-13 1,-4 1,5 0,0 0,9-2,-7 0,-5 0,1 0,0 0,4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7250-0735-1FB1-3099-317EC2CE6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A08BE-4644-1536-656D-190B22F17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089AC-8268-86BA-34F3-03C73329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BF3D-FD1A-0ABE-228F-7A9982DE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AC6E7-1F46-C9CA-53CF-83E42871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52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D683-9F1C-39AB-733E-B768EB165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6B7E-8920-BB3D-9E50-F932C51B0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AEF34-3EB2-74A3-F533-9E64C36F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DD1F-504A-704D-DEAC-CBB8FF22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8BE90-00CE-4613-F827-FB0F99AD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8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0034-B2F9-C056-2725-4673940C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7EF78-7D73-A3E7-0ACD-877F231C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37FA7-96BF-E25E-C06D-BE1608B1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643FD-950E-CFEC-5AF3-7B52E098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D386B-B0E5-66C3-BFBA-40ED800A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C362-495D-7E24-8B87-603BAF87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CCC8-2C91-5D61-E5D3-39B334AC8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E54B1-06C7-D00A-57D9-55DA7E6AA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FE438-2BC2-F2C8-AC3C-519958BF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1D2F0-73F5-BA1C-0FA3-7C5FCE32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DF82B-1B4E-DD49-2893-F1551CC0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0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4FC0-9C4A-D4B3-EF10-250F384D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05341-897A-0D06-958B-38F81689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C384A-5A47-2BE1-1B33-15D0E0BF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8CAB9-CA49-AE5C-6E79-87949B93B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7B86F-B82F-F329-352D-CCB2699FB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27963-B17A-598B-7388-0A21800D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6F6B-C241-CD6F-E003-2B2FB9C9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EDF8-4A62-4701-D521-471DD8BF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174B-82DA-86FC-0C93-6CAFE7617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65AC7-DA65-F6AE-B4A1-61A0A5AE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C5C36-B695-CC4C-66A6-709B9A01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807C5-3309-DE88-B1AA-5FD371A3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1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3BED6-BF66-D6C5-9B0C-7DBB2D0C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39A17-4CB8-60E8-9C3A-0189AB51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F56C4-D09A-5CC8-AFDA-FF3DD9C8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2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2AC1-FE6F-BC3D-CBC1-AF9D65E4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71B1C-443E-0B9F-027C-9A61BC12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155C8-580C-FFDB-F186-E55276A87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A29B7-9D4F-C10E-1FBC-B8EE7E8D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A948A-0A8D-1EC3-7A44-BAA9CBF8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02042-D9DE-B184-49BA-71610FEF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3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2F0D-D714-07FD-B168-9BC80F151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86379-6254-D74B-2E8F-CE84E2C5D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379B6-3C38-1920-816A-85846E82B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569AE-A386-038A-B3B8-607DB460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61B7B-902F-C400-DDC1-4138173E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CC336-9A00-B0D1-56F4-9657DC27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4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C8AC-DAA5-18E9-1326-2535B915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DD5A8-A962-C9A4-E3C2-BEC61F94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AD50-A5DB-E697-31CD-27C5AFF1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7269-7B03-FB4A-81D2-A59EE7CD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90E-1592-9C67-6CD0-8E4476C1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C7D17-A6E7-5B28-35F3-CC5ABB1D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FD86B-4DEE-304D-71B0-149BC12B8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099A8-2CA7-64E1-3F33-D8DF6BB45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43CAC-15C6-5D3B-10CA-74132C61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D507-B1CC-D815-00EE-9124118F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1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4B5EC-00F7-A907-0299-48F88FBD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663E-0544-A41F-37C4-1804158EE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32C9-991F-E71A-5B1E-F3B0048BF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77AAE-2F44-5C47-B387-1EEC3C22D17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C1EB-C445-D984-266A-0EAE0EF0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BB98E-5C6D-C441-D656-7A88F7F84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7E9B1-F24B-3D45-AF76-8902742ED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5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customXml" Target="../ink/ink4.xml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customXml" Target="../ink/ink7.xml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ED06-E9C4-21C5-C760-6FE50ADBC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Wave Equation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D7F37-9B7E-7196-5D90-A888B84CF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39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3A11-8699-7039-7881-B0AD35AF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989A72-AF6D-1967-610C-1E891532107B}"/>
              </a:ext>
            </a:extLst>
          </p:cNvPr>
          <p:cNvSpPr txBox="1"/>
          <p:nvPr/>
        </p:nvSpPr>
        <p:spPr>
          <a:xfrm>
            <a:off x="667859" y="500466"/>
            <a:ext cx="6099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Derivation of a Vertically Vibrating String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A826F-95FD-8E30-C521-0C55382AC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36" y="1024911"/>
            <a:ext cx="8703221" cy="3278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F3A45B-D21E-F1C7-056E-2F190BE06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130" y="4526110"/>
            <a:ext cx="5137067" cy="222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8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CA6A-4304-31FE-0C97-60C8026E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2FD110-1A68-8E78-8796-BBAFA4DD8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81" y="644549"/>
            <a:ext cx="9501050" cy="13389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7CC513-96C4-EBAA-D026-2FA861D06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024" y="2090004"/>
            <a:ext cx="21209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83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DB58-8BE9-B203-9DAE-1529DF92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6023D8-2386-BCA9-0CB1-04B134FCC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4" y="648774"/>
            <a:ext cx="3517900" cy="749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8284D9-6145-EF4E-C406-43AC6E46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648774"/>
            <a:ext cx="1587500" cy="825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C2622B-99D9-096E-DBB4-BD089C931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14" y="1741446"/>
            <a:ext cx="7772400" cy="1011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ECCCC-DE2F-AAC8-2D36-DC595D426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314" y="3096553"/>
            <a:ext cx="7772400" cy="351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1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4963-12DF-E0F1-80B7-2B6A6DCF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DBDC3C-AC37-8A9D-7CB8-7858A64E0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695128"/>
            <a:ext cx="4845642" cy="21104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CC021E-E102-0B73-CE33-563742A4A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45" y="748790"/>
            <a:ext cx="9539993" cy="42311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CD366A-1635-4FEE-7CB7-3B05A960254E}"/>
                  </a:ext>
                </a:extLst>
              </p14:cNvPr>
              <p14:cNvContentPartPr/>
              <p14:nvPr/>
            </p14:nvContentPartPr>
            <p14:xfrm>
              <a:off x="4558680" y="1847215"/>
              <a:ext cx="5061600" cy="21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CD366A-1635-4FEE-7CB7-3B05A96025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5040" y="1739215"/>
                <a:ext cx="516924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6E69EB-F6AE-D76C-F7D5-3DB19C1E51C0}"/>
                  </a:ext>
                </a:extLst>
              </p14:cNvPr>
              <p14:cNvContentPartPr/>
              <p14:nvPr/>
            </p14:nvContentPartPr>
            <p14:xfrm>
              <a:off x="1411920" y="2087695"/>
              <a:ext cx="8924040" cy="28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6E69EB-F6AE-D76C-F7D5-3DB19C1E51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7920" y="1980055"/>
                <a:ext cx="9031680" cy="49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2973C8-C4A7-652E-1190-575334A31264}"/>
                  </a:ext>
                </a:extLst>
              </p14:cNvPr>
              <p14:cNvContentPartPr/>
              <p14:nvPr/>
            </p14:nvContentPartPr>
            <p14:xfrm>
              <a:off x="1276560" y="2574415"/>
              <a:ext cx="6321600" cy="130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2973C8-C4A7-652E-1190-575334A312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2920" y="2466415"/>
                <a:ext cx="6429240" cy="3463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F79274A-C55A-2FE1-AA96-64B4842899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7527" y="5098679"/>
            <a:ext cx="34290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8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E2EC-9417-FF56-DD6A-55B29531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6EFB77-9E13-1F7A-913A-81B59A1EA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740" y="2385751"/>
            <a:ext cx="7772400" cy="35143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82FD83-69D9-E9B6-40C7-79022A181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98" y="769845"/>
            <a:ext cx="9423250" cy="19452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ACDA62-1758-412F-B797-440C748E4BF5}"/>
                  </a:ext>
                </a:extLst>
              </p14:cNvPr>
              <p14:cNvContentPartPr/>
              <p14:nvPr/>
            </p14:nvContentPartPr>
            <p14:xfrm>
              <a:off x="1429200" y="1032895"/>
              <a:ext cx="892080" cy="1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ACDA62-1758-412F-B797-440C748E4B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5200" y="925255"/>
                <a:ext cx="99972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65455F-EEEE-0857-D8F1-5B9A19D1B117}"/>
                  </a:ext>
                </a:extLst>
              </p14:cNvPr>
              <p14:cNvContentPartPr/>
              <p14:nvPr/>
            </p14:nvContentPartPr>
            <p14:xfrm>
              <a:off x="4025520" y="1386775"/>
              <a:ext cx="604440" cy="16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65455F-EEEE-0857-D8F1-5B9A19D1B1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71880" y="1278775"/>
                <a:ext cx="712080" cy="2318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7FEA1BE-103E-B5CA-2FA1-8010416456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098" y="3331994"/>
            <a:ext cx="5842000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7AF8A1-FA83-8634-F8C9-20E13A314C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098" y="5900123"/>
            <a:ext cx="7772400" cy="750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E574F1-5D8F-0EEB-FEC6-D821A531D6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6294" y="2098390"/>
            <a:ext cx="749300" cy="622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E06519-6C24-212E-FB92-B94E4EADA8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1002" y="6229857"/>
            <a:ext cx="5212666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3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BAC6-3243-AFE6-51D9-9584EA14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97F1C6-A6F5-A011-3871-1ECD9508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30" y="681404"/>
            <a:ext cx="6629400" cy="571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BFABA0-2F1A-6F33-0D5B-D6B81A36F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834" y="1126294"/>
            <a:ext cx="5791200" cy="1257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086BC-5094-D1CC-4078-DEEC9B9F9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30" y="2555434"/>
            <a:ext cx="2438400" cy="54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0EE9C-5EBC-F43A-4FB5-A9BA7BEFD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430" y="3069882"/>
            <a:ext cx="3162300" cy="901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618FB5-1AF3-95ED-1DCC-D97541019057}"/>
                  </a:ext>
                </a:extLst>
              </p14:cNvPr>
              <p14:cNvContentPartPr/>
              <p14:nvPr/>
            </p14:nvContentPartPr>
            <p14:xfrm>
              <a:off x="4461120" y="353489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618FB5-1AF3-95ED-1DCC-D975410190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7120" y="3426895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A1D61D7-F240-8C89-E248-E9BEA61B13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865" y="5035988"/>
            <a:ext cx="5472509" cy="1189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24DB3C-1175-1EA3-CF30-D6C7E88008D0}"/>
              </a:ext>
            </a:extLst>
          </p:cNvPr>
          <p:cNvSpPr txBox="1"/>
          <p:nvPr/>
        </p:nvSpPr>
        <p:spPr>
          <a:xfrm>
            <a:off x="1099030" y="459966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hence</a:t>
            </a:r>
          </a:p>
        </p:txBody>
      </p:sp>
    </p:spTree>
    <p:extLst>
      <p:ext uri="{BB962C8B-B14F-4D97-AF65-F5344CB8AC3E}">
        <p14:creationId xmlns:p14="http://schemas.microsoft.com/office/powerpoint/2010/main" val="311612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9EDA5-423E-2B70-4804-6C88B8F3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F7FCE5-7BA3-60E7-211C-A8D9020F0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14" y="718916"/>
            <a:ext cx="3962400" cy="55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20BFF8-FD8E-9054-7E5A-EEEC5539EBE0}"/>
                  </a:ext>
                </a:extLst>
              </p:cNvPr>
              <p:cNvSpPr txBox="1"/>
              <p:nvPr/>
            </p:nvSpPr>
            <p:spPr>
              <a:xfrm>
                <a:off x="1336875" y="1707795"/>
                <a:ext cx="60998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The tension </a:t>
                </a:r>
                <a14:m>
                  <m:oMath xmlns:m="http://schemas.openxmlformats.org/officeDocument/2006/math">
                    <m:r>
                      <a:rPr lang="en-US" i="1">
                        <a:latin typeface="+mn-lt"/>
                      </a:rPr>
                      <m:t>𝑇</m:t>
                    </m:r>
                    <m:d>
                      <m:dPr>
                        <m:sepChr m:val=","/>
                        <m:ctrlPr>
                          <a:rPr lang="en-US" i="1">
                            <a:latin typeface="+mn-lt"/>
                          </a:rPr>
                        </m:ctrlPr>
                      </m:dPr>
                      <m:e>
                        <m:r>
                          <a:rPr lang="en-US" i="1">
                            <a:latin typeface="+mn-lt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latin typeface="+mn-lt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1" dirty="0"/>
                  <a:t>may be approximated by a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+mn-lt"/>
                          </a:rPr>
                        </m:ctrlPr>
                      </m:sSubPr>
                      <m:e>
                        <m:r>
                          <a:rPr lang="en-US" i="1">
                            <a:latin typeface="+mn-lt"/>
                          </a:rPr>
                          <m:t>𝑇</m:t>
                        </m:r>
                      </m:e>
                      <m:sub>
                        <m:r>
                          <a:rPr lang="en-US" i="0">
                            <a:latin typeface="+mn-lt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20BFF8-FD8E-9054-7E5A-EEEC5539E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875" y="1707795"/>
                <a:ext cx="6099858" cy="369332"/>
              </a:xfrm>
              <a:prstGeom prst="rect">
                <a:avLst/>
              </a:prstGeom>
              <a:blipFill>
                <a:blip r:embed="rId3"/>
                <a:stretch>
                  <a:fillRect l="-832" t="-6667" r="-4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F92A7E5-4E11-24BC-1D15-B8FB6574B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74" y="2421360"/>
            <a:ext cx="41021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3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59DBA-E8CC-9870-D8B9-3DF404B9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538CC0-2152-7EB6-F387-16F66AAE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60" y="792464"/>
            <a:ext cx="5092700" cy="596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62017E-4A99-F0C3-DD82-DD5FF337D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2" y="1460638"/>
            <a:ext cx="7772400" cy="17590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CDAF79-76C1-67C5-36A1-0429D148E595}"/>
                  </a:ext>
                </a:extLst>
              </p14:cNvPr>
              <p14:cNvContentPartPr/>
              <p14:nvPr/>
            </p14:nvContentPartPr>
            <p14:xfrm>
              <a:off x="6314901" y="2011088"/>
              <a:ext cx="155160" cy="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CDAF79-76C1-67C5-36A1-0429D148E5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0901" y="1903448"/>
                <a:ext cx="262800" cy="2188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E4E5E0-EEEA-B8D5-7ED7-12C08FCAAE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161" y="2996946"/>
            <a:ext cx="2755900" cy="128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77DB8D-E5B3-2862-B297-9A099EB9E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161" y="4202323"/>
            <a:ext cx="2247900" cy="147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B44666-1126-1EDB-CAD0-77550545B7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0908" y="4340413"/>
            <a:ext cx="673100" cy="52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7A9DE3-E76C-7755-43B0-871A35F211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6894" y="5417796"/>
            <a:ext cx="777240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28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B950A-9D01-9ED4-5D72-81C5F77F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A775E6-D895-B41F-7337-6C2B05549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26" y="695687"/>
            <a:ext cx="6858000" cy="952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E0ECEC-30A0-904C-1974-6747506B7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582" y="2887804"/>
            <a:ext cx="1828800" cy="81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1F36C7-C763-6A9A-FDFA-48B25BD52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378" y="1969119"/>
            <a:ext cx="7772400" cy="81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F987B4-039B-0CA3-B300-B2912C400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147" y="4075712"/>
            <a:ext cx="7772400" cy="775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79730D-B329-2E26-D7B7-5C710B230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7076" y="4820408"/>
            <a:ext cx="2197100" cy="81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63702-0D0C-D4CB-1076-750213B9A1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1147" y="5596396"/>
            <a:ext cx="7772400" cy="82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4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5172-8156-2C5C-69E6-023A24F3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1194D5-2FD9-41D7-C724-126DC42758F1}"/>
              </a:ext>
            </a:extLst>
          </p:cNvPr>
          <p:cNvSpPr txBox="1"/>
          <p:nvPr/>
        </p:nvSpPr>
        <p:spPr>
          <a:xfrm>
            <a:off x="781291" y="885992"/>
            <a:ext cx="6099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Vibrating String with Fixed 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0625A-224F-B52E-DF02-50532AE95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07" y="1575539"/>
            <a:ext cx="7772400" cy="83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59EA6E-5E5B-EF49-50BD-558BD0A78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808" y="2502060"/>
            <a:ext cx="2832100" cy="1066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07DEAF-C4D1-19BD-8212-A22744FF2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238" y="4144862"/>
            <a:ext cx="2286000" cy="134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E60D8-E937-0BEC-FA1D-A4FE137E6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293" y="5282461"/>
            <a:ext cx="2540000" cy="1384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39E44-CA5D-5530-5DA6-F0D5942C0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607" y="3658981"/>
            <a:ext cx="7772400" cy="6467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15C044-F0CD-EB54-358E-105C93617683}"/>
              </a:ext>
            </a:extLst>
          </p:cNvPr>
          <p:cNvSpPr txBox="1"/>
          <p:nvPr/>
        </p:nvSpPr>
        <p:spPr>
          <a:xfrm>
            <a:off x="2471194" y="5787342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two initial conditions</a:t>
            </a:r>
          </a:p>
        </p:txBody>
      </p:sp>
    </p:spTree>
    <p:extLst>
      <p:ext uri="{BB962C8B-B14F-4D97-AF65-F5344CB8AC3E}">
        <p14:creationId xmlns:p14="http://schemas.microsoft.com/office/powerpoint/2010/main" val="321114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F52DD-65E9-86E2-B2CB-34E6E5FB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BA1166-F7CF-BB41-D237-1A6DAC850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63" y="509488"/>
            <a:ext cx="10325356" cy="9604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52DC28-C200-3891-71B8-4B24E11B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489" y="989736"/>
            <a:ext cx="3892389" cy="546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8855A0-2F7D-73C6-BB2D-27566F3A0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533" y="1692636"/>
            <a:ext cx="2514600" cy="787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4FD44B-2913-61AE-9797-D50F416F5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0533" y="3134569"/>
            <a:ext cx="2057400" cy="1028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58CC88-675E-DF17-384C-88D3D67CD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4033" y="4654550"/>
            <a:ext cx="1930400" cy="120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2B6ACF-CFD2-85DE-6D18-182269BD15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133" y="4794250"/>
            <a:ext cx="23749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0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DAD0-8798-F5F4-F6E6-6591AC82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2C12A5-08B7-ACFA-B15F-DD0AA36BC0E6}"/>
              </a:ext>
            </a:extLst>
          </p:cNvPr>
          <p:cNvSpPr txBox="1"/>
          <p:nvPr/>
        </p:nvSpPr>
        <p:spPr>
          <a:xfrm>
            <a:off x="849982" y="875834"/>
            <a:ext cx="10122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principle of superposition then implies that we should be able to solve the initial value problem by considering a linear combination of all product solutions: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8E38C-E78D-CACD-9EB1-BD73AB103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008" y="1736188"/>
            <a:ext cx="6578600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45385E-A262-980F-54A6-799398391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82" y="2955388"/>
            <a:ext cx="5537200" cy="800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3B798F-13E5-95A1-BC59-90183E12F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008" y="3902613"/>
            <a:ext cx="3683000" cy="1358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154FA6-3478-ED26-A653-9312A2F06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182" y="4582063"/>
            <a:ext cx="4775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4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68B0-5422-E199-872F-38E57EAC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E1BBC9-4826-1193-6DF3-DF9419098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8" y="516147"/>
            <a:ext cx="7772400" cy="23995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748D8F-123D-6D02-EAF1-CEC89898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88" y="5601102"/>
            <a:ext cx="5499100" cy="1003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E92BE9-227E-4D83-88C5-D08A30057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218" y="5372502"/>
            <a:ext cx="35941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2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57</Words>
  <Application>Microsoft Macintosh PowerPoint</Application>
  <PresentationFormat>Widescreen</PresentationFormat>
  <Paragraphs>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Wave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Wang</dc:creator>
  <cp:lastModifiedBy>Min Wang</cp:lastModifiedBy>
  <cp:revision>1</cp:revision>
  <dcterms:created xsi:type="dcterms:W3CDTF">2026-08-20T15:19:16Z</dcterms:created>
  <dcterms:modified xsi:type="dcterms:W3CDTF">2026-10-15T01:28:28Z</dcterms:modified>
</cp:coreProperties>
</file>