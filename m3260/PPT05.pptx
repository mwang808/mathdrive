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84" r:id="rId4"/>
    <p:sldId id="285" r:id="rId5"/>
    <p:sldId id="258" r:id="rId6"/>
    <p:sldId id="259" r:id="rId7"/>
    <p:sldId id="260" r:id="rId8"/>
    <p:sldId id="261" r:id="rId9"/>
    <p:sldId id="262" r:id="rId10"/>
    <p:sldId id="286" r:id="rId11"/>
    <p:sldId id="263" r:id="rId12"/>
    <p:sldId id="264" r:id="rId13"/>
    <p:sldId id="265" r:id="rId14"/>
    <p:sldId id="266" r:id="rId15"/>
    <p:sldId id="267" r:id="rId16"/>
    <p:sldId id="268" r:id="rId17"/>
    <p:sldId id="287" r:id="rId18"/>
    <p:sldId id="288" r:id="rId19"/>
    <p:sldId id="269" r:id="rId20"/>
    <p:sldId id="270" r:id="rId21"/>
    <p:sldId id="271" r:id="rId22"/>
    <p:sldId id="272" r:id="rId23"/>
    <p:sldId id="273" r:id="rId24"/>
    <p:sldId id="274" r:id="rId25"/>
    <p:sldId id="277" r:id="rId26"/>
    <p:sldId id="276" r:id="rId27"/>
    <p:sldId id="275" r:id="rId28"/>
    <p:sldId id="278" r:id="rId29"/>
    <p:sldId id="279" r:id="rId30"/>
    <p:sldId id="280" r:id="rId31"/>
    <p:sldId id="281" r:id="rId32"/>
    <p:sldId id="282" r:id="rId33"/>
    <p:sldId id="283" r:id="rId34"/>
    <p:sldId id="290" r:id="rId35"/>
    <p:sldId id="291" r:id="rId36"/>
    <p:sldId id="289" r:id="rId37"/>
    <p:sldId id="292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49B58F-1775-9BC3-5E78-409B3868ED3C}" v="1" dt="2025-12-02T17:36:38.6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46"/>
  </p:normalViewPr>
  <p:slideViewPr>
    <p:cSldViewPr snapToGrid="0" snapToObjects="1">
      <p:cViewPr varScale="1">
        <p:scale>
          <a:sx n="89" d="100"/>
          <a:sy n="89" d="100"/>
        </p:scale>
        <p:origin x="536" y="16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 Wang" userId="S::mwang23@kennesaw.edu::40c509f2-6e44-41ac-be95-0b697891d3eb" providerId="AD" clId="Web-{69194936-5975-72F2-ABFA-01454660884A}"/>
    <pc:docChg chg="modSld">
      <pc:chgData name="Min Wang" userId="S::mwang23@kennesaw.edu::40c509f2-6e44-41ac-be95-0b697891d3eb" providerId="AD" clId="Web-{69194936-5975-72F2-ABFA-01454660884A}" dt="2025-11-18T18:40:17.179" v="6"/>
      <pc:docMkLst>
        <pc:docMk/>
      </pc:docMkLst>
      <pc:sldChg chg="delSp">
        <pc:chgData name="Min Wang" userId="S::mwang23@kennesaw.edu::40c509f2-6e44-41ac-be95-0b697891d3eb" providerId="AD" clId="Web-{69194936-5975-72F2-ABFA-01454660884A}" dt="2025-11-18T17:54:58.693" v="1"/>
        <pc:sldMkLst>
          <pc:docMk/>
          <pc:sldMk cId="2293093615" sldId="268"/>
        </pc:sldMkLst>
      </pc:sldChg>
      <pc:sldChg chg="delSp">
        <pc:chgData name="Min Wang" userId="S::mwang23@kennesaw.edu::40c509f2-6e44-41ac-be95-0b697891d3eb" providerId="AD" clId="Web-{69194936-5975-72F2-ABFA-01454660884A}" dt="2025-11-18T18:14:34.592" v="4"/>
        <pc:sldMkLst>
          <pc:docMk/>
          <pc:sldMk cId="1780445430" sldId="269"/>
        </pc:sldMkLst>
      </pc:sldChg>
      <pc:sldChg chg="delSp">
        <pc:chgData name="Min Wang" userId="S::mwang23@kennesaw.edu::40c509f2-6e44-41ac-be95-0b697891d3eb" providerId="AD" clId="Web-{69194936-5975-72F2-ABFA-01454660884A}" dt="2025-11-18T18:22:00.359" v="5"/>
        <pc:sldMkLst>
          <pc:docMk/>
          <pc:sldMk cId="3875322656" sldId="271"/>
        </pc:sldMkLst>
      </pc:sldChg>
      <pc:sldChg chg="delSp">
        <pc:chgData name="Min Wang" userId="S::mwang23@kennesaw.edu::40c509f2-6e44-41ac-be95-0b697891d3eb" providerId="AD" clId="Web-{69194936-5975-72F2-ABFA-01454660884A}" dt="2025-11-18T18:40:17.179" v="6"/>
        <pc:sldMkLst>
          <pc:docMk/>
          <pc:sldMk cId="4065784327" sldId="276"/>
        </pc:sldMkLst>
      </pc:sldChg>
      <pc:sldChg chg="delSp">
        <pc:chgData name="Min Wang" userId="S::mwang23@kennesaw.edu::40c509f2-6e44-41ac-be95-0b697891d3eb" providerId="AD" clId="Web-{69194936-5975-72F2-ABFA-01454660884A}" dt="2025-11-18T17:56:57.928" v="2"/>
        <pc:sldMkLst>
          <pc:docMk/>
          <pc:sldMk cId="3241404572" sldId="287"/>
        </pc:sldMkLst>
      </pc:sldChg>
      <pc:sldChg chg="delSp">
        <pc:chgData name="Min Wang" userId="S::mwang23@kennesaw.edu::40c509f2-6e44-41ac-be95-0b697891d3eb" providerId="AD" clId="Web-{69194936-5975-72F2-ABFA-01454660884A}" dt="2025-11-18T18:07:06.587" v="3"/>
        <pc:sldMkLst>
          <pc:docMk/>
          <pc:sldMk cId="2643516146" sldId="288"/>
        </pc:sldMkLst>
      </pc:sldChg>
    </pc:docChg>
  </pc:docChgLst>
  <pc:docChgLst>
    <pc:chgData name="Min Wang" userId="S::mwang23@kennesaw.edu::40c509f2-6e44-41ac-be95-0b697891d3eb" providerId="AD" clId="Web-{007806FA-E2D4-54BB-E863-0DB26F7F1D40}"/>
    <pc:docChg chg="modSld">
      <pc:chgData name="Min Wang" userId="S::mwang23@kennesaw.edu::40c509f2-6e44-41ac-be95-0b697891d3eb" providerId="AD" clId="Web-{007806FA-E2D4-54BB-E863-0DB26F7F1D40}" dt="2025-11-11T18:36:15.412" v="1"/>
      <pc:docMkLst>
        <pc:docMk/>
      </pc:docMkLst>
      <pc:sldChg chg="delSp">
        <pc:chgData name="Min Wang" userId="S::mwang23@kennesaw.edu::40c509f2-6e44-41ac-be95-0b697891d3eb" providerId="AD" clId="Web-{007806FA-E2D4-54BB-E863-0DB26F7F1D40}" dt="2025-11-11T18:34:43.736" v="0"/>
        <pc:sldMkLst>
          <pc:docMk/>
          <pc:sldMk cId="672866136" sldId="284"/>
        </pc:sldMkLst>
      </pc:sldChg>
      <pc:sldChg chg="delSp">
        <pc:chgData name="Min Wang" userId="S::mwang23@kennesaw.edu::40c509f2-6e44-41ac-be95-0b697891d3eb" providerId="AD" clId="Web-{007806FA-E2D4-54BB-E863-0DB26F7F1D40}" dt="2025-11-11T18:36:15.412" v="1"/>
        <pc:sldMkLst>
          <pc:docMk/>
          <pc:sldMk cId="1077038628" sldId="285"/>
        </pc:sldMkLst>
      </pc:sldChg>
    </pc:docChg>
  </pc:docChgLst>
  <pc:docChgLst>
    <pc:chgData name="Min Wang" userId="S::mwang23@kennesaw.edu::40c509f2-6e44-41ac-be95-0b697891d3eb" providerId="AD" clId="Web-{06FDBCBA-EF86-B7B9-1B8C-CCE8B9D2A472}"/>
    <pc:docChg chg="modSld">
      <pc:chgData name="Min Wang" userId="S::mwang23@kennesaw.edu::40c509f2-6e44-41ac-be95-0b697891d3eb" providerId="AD" clId="Web-{06FDBCBA-EF86-B7B9-1B8C-CCE8B9D2A472}" dt="2025-11-20T18:09:34.384" v="2"/>
      <pc:docMkLst>
        <pc:docMk/>
      </pc:docMkLst>
      <pc:sldChg chg="delSp">
        <pc:chgData name="Min Wang" userId="S::mwang23@kennesaw.edu::40c509f2-6e44-41ac-be95-0b697891d3eb" providerId="AD" clId="Web-{06FDBCBA-EF86-B7B9-1B8C-CCE8B9D2A472}" dt="2025-11-20T17:32:26.718" v="0"/>
        <pc:sldMkLst>
          <pc:docMk/>
          <pc:sldMk cId="2923250438" sldId="275"/>
        </pc:sldMkLst>
      </pc:sldChg>
      <pc:sldChg chg="delSp">
        <pc:chgData name="Min Wang" userId="S::mwang23@kennesaw.edu::40c509f2-6e44-41ac-be95-0b697891d3eb" providerId="AD" clId="Web-{06FDBCBA-EF86-B7B9-1B8C-CCE8B9D2A472}" dt="2025-11-20T17:32:31.093" v="1"/>
        <pc:sldMkLst>
          <pc:docMk/>
          <pc:sldMk cId="4103990369" sldId="278"/>
        </pc:sldMkLst>
      </pc:sldChg>
      <pc:sldChg chg="delSp">
        <pc:chgData name="Min Wang" userId="S::mwang23@kennesaw.edu::40c509f2-6e44-41ac-be95-0b697891d3eb" providerId="AD" clId="Web-{06FDBCBA-EF86-B7B9-1B8C-CCE8B9D2A472}" dt="2025-11-20T18:09:34.384" v="2"/>
        <pc:sldMkLst>
          <pc:docMk/>
          <pc:sldMk cId="1811142905" sldId="282"/>
        </pc:sldMkLst>
      </pc:sldChg>
    </pc:docChg>
  </pc:docChgLst>
  <pc:docChgLst>
    <pc:chgData name="Min Wang" userId="S::mwang23@kennesaw.edu::40c509f2-6e44-41ac-be95-0b697891d3eb" providerId="AD" clId="Web-{7187003E-AC9E-3016-C8D8-4E645D7F4C10}"/>
    <pc:docChg chg="modSld">
      <pc:chgData name="Min Wang" userId="S::mwang23@kennesaw.edu::40c509f2-6e44-41ac-be95-0b697891d3eb" providerId="AD" clId="Web-{7187003E-AC9E-3016-C8D8-4E645D7F4C10}" dt="2025-11-13T18:20:53.722" v="4"/>
      <pc:docMkLst>
        <pc:docMk/>
      </pc:docMkLst>
      <pc:sldChg chg="delSp">
        <pc:chgData name="Min Wang" userId="S::mwang23@kennesaw.edu::40c509f2-6e44-41ac-be95-0b697891d3eb" providerId="AD" clId="Web-{7187003E-AC9E-3016-C8D8-4E645D7F4C10}" dt="2025-11-13T17:32:02.389" v="0"/>
        <pc:sldMkLst>
          <pc:docMk/>
          <pc:sldMk cId="2542156645" sldId="259"/>
        </pc:sldMkLst>
      </pc:sldChg>
      <pc:sldChg chg="delSp">
        <pc:chgData name="Min Wang" userId="S::mwang23@kennesaw.edu::40c509f2-6e44-41ac-be95-0b697891d3eb" providerId="AD" clId="Web-{7187003E-AC9E-3016-C8D8-4E645D7F4C10}" dt="2025-11-13T17:34:37.384" v="1"/>
        <pc:sldMkLst>
          <pc:docMk/>
          <pc:sldMk cId="3676902660" sldId="260"/>
        </pc:sldMkLst>
      </pc:sldChg>
      <pc:sldChg chg="delSp">
        <pc:chgData name="Min Wang" userId="S::mwang23@kennesaw.edu::40c509f2-6e44-41ac-be95-0b697891d3eb" providerId="AD" clId="Web-{7187003E-AC9E-3016-C8D8-4E645D7F4C10}" dt="2025-11-13T17:51:54.261" v="2"/>
        <pc:sldMkLst>
          <pc:docMk/>
          <pc:sldMk cId="3347446159" sldId="262"/>
        </pc:sldMkLst>
      </pc:sldChg>
      <pc:sldChg chg="delSp">
        <pc:chgData name="Min Wang" userId="S::mwang23@kennesaw.edu::40c509f2-6e44-41ac-be95-0b697891d3eb" providerId="AD" clId="Web-{7187003E-AC9E-3016-C8D8-4E645D7F4C10}" dt="2025-11-13T18:20:53.722" v="4"/>
        <pc:sldMkLst>
          <pc:docMk/>
          <pc:sldMk cId="2235717752" sldId="264"/>
        </pc:sldMkLst>
      </pc:sldChg>
      <pc:sldChg chg="delSp">
        <pc:chgData name="Min Wang" userId="S::mwang23@kennesaw.edu::40c509f2-6e44-41ac-be95-0b697891d3eb" providerId="AD" clId="Web-{7187003E-AC9E-3016-C8D8-4E645D7F4C10}" dt="2025-11-13T17:59:06.341" v="3"/>
        <pc:sldMkLst>
          <pc:docMk/>
          <pc:sldMk cId="3003679435" sldId="286"/>
        </pc:sldMkLst>
      </pc:sldChg>
    </pc:docChg>
  </pc:docChgLst>
  <pc:docChgLst>
    <pc:chgData name="Min Wang" userId="S::mwang23@kennesaw.edu::40c509f2-6e44-41ac-be95-0b697891d3eb" providerId="AD" clId="Web-{FE49B58F-1775-9BC3-5E78-409B3868ED3C}"/>
    <pc:docChg chg="modSld">
      <pc:chgData name="Min Wang" userId="S::mwang23@kennesaw.edu::40c509f2-6e44-41ac-be95-0b697891d3eb" providerId="AD" clId="Web-{FE49B58F-1775-9BC3-5E78-409B3868ED3C}" dt="2025-12-02T17:36:38.655" v="0"/>
      <pc:docMkLst>
        <pc:docMk/>
      </pc:docMkLst>
      <pc:sldChg chg="delSp">
        <pc:chgData name="Min Wang" userId="S::mwang23@kennesaw.edu::40c509f2-6e44-41ac-be95-0b697891d3eb" providerId="AD" clId="Web-{FE49B58F-1775-9BC3-5E78-409B3868ED3C}" dt="2025-12-02T17:36:38.655" v="0"/>
        <pc:sldMkLst>
          <pc:docMk/>
          <pc:sldMk cId="3487676181" sldId="283"/>
        </pc:sldMkLst>
        <pc:inkChg chg="del">
          <ac:chgData name="Min Wang" userId="S::mwang23@kennesaw.edu::40c509f2-6e44-41ac-be95-0b697891d3eb" providerId="AD" clId="Web-{FE49B58F-1775-9BC3-5E78-409B3868ED3C}" dt="2025-12-02T17:36:38.655" v="0"/>
          <ac:inkMkLst>
            <pc:docMk/>
            <pc:sldMk cId="3487676181" sldId="283"/>
            <ac:inkMk id="5" creationId="{A9F84291-6049-B94A-840D-3D47AD0B0D68}"/>
          </ac:inkMkLst>
        </pc:ink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28166" y="1295400"/>
            <a:ext cx="6487668" cy="3152887"/>
          </a:xfrm>
          <a:prstGeom prst="rect">
            <a:avLst/>
          </a:prstGeo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</a:pPr>
            <a:endParaRPr sz="3200" kern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2921" y="1523999"/>
            <a:ext cx="6498158" cy="1724867"/>
          </a:xfr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2921" y="3299012"/>
            <a:ext cx="6498159" cy="91664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538" y="3352801"/>
            <a:ext cx="8416925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3538" y="4771029"/>
            <a:ext cx="8416925" cy="972671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>
          <a:xfrm>
            <a:off x="370980" y="363538"/>
            <a:ext cx="8402040" cy="2836862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2403144"/>
            <a:ext cx="8056563" cy="1362075"/>
          </a:xfrm>
        </p:spPr>
        <p:txBody>
          <a:bodyPr anchor="b" anchorCtr="0"/>
          <a:lstStyle>
            <a:lvl1pPr algn="ctr">
              <a:defRPr sz="46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3736005"/>
            <a:ext cx="8056563" cy="1500187"/>
          </a:xfrm>
        </p:spPr>
        <p:txBody>
          <a:bodyPr anchor="t" anchorCtr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9275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1071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4" y="107576"/>
            <a:ext cx="8042276" cy="133695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4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9274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1070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1070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611872"/>
            <a:ext cx="3840480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824" y="368300"/>
            <a:ext cx="3840480" cy="5575300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9" y="1787856"/>
            <a:ext cx="3840480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8" y="611872"/>
            <a:ext cx="4079545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8" y="1787856"/>
            <a:ext cx="4079545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5090617" y="359392"/>
            <a:ext cx="3657600" cy="5318077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9792" y="368301"/>
            <a:ext cx="1524000" cy="5575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9274" y="368301"/>
            <a:ext cx="6689726" cy="55753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0"/>
            <a:duotone>
              <a:schemeClr val="bg2">
                <a:shade val="40000"/>
                <a:satMod val="400000"/>
              </a:schemeClr>
              <a:schemeClr val="bg2">
                <a:tint val="10000"/>
                <a:satMod val="20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1600201"/>
            <a:ext cx="8042276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29835" y="627566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01F9CA3-105E-4857-9057-6DB6197DA78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458" y="6275668"/>
            <a:ext cx="48409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97906" y="6275668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9250" indent="-349250" algn="l" defTabSz="914400" rtl="0" eaLnBrk="1" latinLnBrk="0" hangingPunct="1">
        <a:spcBef>
          <a:spcPts val="2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2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96837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63650" indent="-295275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622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28800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1177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398713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6892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Inner Product Spaces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353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C5E3D-F671-414E-A2E7-507B7A902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Length and Dot Product in </a:t>
            </a:r>
            <a:r>
              <a:rPr lang="en-US" sz="4400" b="1" i="1" dirty="0"/>
              <a:t>R</a:t>
            </a:r>
            <a:r>
              <a:rPr lang="en-US" sz="4400" b="1" i="1" baseline="30000" dirty="0"/>
              <a:t>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73A535-7CBF-9441-87BB-CDA087A05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4" y="1600201"/>
            <a:ext cx="8041001" cy="95726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0C463-E0A3-B54B-B503-19C69094A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576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65A81-7D12-284E-A5D6-7F9EBFDC2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80DA4-8D78-ED4C-A40E-AFF92CE94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61B17D-D3CB-3C4D-AE00-735A1BC9F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914399"/>
            <a:ext cx="5259771" cy="49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866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5B156-222F-104D-AF24-845A05E2E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C7EF8-77A3-804A-821C-597D0FFC7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1349CE78-EE3E-B148-B180-EA596A76A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774654"/>
            <a:ext cx="6297401" cy="49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038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938DE-FE16-A544-958E-9D410856D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378E4-C0B4-C54A-8587-4F0B9A43B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F4CAFE-D068-0D4C-AA9E-E39A1A155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0"/>
            <a:ext cx="8030252" cy="21145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5290A0-A03C-104D-ABDE-4911D02B6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75" y="3870418"/>
            <a:ext cx="8036294" cy="178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122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5248C-A570-9944-9348-CA0623E5E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CFF72-8C36-E640-9ACA-D9DACD483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40A89A-D56D-B246-A055-4B3C963E2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4" y="1600200"/>
            <a:ext cx="8129567" cy="40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156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94CA0-6F7B-9F44-886D-22747E6F9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AB3485-F816-174E-8A3C-25563C506E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275" y="3363630"/>
            <a:ext cx="4694238" cy="13739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51D897-D4C5-D749-843B-A32868DD3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75" y="1600201"/>
            <a:ext cx="8188856" cy="13369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71F83D-1574-A341-A276-CCE3DC4C17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94" y="5073649"/>
            <a:ext cx="6187978" cy="4984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049E50-E570-864F-A5E9-294CB76AF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902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1A00A-FAF6-BA41-8E97-27A9B7B7A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FAC00-C045-7B46-BAE3-F516FB39E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CA04A0-38CC-C543-8BC0-B318225D0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0"/>
            <a:ext cx="8090768" cy="8715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0A7389-5A1A-8149-8F13-DAA6AD6EF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75" y="2542289"/>
            <a:ext cx="5080000" cy="444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71ABC6-95CC-844D-8FF4-4C9E06B95D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275" y="3194493"/>
            <a:ext cx="8083530" cy="174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623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2CE1D-6BEB-9148-BBA3-C47BC1C38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628AC-C5D8-AA44-8FA5-398D22CB7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D7A479-1632-3A43-934F-9DECA63CA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5" y="776054"/>
            <a:ext cx="7972416" cy="88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446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16A70-4760-8B41-9BD4-43519FAB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496F3-7F72-534C-81C8-2DB17F048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2FBC10-07A0-3F4C-9BFE-3638F512B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407" y="320674"/>
            <a:ext cx="8010144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79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14852-7635-184D-818D-61453CE72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06394-6B8D-954E-9EDB-E092F54B3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75A9EF-C079-394F-98B7-9E50DB435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1"/>
            <a:ext cx="8042276" cy="20895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AF7798-9260-734C-821E-A531B9DD6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74" y="3940368"/>
            <a:ext cx="8071649" cy="1431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738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5C579-9826-1043-BF70-D2A9EE6EC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EEC1F-6037-0949-BEA4-60314A038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4AEDBE-CF71-D141-BCBA-CD1ABCBD6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74" y="530132"/>
            <a:ext cx="8063341" cy="18287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2F4752-DC1A-AB4A-9174-B6A7BBE51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74" y="2546351"/>
            <a:ext cx="8015304" cy="72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717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9EDF1-7D0D-CE45-B4A6-FE129FA17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82CDB-A01F-0F41-B57F-1891F95E2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D29E69-CE42-4048-9D81-38E3AEA70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4" y="1733550"/>
            <a:ext cx="7566025" cy="20266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07694E-D617-B24D-AE0C-C1E6550AE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74" y="4665663"/>
            <a:ext cx="7884098" cy="96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352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5B013-428A-DB4D-BB35-6D8053549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Dot Product and Matrix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5C93C-5690-6B42-A5C6-B1CFEC981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0898AF-C636-5C44-B380-8576A516E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1708150"/>
            <a:ext cx="7289800" cy="344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807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13C22-4EAB-EB41-B7BB-2D2986FD3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Inner Product Spaces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9E47A-F840-8C43-BE0D-BE8F0FF1E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2EB3CB-D74E-6644-8F5F-D46F9AC39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4" y="1600201"/>
            <a:ext cx="8125841" cy="21002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FE48E5-D490-A446-BAA2-5468B0E29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72" y="4055270"/>
            <a:ext cx="7802656" cy="659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894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4AC1E-E693-864F-9415-670E7310A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2DC9A-136E-D94A-A9F9-918F658E6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F64EEF-907F-7E4C-B2DE-52288BAD9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275992"/>
            <a:ext cx="8099365" cy="100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093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56B25-C7DB-514A-A972-710F8B4A8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0A7B4-7AD1-194F-BFEF-F2476BA1E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E7CBCE-FF9A-044E-8348-3EABFA8F0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575" y="336549"/>
            <a:ext cx="8075976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404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B4944-3891-934E-BFAB-7D4275C17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8C2A4-80E8-014A-BEB0-D57B1CCA4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A44C54-52AE-BD43-8B5F-8D2AC1714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466775"/>
            <a:ext cx="7882668" cy="10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516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B2E5D-FD68-1747-9A81-64AB3C394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1E6BE-87CC-C74C-B3CF-C118D4A90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A2EFA3-74A4-1442-AACF-2964D1F25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106298"/>
            <a:ext cx="7480300" cy="28321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8129A4-6E2C-E843-975A-8125ED197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75" y="2831475"/>
            <a:ext cx="3817328" cy="62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4454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283AF-8BD6-8C40-826B-9253ABA65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4035F-5347-A24D-9EF0-08E8232FE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5F058F-650D-A34C-94DE-23C5522F2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1"/>
            <a:ext cx="8096846" cy="13369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F58013-CAD2-5343-8C25-5D5D8B046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856" y="3092826"/>
            <a:ext cx="7123113" cy="2870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413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B4A74-B27E-8542-8237-38E039962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7CC92-462F-C649-B187-8279D8A1B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F5E826-7F30-EB43-A2F2-DCB3EDE1B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25720"/>
            <a:ext cx="8042276" cy="220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322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07617-474F-9345-ACAA-7EBA01A7E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C6584-83C1-AB4D-BF53-CFBDBB0A6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896DCE-8FE4-DF43-B0A0-6689347BF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4" y="1600201"/>
            <a:ext cx="7912227" cy="237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869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4594F-9179-774F-A6E4-3C6DFA7C0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Projection in a plane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6C25E-9FB9-B742-B8BC-F47AA5A30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</a:t>
            </a:r>
            <a:r>
              <a:rPr lang="en-US" b="1" i="1" dirty="0"/>
              <a:t>u</a:t>
            </a:r>
            <a:r>
              <a:rPr lang="en-US" dirty="0"/>
              <a:t> and </a:t>
            </a:r>
            <a:r>
              <a:rPr lang="en-US" b="1" i="1" dirty="0"/>
              <a:t>v</a:t>
            </a:r>
            <a:r>
              <a:rPr lang="en-US" dirty="0"/>
              <a:t> be vectors in the plane. If </a:t>
            </a:r>
            <a:r>
              <a:rPr lang="en-US" b="1" i="1" dirty="0"/>
              <a:t>v</a:t>
            </a:r>
            <a:r>
              <a:rPr lang="en-US" dirty="0"/>
              <a:t> is nonzero, then </a:t>
            </a:r>
            <a:r>
              <a:rPr lang="en-US" b="1" i="1" dirty="0"/>
              <a:t>u</a:t>
            </a:r>
            <a:r>
              <a:rPr lang="en-US" dirty="0"/>
              <a:t> can be orthogonally projected onto </a:t>
            </a:r>
            <a:r>
              <a:rPr lang="en-US" b="1" i="1" dirty="0"/>
              <a:t>v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730160-CCCF-9841-AF8E-289BA9816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612" y="2425699"/>
            <a:ext cx="2529336" cy="817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C970C7-BFE0-9F41-AE02-27F713F33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611" y="3771900"/>
            <a:ext cx="2904137" cy="11572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39DFF2-26A5-6345-86F1-0E66120AF1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9574" y="3128962"/>
            <a:ext cx="5434389" cy="81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7142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F0A4C-4332-C64F-93CF-438AEA915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329D7-5209-1841-B71F-13468E474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7653DD-6E29-9545-B5E8-A6A3EC798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13" y="1600201"/>
            <a:ext cx="7614999" cy="182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407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6FEAE-2A7E-AE40-91DD-C2E6E6C4F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CEFAB-4517-234F-8977-615B5B4D3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A39131-CE0A-814E-BC84-2A8A27902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4" y="1717675"/>
            <a:ext cx="8062829" cy="1225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4D20B9-7A13-5D40-A68B-AA54834D5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74" y="3154361"/>
            <a:ext cx="7923214" cy="2506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7587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EEDF9-4132-A14B-AD81-36DA3CEEC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3" y="-272144"/>
            <a:ext cx="8042276" cy="1336956"/>
          </a:xfrm>
        </p:spPr>
        <p:txBody>
          <a:bodyPr/>
          <a:lstStyle/>
          <a:p>
            <a:r>
              <a:rPr lang="en-US" dirty="0"/>
              <a:t>Project in an inner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C4207-63C0-0E47-AC87-F07B1C74E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2CBB31-012A-C24F-8DBA-74A0EC117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898" y="1064812"/>
            <a:ext cx="7690937" cy="13369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5DC635-AB52-CF4A-809D-FF9ECE703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96" y="2251356"/>
            <a:ext cx="804765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784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504B3-575F-BE43-826E-0AA52B4D2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FF8F7-988D-2B4D-88BF-43BBF33F8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7C5D43-86D7-7547-9057-87B27E6AD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4" y="1600200"/>
            <a:ext cx="7089767" cy="471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2504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CD74B-F675-0B43-AD63-270CBFA3C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2120C-B37E-BB42-A789-ACB562F78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D5FE44-5D01-B140-87B5-2524A082A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80" y="21432"/>
            <a:ext cx="8029571" cy="9001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049E7C-8694-B84A-9637-BC2E5BCF7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80" y="914399"/>
            <a:ext cx="7862581" cy="1812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990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FFA74-5FC5-E04D-867F-0D43DC2F7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3841E-58A8-C648-876E-EA6EE4BE2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3DD6A5-AEF7-F548-96AA-C7D0E9A81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4" y="1628775"/>
            <a:ext cx="8043857" cy="7572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610E24-6A34-024C-8FC1-1D6D8B234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95" y="2626425"/>
            <a:ext cx="8136194" cy="680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EB36CD-4FC9-214D-85C9-CBE9261253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694" y="3551145"/>
            <a:ext cx="8032887" cy="112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5624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175CA-2848-1C45-B237-83AFE4CF2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839" y="1805747"/>
            <a:ext cx="8042276" cy="1336956"/>
          </a:xfrm>
        </p:spPr>
        <p:txBody>
          <a:bodyPr/>
          <a:lstStyle/>
          <a:p>
            <a:r>
              <a:rPr lang="en-US" dirty="0"/>
              <a:t>Gram-Schmidt Orthonormalization Process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966AAE2-95F3-0946-9414-85314DB698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8931" y="3429000"/>
            <a:ext cx="8014645" cy="113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9971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D79B4-0DBF-7646-8143-BEE793460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Gram-Schmidt</a:t>
            </a:r>
            <a:br>
              <a:rPr lang="en-US" dirty="0"/>
            </a:br>
            <a:r>
              <a:rPr lang="en-US" dirty="0"/>
              <a:t>Orthonormalization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29B6E-6B59-614D-B9CB-8CFEE4DC9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A5E58E-4DC0-3D42-8BDE-FD6C7C5FF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913" y="1682751"/>
            <a:ext cx="6985000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811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16AA1-EA2C-9643-A579-54903D0C8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546DD-2A3A-DA47-A789-A42FD3422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F66A4D-ABAC-DB4B-9545-15912E203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230095"/>
            <a:ext cx="8018211" cy="121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1429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D1B16-5221-D349-AC3F-849839D93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1B7A8-D923-ED46-957D-134552BB0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661823-0B25-A541-9A9C-62ACA4312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32" y="183123"/>
            <a:ext cx="7900984" cy="1185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6761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2811-3FAA-FF4D-869B-050715899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01D19D2-8BFC-A142-91CA-34A28AFAC8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4990" y="1444532"/>
            <a:ext cx="6381523" cy="2163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3345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14AB-B694-474B-8C94-BE09FE268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6ECF0-8D1E-FE46-BE74-330BC7892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0343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C6CE7-2BCB-804E-8321-7651BF1D8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5E295-8C7F-E248-8306-29469C68D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1F4B16-EC2E-C041-BA3F-1D8ECC31E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07" y="1612900"/>
            <a:ext cx="7327900" cy="181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5778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9DD68-FA1C-B240-B4AE-841B7BC03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083F4-1FA6-704A-AC56-3D6627EEA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8756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Breeze">
      <a:maj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Breeze.thmx</Template>
  <TotalTime>957</TotalTime>
  <Words>58</Words>
  <Application>Microsoft Office PowerPoint</Application>
  <PresentationFormat>On-screen Show (4:3)</PresentationFormat>
  <Paragraphs>9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Breeze</vt:lpstr>
      <vt:lpstr>Inner Product Spaces</vt:lpstr>
      <vt:lpstr>Length and Dot Product in 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Dot Product and Matrix Multiplication</vt:lpstr>
      <vt:lpstr>Inner Product Spaces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Projection in a plane</vt:lpstr>
      <vt:lpstr>PowerPoint Presentation</vt:lpstr>
      <vt:lpstr>PowerPoint Presentation</vt:lpstr>
      <vt:lpstr>Project in an inner space</vt:lpstr>
      <vt:lpstr>PowerPoint Presentation</vt:lpstr>
      <vt:lpstr>PowerPoint Presentation</vt:lpstr>
      <vt:lpstr>PowerPoint Presentation</vt:lpstr>
      <vt:lpstr>Gram-Schmidt Orthonormalization Process</vt:lpstr>
      <vt:lpstr>Gram-Schmidt Orthonormalization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 THEOREMS OF VECTOR ANALYSIS</dc:title>
  <dc:creator>Min Wang</dc:creator>
  <cp:lastModifiedBy>Min Wang</cp:lastModifiedBy>
  <cp:revision>102</cp:revision>
  <dcterms:created xsi:type="dcterms:W3CDTF">2018-06-05T01:47:43Z</dcterms:created>
  <dcterms:modified xsi:type="dcterms:W3CDTF">2025-12-02T17:36:39Z</dcterms:modified>
</cp:coreProperties>
</file>