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8" r:id="rId32"/>
    <p:sldId id="286" r:id="rId33"/>
    <p:sldId id="287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35" r:id="rId51"/>
    <p:sldId id="305" r:id="rId52"/>
    <p:sldId id="306" r:id="rId53"/>
    <p:sldId id="307" r:id="rId54"/>
    <p:sldId id="308" r:id="rId55"/>
    <p:sldId id="310" r:id="rId56"/>
    <p:sldId id="311" r:id="rId57"/>
    <p:sldId id="309" r:id="rId58"/>
    <p:sldId id="315" r:id="rId59"/>
    <p:sldId id="312" r:id="rId60"/>
    <p:sldId id="313" r:id="rId61"/>
    <p:sldId id="314" r:id="rId62"/>
    <p:sldId id="316" r:id="rId63"/>
    <p:sldId id="317" r:id="rId64"/>
    <p:sldId id="336" r:id="rId65"/>
    <p:sldId id="318" r:id="rId66"/>
    <p:sldId id="337" r:id="rId67"/>
    <p:sldId id="319" r:id="rId68"/>
    <p:sldId id="338" r:id="rId69"/>
    <p:sldId id="320" r:id="rId70"/>
    <p:sldId id="339" r:id="rId71"/>
    <p:sldId id="321" r:id="rId72"/>
    <p:sldId id="340" r:id="rId73"/>
    <p:sldId id="322" r:id="rId74"/>
    <p:sldId id="341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1" r:id="rId83"/>
    <p:sldId id="332" r:id="rId84"/>
    <p:sldId id="333" r:id="rId85"/>
    <p:sldId id="334" r:id="rId86"/>
    <p:sldId id="342" r:id="rId87"/>
    <p:sldId id="343" r:id="rId8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C1012-EFE3-13E6-107A-AED8F827B10F}" v="12" dt="2025-11-11T18:27:43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46"/>
  </p:normalViewPr>
  <p:slideViewPr>
    <p:cSldViewPr snapToGrid="0" snapToObjects="1">
      <p:cViewPr varScale="1">
        <p:scale>
          <a:sx n="89" d="100"/>
          <a:sy n="89" d="100"/>
        </p:scale>
        <p:origin x="536" y="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372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95" Type="http://schemas.microsoft.com/office/2015/10/relationships/revisionInfo" Target="revisionInfo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 Wang" userId="S::mwang23@kennesaw.edu::40c509f2-6e44-41ac-be95-0b697891d3eb" providerId="AD" clId="Web-{013C1012-EFE3-13E6-107A-AED8F827B10F}"/>
    <pc:docChg chg="modSld sldOrd">
      <pc:chgData name="Min Wang" userId="S::mwang23@kennesaw.edu::40c509f2-6e44-41ac-be95-0b697891d3eb" providerId="AD" clId="Web-{013C1012-EFE3-13E6-107A-AED8F827B10F}" dt="2025-11-11T18:27:43.455" v="11"/>
      <pc:docMkLst>
        <pc:docMk/>
      </pc:docMkLst>
      <pc:sldChg chg="delSp">
        <pc:chgData name="Min Wang" userId="S::mwang23@kennesaw.edu::40c509f2-6e44-41ac-be95-0b697891d3eb" providerId="AD" clId="Web-{013C1012-EFE3-13E6-107A-AED8F827B10F}" dt="2025-11-11T17:37:45.423" v="0"/>
        <pc:sldMkLst>
          <pc:docMk/>
          <pc:sldMk cId="2187506253" sldId="328"/>
        </pc:sldMkLst>
        <pc:inkChg chg="del">
          <ac:chgData name="Min Wang" userId="S::mwang23@kennesaw.edu::40c509f2-6e44-41ac-be95-0b697891d3eb" providerId="AD" clId="Web-{013C1012-EFE3-13E6-107A-AED8F827B10F}" dt="2025-11-11T17:37:45.423" v="0"/>
          <ac:inkMkLst>
            <pc:docMk/>
            <pc:sldMk cId="2187506253" sldId="328"/>
            <ac:inkMk id="5" creationId="{F74E7084-16D3-9C44-93AA-F13F436494A9}"/>
          </ac:inkMkLst>
        </pc:inkChg>
      </pc:sldChg>
      <pc:sldChg chg="delSp">
        <pc:chgData name="Min Wang" userId="S::mwang23@kennesaw.edu::40c509f2-6e44-41ac-be95-0b697891d3eb" providerId="AD" clId="Web-{013C1012-EFE3-13E6-107A-AED8F827B10F}" dt="2025-11-11T17:37:53.407" v="1"/>
        <pc:sldMkLst>
          <pc:docMk/>
          <pc:sldMk cId="1964085651" sldId="329"/>
        </pc:sldMkLst>
        <pc:inkChg chg="del">
          <ac:chgData name="Min Wang" userId="S::mwang23@kennesaw.edu::40c509f2-6e44-41ac-be95-0b697891d3eb" providerId="AD" clId="Web-{013C1012-EFE3-13E6-107A-AED8F827B10F}" dt="2025-11-11T17:37:53.407" v="1"/>
          <ac:inkMkLst>
            <pc:docMk/>
            <pc:sldMk cId="1964085651" sldId="329"/>
            <ac:inkMk id="5" creationId="{F377B016-FD42-2C4C-9B2B-6F7F1FDD532E}"/>
          </ac:inkMkLst>
        </pc:inkChg>
      </pc:sldChg>
      <pc:sldChg chg="delSp">
        <pc:chgData name="Min Wang" userId="S::mwang23@kennesaw.edu::40c509f2-6e44-41ac-be95-0b697891d3eb" providerId="AD" clId="Web-{013C1012-EFE3-13E6-107A-AED8F827B10F}" dt="2025-11-11T17:59:34.548" v="4"/>
        <pc:sldMkLst>
          <pc:docMk/>
          <pc:sldMk cId="1287109589" sldId="332"/>
        </pc:sldMkLst>
        <pc:inkChg chg="del">
          <ac:chgData name="Min Wang" userId="S::mwang23@kennesaw.edu::40c509f2-6e44-41ac-be95-0b697891d3eb" providerId="AD" clId="Web-{013C1012-EFE3-13E6-107A-AED8F827B10F}" dt="2025-11-11T17:59:25.657" v="2"/>
          <ac:inkMkLst>
            <pc:docMk/>
            <pc:sldMk cId="1287109589" sldId="332"/>
            <ac:inkMk id="5" creationId="{83AA687D-E20B-254A-90B4-C12CE3BBE520}"/>
          </ac:inkMkLst>
        </pc:inkChg>
        <pc:inkChg chg="del">
          <ac:chgData name="Min Wang" userId="S::mwang23@kennesaw.edu::40c509f2-6e44-41ac-be95-0b697891d3eb" providerId="AD" clId="Web-{013C1012-EFE3-13E6-107A-AED8F827B10F}" dt="2025-11-11T17:59:31.611" v="3"/>
          <ac:inkMkLst>
            <pc:docMk/>
            <pc:sldMk cId="1287109589" sldId="332"/>
            <ac:inkMk id="7" creationId="{48C34A50-E3D4-5642-BFAE-60D2E6CF1C09}"/>
          </ac:inkMkLst>
        </pc:inkChg>
        <pc:inkChg chg="del">
          <ac:chgData name="Min Wang" userId="S::mwang23@kennesaw.edu::40c509f2-6e44-41ac-be95-0b697891d3eb" providerId="AD" clId="Web-{013C1012-EFE3-13E6-107A-AED8F827B10F}" dt="2025-11-11T17:59:34.548" v="4"/>
          <ac:inkMkLst>
            <pc:docMk/>
            <pc:sldMk cId="1287109589" sldId="332"/>
            <ac:inkMk id="8" creationId="{1847C054-5A5A-F04E-82D9-F2763E807BE9}"/>
          </ac:inkMkLst>
        </pc:inkChg>
      </pc:sldChg>
      <pc:sldChg chg="delSp">
        <pc:chgData name="Min Wang" userId="S::mwang23@kennesaw.edu::40c509f2-6e44-41ac-be95-0b697891d3eb" providerId="AD" clId="Web-{013C1012-EFE3-13E6-107A-AED8F827B10F}" dt="2025-11-11T18:02:40.564" v="5"/>
        <pc:sldMkLst>
          <pc:docMk/>
          <pc:sldMk cId="1159732942" sldId="333"/>
        </pc:sldMkLst>
        <pc:inkChg chg="del">
          <ac:chgData name="Min Wang" userId="S::mwang23@kennesaw.edu::40c509f2-6e44-41ac-be95-0b697891d3eb" providerId="AD" clId="Web-{013C1012-EFE3-13E6-107A-AED8F827B10F}" dt="2025-11-11T18:02:40.564" v="5"/>
          <ac:inkMkLst>
            <pc:docMk/>
            <pc:sldMk cId="1159732942" sldId="333"/>
            <ac:inkMk id="6" creationId="{5802F9F4-3DF9-544B-B672-F199228F9070}"/>
          </ac:inkMkLst>
        </pc:inkChg>
      </pc:sldChg>
      <pc:sldChg chg="delSp">
        <pc:chgData name="Min Wang" userId="S::mwang23@kennesaw.edu::40c509f2-6e44-41ac-be95-0b697891d3eb" providerId="AD" clId="Web-{013C1012-EFE3-13E6-107A-AED8F827B10F}" dt="2025-11-11T18:21:51.611" v="7"/>
        <pc:sldMkLst>
          <pc:docMk/>
          <pc:sldMk cId="2156475382" sldId="334"/>
        </pc:sldMkLst>
        <pc:inkChg chg="del">
          <ac:chgData name="Min Wang" userId="S::mwang23@kennesaw.edu::40c509f2-6e44-41ac-be95-0b697891d3eb" providerId="AD" clId="Web-{013C1012-EFE3-13E6-107A-AED8F827B10F}" dt="2025-11-11T18:21:47.845" v="6"/>
          <ac:inkMkLst>
            <pc:docMk/>
            <pc:sldMk cId="2156475382" sldId="334"/>
            <ac:inkMk id="5" creationId="{5D8D1E37-1ABC-AC4B-9B9B-BAF16A234B1F}"/>
          </ac:inkMkLst>
        </pc:inkChg>
        <pc:inkChg chg="del">
          <ac:chgData name="Min Wang" userId="S::mwang23@kennesaw.edu::40c509f2-6e44-41ac-be95-0b697891d3eb" providerId="AD" clId="Web-{013C1012-EFE3-13E6-107A-AED8F827B10F}" dt="2025-11-11T18:21:51.611" v="7"/>
          <ac:inkMkLst>
            <pc:docMk/>
            <pc:sldMk cId="2156475382" sldId="334"/>
            <ac:inkMk id="6" creationId="{E9A99F20-50A6-834D-9C8C-FE33AD7920CE}"/>
          </ac:inkMkLst>
        </pc:inkChg>
      </pc:sldChg>
      <pc:sldChg chg="delSp ord">
        <pc:chgData name="Min Wang" userId="S::mwang23@kennesaw.edu::40c509f2-6e44-41ac-be95-0b697891d3eb" providerId="AD" clId="Web-{013C1012-EFE3-13E6-107A-AED8F827B10F}" dt="2025-11-11T18:27:43.455" v="11"/>
        <pc:sldMkLst>
          <pc:docMk/>
          <pc:sldMk cId="1745248881" sldId="342"/>
        </pc:sldMkLst>
        <pc:inkChg chg="del">
          <ac:chgData name="Min Wang" userId="S::mwang23@kennesaw.edu::40c509f2-6e44-41ac-be95-0b697891d3eb" providerId="AD" clId="Web-{013C1012-EFE3-13E6-107A-AED8F827B10F}" dt="2025-11-11T18:27:05.986" v="8"/>
          <ac:inkMkLst>
            <pc:docMk/>
            <pc:sldMk cId="1745248881" sldId="342"/>
            <ac:inkMk id="5" creationId="{44572FFB-D546-084F-B972-1E605AA5E422}"/>
          </ac:inkMkLst>
        </pc:inkChg>
        <pc:inkChg chg="del">
          <ac:chgData name="Min Wang" userId="S::mwang23@kennesaw.edu::40c509f2-6e44-41ac-be95-0b697891d3eb" providerId="AD" clId="Web-{013C1012-EFE3-13E6-107A-AED8F827B10F}" dt="2025-11-11T18:27:11.721" v="9"/>
          <ac:inkMkLst>
            <pc:docMk/>
            <pc:sldMk cId="1745248881" sldId="342"/>
            <ac:inkMk id="6" creationId="{5EFE6D54-0C06-3E42-953D-80BB8A828A67}"/>
          </ac:inkMkLst>
        </pc:inkChg>
      </pc:sldChg>
      <pc:sldChg chg="ord">
        <pc:chgData name="Min Wang" userId="S::mwang23@kennesaw.edu::40c509f2-6e44-41ac-be95-0b697891d3eb" providerId="AD" clId="Web-{013C1012-EFE3-13E6-107A-AED8F827B10F}" dt="2025-11-11T18:27:31.955" v="10"/>
        <pc:sldMkLst>
          <pc:docMk/>
          <pc:sldMk cId="1070003555" sldId="343"/>
        </pc:sldMkLst>
      </pc:sldChg>
    </pc:docChg>
  </pc:docChgLst>
  <pc:docChgLst>
    <pc:chgData name="Min Wang" userId="S::mwang23@kennesaw.edu::40c509f2-6e44-41ac-be95-0b697891d3eb" providerId="AD" clId="Web-{AC8C870D-90AA-B2B3-BC43-72E476A569F6}"/>
    <pc:docChg chg="modSld">
      <pc:chgData name="Min Wang" userId="S::mwang23@kennesaw.edu::40c509f2-6e44-41ac-be95-0b697891d3eb" providerId="AD" clId="Web-{AC8C870D-90AA-B2B3-BC43-72E476A569F6}" dt="2025-11-04T17:35:49.603" v="1"/>
      <pc:docMkLst>
        <pc:docMk/>
      </pc:docMkLst>
      <pc:sldChg chg="delSp">
        <pc:chgData name="Min Wang" userId="S::mwang23@kennesaw.edu::40c509f2-6e44-41ac-be95-0b697891d3eb" providerId="AD" clId="Web-{AC8C870D-90AA-B2B3-BC43-72E476A569F6}" dt="2025-11-04T17:35:39.931" v="0"/>
        <pc:sldMkLst>
          <pc:docMk/>
          <pc:sldMk cId="783538530" sldId="313"/>
        </pc:sldMkLst>
      </pc:sldChg>
      <pc:sldChg chg="delSp">
        <pc:chgData name="Min Wang" userId="S::mwang23@kennesaw.edu::40c509f2-6e44-41ac-be95-0b697891d3eb" providerId="AD" clId="Web-{AC8C870D-90AA-B2B3-BC43-72E476A569F6}" dt="2025-11-04T17:35:49.603" v="1"/>
        <pc:sldMkLst>
          <pc:docMk/>
          <pc:sldMk cId="1822683804" sldId="314"/>
        </pc:sldMkLst>
      </pc:sldChg>
    </pc:docChg>
  </pc:docChgLst>
  <pc:docChgLst>
    <pc:chgData name="Min Wang" userId="S::mwang23@kennesaw.edu::40c509f2-6e44-41ac-be95-0b697891d3eb" providerId="AD" clId="Web-{6B066BEF-DEFF-E5F8-6F62-4DBB595DC666}"/>
    <pc:docChg chg="modSld">
      <pc:chgData name="Min Wang" userId="S::mwang23@kennesaw.edu::40c509f2-6e44-41ac-be95-0b697891d3eb" providerId="AD" clId="Web-{6B066BEF-DEFF-E5F8-6F62-4DBB595DC666}" dt="2025-10-28T17:37:11.841" v="6"/>
      <pc:docMkLst>
        <pc:docMk/>
      </pc:docMkLst>
      <pc:sldChg chg="delSp">
        <pc:chgData name="Min Wang" userId="S::mwang23@kennesaw.edu::40c509f2-6e44-41ac-be95-0b697891d3eb" providerId="AD" clId="Web-{6B066BEF-DEFF-E5F8-6F62-4DBB595DC666}" dt="2025-10-28T16:35:06.429" v="0"/>
        <pc:sldMkLst>
          <pc:docMk/>
          <pc:sldMk cId="1299433425" sldId="300"/>
        </pc:sldMkLst>
      </pc:sldChg>
      <pc:sldChg chg="delSp">
        <pc:chgData name="Min Wang" userId="S::mwang23@kennesaw.edu::40c509f2-6e44-41ac-be95-0b697891d3eb" providerId="AD" clId="Web-{6B066BEF-DEFF-E5F8-6F62-4DBB595DC666}" dt="2025-10-28T16:52:35.024" v="1"/>
        <pc:sldMkLst>
          <pc:docMk/>
          <pc:sldMk cId="3616110463" sldId="303"/>
        </pc:sldMkLst>
      </pc:sldChg>
      <pc:sldChg chg="delSp">
        <pc:chgData name="Min Wang" userId="S::mwang23@kennesaw.edu::40c509f2-6e44-41ac-be95-0b697891d3eb" providerId="AD" clId="Web-{6B066BEF-DEFF-E5F8-6F62-4DBB595DC666}" dt="2025-10-28T17:06:19.854" v="2"/>
        <pc:sldMkLst>
          <pc:docMk/>
          <pc:sldMk cId="171268639" sldId="305"/>
        </pc:sldMkLst>
      </pc:sldChg>
      <pc:sldChg chg="delSp">
        <pc:chgData name="Min Wang" userId="S::mwang23@kennesaw.edu::40c509f2-6e44-41ac-be95-0b697891d3eb" providerId="AD" clId="Web-{6B066BEF-DEFF-E5F8-6F62-4DBB595DC666}" dt="2025-10-28T17:12:34.776" v="3"/>
        <pc:sldMkLst>
          <pc:docMk/>
          <pc:sldMk cId="1405157797" sldId="306"/>
        </pc:sldMkLst>
      </pc:sldChg>
      <pc:sldChg chg="delSp">
        <pc:chgData name="Min Wang" userId="S::mwang23@kennesaw.edu::40c509f2-6e44-41ac-be95-0b697891d3eb" providerId="AD" clId="Web-{6B066BEF-DEFF-E5F8-6F62-4DBB595DC666}" dt="2025-10-28T17:17:12.808" v="4"/>
        <pc:sldMkLst>
          <pc:docMk/>
          <pc:sldMk cId="2844223074" sldId="307"/>
        </pc:sldMkLst>
      </pc:sldChg>
      <pc:sldChg chg="delSp">
        <pc:chgData name="Min Wang" userId="S::mwang23@kennesaw.edu::40c509f2-6e44-41ac-be95-0b697891d3eb" providerId="AD" clId="Web-{6B066BEF-DEFF-E5F8-6F62-4DBB595DC666}" dt="2025-10-28T17:37:11.841" v="6"/>
        <pc:sldMkLst>
          <pc:docMk/>
          <pc:sldMk cId="3385113186" sldId="312"/>
        </pc:sldMkLst>
      </pc:sldChg>
      <pc:sldChg chg="delSp">
        <pc:chgData name="Min Wang" userId="S::mwang23@kennesaw.edu::40c509f2-6e44-41ac-be95-0b697891d3eb" providerId="AD" clId="Web-{6B066BEF-DEFF-E5F8-6F62-4DBB595DC666}" dt="2025-10-28T17:29:47.762" v="5"/>
        <pc:sldMkLst>
          <pc:docMk/>
          <pc:sldMk cId="4030610059" sldId="315"/>
        </pc:sldMkLst>
      </pc:sldChg>
    </pc:docChg>
  </pc:docChgLst>
  <pc:docChgLst>
    <pc:chgData name="Min Wang" userId="S::mwang23@kennesaw.edu::40c509f2-6e44-41ac-be95-0b697891d3eb" providerId="AD" clId="Web-{BD729E97-13AE-5CE4-5232-6F1D5B204E3D}"/>
    <pc:docChg chg="modSld">
      <pc:chgData name="Min Wang" userId="S::mwang23@kennesaw.edu::40c509f2-6e44-41ac-be95-0b697891d3eb" providerId="AD" clId="Web-{BD729E97-13AE-5CE4-5232-6F1D5B204E3D}" dt="2025-11-06T18:39:26.844" v="0"/>
      <pc:docMkLst>
        <pc:docMk/>
      </pc:docMkLst>
      <pc:sldChg chg="delSp">
        <pc:chgData name="Min Wang" userId="S::mwang23@kennesaw.edu::40c509f2-6e44-41ac-be95-0b697891d3eb" providerId="AD" clId="Web-{BD729E97-13AE-5CE4-5232-6F1D5B204E3D}" dt="2025-11-06T18:39:26.844" v="0"/>
        <pc:sldMkLst>
          <pc:docMk/>
          <pc:sldMk cId="1451506495" sldId="327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18T15:15:08.7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1404 932 6053,'-1'9'426,"1"-2"-359,-1-7 1848,1 0-1915,-3 1 0,2 0-11,-5-1-85,2 0 18,-1 2-12,0 0 6,1 0 84,0 0 0,0 0 0,0 0 0,1-1 6,-1 0 44,2-1-44,-1 1 95,2 0 8122,0 0-7820,-1 0-140,2-1-11,-3 0-67,2 0 95,0 0-213,-2 0-33,2 0 5,-2 0-34,1 0 7,-1 0 116,-3 0 7,-3 1-62,-6 1-68,-5 2-5,-3 0 0,-4 2 11,0 0 23,0 2-34,1-2 11,0 1-11,3-3-11,2 0-73,2-1 45,2 0-157,-4 3 117,3 2 23,-2 5 23,4-1-6,-5 8-29,5-4 12,-3 4-11,9-6 11,2 1-73,2 1-27,2 2-12,2 1 16,1 2 24,1 0 32,6 1 18,3 1-56,9-1 10,2 1 1,5-3-22,2-2-12,3-3-39,2-1 89,0-1 35,1 1 32,-2-2-27,-2 2 67,-3-2-12,6 7 12,-10-6-39,5 5 39,-13-8 6,-1 1-6,-3-2 0,-1 3-51,-3-5 51,-1 2-56,-2-2-95,-1 0 62,-1 0-1,0 0 23,-1 0 67,0 0 5,-1 3 119,-4 3-57,-2 1 45,-7 2-6,-2 2-106,-5-1 208,-2 0-96,-2-2-6,-2-2 23,0-4-129,0-2-28,-1-3-157,1-2-2055,-17-1 794,19-1-368,-11-3 1814,19-2 0,9 1 0,-1 0 0</inkml:trace>
  <inkml:trace contextRef="#ctx0" brushRef="#br0" timeOffset="3828">1763 1225 8410,'4'-1'2997,"0"-1"-364,-4 2-2560,-4-1 5,3 1-67,-3 0 84,4 0 258,-2 0-263,0 0-45,0 0 5,-1 0 6,1 0 11,0 0-50,1 0 33,-1 0-50,0 0 107,-3 0-102,0 0 1,-2 0 33,2 0-5,0 0-29,1 0 40,1 0-45,0 0 62,2 0-23,-1 0 11,1 0 29,-1 0-11,0 0 16,1 0-410,-1 0 225,6 0 101,1 0 168,7 0-11,2 0-67,6-2 0,4 0-40,2-3 1,11-2-18,-10 2-33,4-1-33,-14 3 22,-1 1-68,-2 0-27,-1-1-52,1 1 30,-1 0-68,0 0-62,0 1-106,-1 0-34,-1-1-61,1 1-123,0 0-124,2 0-78,-1 0-213,1 1-358,-2-2-455,-1 2 1810,-4-1 0,-3 1 0,-3 0 0</inkml:trace>
  <inkml:trace contextRef="#ctx0" brushRef="#br0" timeOffset="4353">1653 1572 11665,'7'1'1126,"1"0"-734,2-3-168,1 1-34,2-3-100,2 2-12,4-2-10,4 1-35,3-1 6,5-2-33,3 0 39,5-2-40,-1 0 29,1 1-34,-6 0 0,-5 2-45,-8 1-95,-3 2-201,-9 1-253,0 1-95,-6 0-297,2 0-369,2 0-634,2 0 1989,2 0 0,-5 0 0,0 0 0</inkml:trace>
  <inkml:trace contextRef="#ctx0" brushRef="#br0" timeOffset="5745">2675 898 10013,'-20'-16'2677,"1"2"-2100,7 8-179,-1 1-6,-7 0-392,6 3-51,-4 0 51,5 4 0,-1 5-56,-1 4 56,-1 7 67,0 4-67,-1 6-11,-3 23-45,6-6 6,-1 16-6,10-15 11,3-1-78,2 0 39,3-3 39,1 0 34,4-3-62,1-4 73,-1-5 0,-3-6 0,-2-4-11,-1-6 5,-2-2 6,0-5 0,0-2 84,0-3 224,0-1-274,-2-1-29,-3-1 1,-5-4 0,-2-1 5,0-3-6,2 1 1,2 2-6,3 1-112,2 3-246,2-1-1429,1 3 1691,3-1 96,1 1 79,5 2 5,1 3-28,2 6-45,6 14-11,-6 0 56,4 11 17,-7-4-17,-2 2 17,-2 4-34,-1 0 6,-1 2 16,0 1 197,-1-1-151,0-1-57,0-1-50,0-3 45,0-3-45,1-4-50,1-4-6,1-5 44,1-5-32,1-4-96,8-3-79,1-3-487,10-2-1103,12-3-1999,2-5 3808,11-4 0,-24 2 0,-7 1 0</inkml:trace>
  <inkml:trace contextRef="#ctx0" brushRef="#br0" timeOffset="6345">3034 1235 9744,'2'-20'5399,"0"4"-4878,-2 15-263,-2 0-258,1 1-123,-3 0 123,0 0 112,-3 1 28,-2 6-90,-4 6-44,-3 8 61,-2 6 6,-2 4-40,-5 25-33,9-11 0,-2 16-33,12-20-1950,3 24 908,8-28 111,3 15-257,14-34-588,1-5 1809,7-7 0,-15-3 0,-2-3 0</inkml:trace>
  <inkml:trace contextRef="#ctx0" brushRef="#br0" timeOffset="6692">3316 1265 9727,'6'-18'3904,"-2"3"-3428,-4 12-1019,0 2 543,0 6 173,0 6 7,0 9 49,0 6-22,0 4-106,0 4-28,0 2-73,0 0-235,0 0-566,0-1-521,0-2-504,-1 2-907,0-5 2733,1-1 0,0-15 0,0-4 0</inkml:trace>
  <inkml:trace contextRef="#ctx0" brushRef="#br0" timeOffset="6920">3505 1622 7554,'10'5'1736,"-2"1"-1439,-10 5-179,-3 3-118,-4 4-45,-5 2-852,-5 6-1057,0-1 1954,-2 0 0,10-11 0,3-5 0</inkml:trace>
  <inkml:trace contextRef="#ctx0" brushRef="#br0" timeOffset="7263">3766 1329 10802,'11'-16'2975,"-2"2"-2975,-9 14-224,0 0 375,0 9 50,0 3-61,0 12-50,0 3 33,0 6-72,0 3-12,-1 2-39,-1 0-359,-1-2-486,-1-1-533,1-4-661,2-3-1086,0-6 3125,1-8 0,0-6 0,0-6 0</inkml:trace>
  <inkml:trace contextRef="#ctx0" brushRef="#br0" timeOffset="7588">3930 1187 10164,'2'-4'3181,"1"0"-2889,-2 4-292,1 0-146,1 0 146,2 0 34,1 4 22,4 5-56,1 7 0,1 8 0,0 5-6,-1 6 0,-3 3 6,-2 5-156,-3 2-152,-2 1 16,-4 0-88,-3 0-421,-7-1-17,-4 0-369,-6 3-527,0-4 1714,-2-1 0,11-20 0,4-8 0</inkml:trace>
  <inkml:trace contextRef="#ctx0" brushRef="#br0" timeOffset="7931">4239 1757 9957,'10'-8'2548,"-2"1"-2077,-8 7-426,0 0 72,0 5 1,0 3-1,-2 7-55,-6 4-62,-5 3-1462,-15 6-2722,-5-1 4184,-5 0 0,16-12 0,7-6 0</inkml:trace>
  <inkml:trace contextRef="#ctx0" brushRef="#br0" timeOffset="8795">4788 1203 10265,'2'-5'3472,"0"0"-2497,-2 5-606,-9 13-189,1 1-35,-10 13-10,3-1-130,0 4 80,1 2-46,2 4 0,2 0-39,3 1-22,2-2-136,2-1-329,3-3-437,0-2-341,3-4 38,4-2 163,6-4-448,13-3-1743,2-4 3109,7-5 0,-15-5 1,-6-1-1</inkml:trace>
  <inkml:trace contextRef="#ctx0" brushRef="#br0" timeOffset="9170">5063 1281 10786,'6'-10'4116,"0"2"-4116,-6 8-325,0 0 465,0 9 73,0 2-17,0 11-50,0 3-17,0 17-40,0-8-89,-1 11-162,0-14-449,0-3-570,1-1-595,0-1 1776,1 3 0,0-14 0,0 0 0</inkml:trace>
  <inkml:trace contextRef="#ctx0" brushRef="#br0" timeOffset="9435">5287 1594 10158,'1'14'1081,"0"2"-1008,-1 1-129,-11 13-459,2-6-1148,-15 10 1663,5-11 0,6-9 0,3-5 0</inkml:trace>
  <inkml:trace contextRef="#ctx0" brushRef="#br0" timeOffset="9890">5476 1398 10310,'0'-5'3215,"0"2"-1659,0 3-1556,1 0 0,1 0-39,2 0 39,-1 0 0,2 0 101,3 0 28,5 0-124,17 0-363,-3-1-437,11-1-516,-11-1-492,-2-3-1289,-5 1 3092,-5-1 0,-7 3 0,-4 0 0</inkml:trace>
  <inkml:trace contextRef="#ctx0" brushRef="#br0" timeOffset="10188">5674 1259 9470,'8'-6'3349,"-2"0"-2929,-6 6-336,0 0 134,1 6-22,0 2-84,1 7-28,0 4-11,0 2-73,-1 3 0,0 1-185,-1 1-330,0 0-381,0 1-538,0 2-852,0-1 2286,0-1 0,0-12 0,0-6 0</inkml:trace>
  <inkml:trace contextRef="#ctx0" brushRef="#br0" timeOffset="10604">5762 1147 9257,'4'-5'2089,"0"1"-1871,-1 3-89,1 1-45,2 0-11,1 0-34,2 0 17,1 4 28,1 4-79,2 6 1,-1 4 33,1 4-5,-1 3-29,-1 3 35,-2 3-40,-2 1-45,-2 3 0,-2 1 45,-2 1-6,-1-1-33,0 1 28,-1-2 5,-5-2-156,-3-2-292,-5-3-520,-3-1-964,0-2 1938,-2-5 0,9-9 0,3-5 0</inkml:trace>
  <inkml:trace contextRef="#ctx0" brushRef="#br0" timeOffset="11673">6045 989 9951,'-1'-12'4072,"0"1"-3803,1 10-751,0 0 482,7 1 67,1 0 6,18 11-78,-7 1-40,8 13-45,-12 1-251,-3 5 66,-4 3-66,-3 2 72,-3 1 45,-1-2 44,-1 1 34,0-2-44,0-1 22,0-2-230,0-2-251,0-2-281,0-4-28,9 1 812,-1-11-44,10-2-191,-2-9 168,-1-2 157,1-3 56,-4-1 56,-3-3 342,-3-1 95,-4 0-61,-1 0-7,-1 0 62,-2 0 45,-3 1-50,-1 0-191,0 2-218,1 2-23,0 3 135,0 0 17,-2 0-113,-2 5 1,0 3 16,-3 4-33,2 3-67,-1 2-6,3 2-39,1 2 33,4 3-16,1 3 22,2 1 39,0 4 0,3 0 6,1 3 11,4 0 23,1 0 50,6 11-68,-6-12-55,3 6-12,-8-16-27,-1-3-18,-2-1 12,-1-3-28,0-3 67,-2-2 73,-3-4-73,-4-1-858,-8-3-895,-1-2-1719,-6-1 3472,5-1 0,8 0 0,4 0 0</inkml:trace>
  <inkml:trace contextRef="#ctx0" brushRef="#br0" timeOffset="12059">6718 1255 12707,'1'-3'2885,"0"0"-2241,-1 3-913,2 0-477,-1 3-704,0 2-617,-1 10-1339,0 1 3406,-3 5 0,2-9 0,-3-4 0</inkml:trace>
  <inkml:trace contextRef="#ctx0" brushRef="#br0" timeOffset="12241">6650 1582 10545,'-2'7'4917,"0"-2"-3998,2-5-2144,0 0 1,0 0-1</inkml:trace>
  <inkml:trace contextRef="#ctx0" brushRef="#br0" timeOffset="31396">1817 2873 10562,'8'0'856,"-2"0"-811,-6 0 168,0 2 78,1 3-5,-1 3 11,2 2 11,-2 2 51,2 0-23,-2 1-12,1-1-55,-1 3-118,0 0-11,0 3-84,0 4 73,0 3-11,0 41-118,0-21 33,0-6 1,0-2-34,0 5-230,0-2-391,0-3-387,0-5-331,0-3-459,0-4-314,0-4 2112,0-4 0,0-7 0,0-5 0</inkml:trace>
  <inkml:trace contextRef="#ctx0" brushRef="#br0" timeOffset="31595">1793 2974 11312,'0'-13'3534,"0"2"-3108,0 6-230,0 0-84,4-1 28,1 0-84,5 0-5,3-1-40,1 0-11,4-1-134,1 0-332,4 0-441,2 0-471,3-1-565,7 2-785,-2 1 2728,1 2 0,-16 2 0,-6 1 0</inkml:trace>
  <inkml:trace contextRef="#ctx0" brushRef="#br0" timeOffset="31855">1827 3096 9016,'9'2'1182,"1"-1"-942,5 0-240,2-1-168,3 0-341,3-2-970,6-3 1479,0-1 0,-10 1 0,-6 1 0</inkml:trace>
  <inkml:trace contextRef="#ctx0" brushRef="#br0" timeOffset="32792">2182 3162 10914,'3'-20'3031,"0"4"-2757,-3 15-459,0 0 185,-5 7 0,-1 3 6,-5 8-1,-1 4-5,1 3 0,1 5-39,3 2-11,3 3-23,2 0-67,2-2-185,4-5-72,3-4 83,7-6 157,1-5 96,2-6 61,0-3 151,1-5-45,0-5-33,0-6 45,-3-6 5,-1-4 112,-6-1 39,-3-3 118,-3-1 17,-2-1-50,0 3-12,-3 3 275,-3 2-426,1 8-140,-1 2-56,5 9-1787,0 1 1361,5-1 225,5-1-85,6-2-5,9-3-6,2-1 62,4-2 117,-2-1 118,-5 1 84,-5 2 168,-8 1 112,-3 4 56,-5 0-156,-2 3-752,0 0 488,0 8 28,-1 5 34,-2 11 0,-3 5 44,-3 24-67,3-11-39,-1 13-5,6-22-1,0-4 0,1-8 6,0-4 6,0-6 112,0-5 66,0-2 606,0-3-600,5-8-72,0-5-56,3-10-57,0-6 365,7-15-202,-4 11 90,4-7-196,-5 19-62,-2 5-6,0 4-5,1 3-51,2 3-218,1 1-314,2 2-565,1 0-701,7 1-1406,0 0 3266,5-1 0,-14 2 0,-2-1 0</inkml:trace>
  <inkml:trace contextRef="#ctx0" brushRef="#br0" timeOffset="34364">3080 3110 9666,'-7'-5'1652,"0"0"-1591,1 5 1,-1 7-6,-3 6-17,-1 9-33,-1 6 5,0 3-6,1 2 1,1 1-6,4-3-140,2-3-11,3-4 95,1-5 50,0-4-55,1-5 61,4-4 39,5-3 196,3-2-235,2-4 45,2-5-45,0-6 101,0-6 67,-2-3 11,-2-2 151,-3-3 68,-1-2 123,-2 0 56,-1 4 50,-2-1-627,-2 15-252,-1 1 23,-1 11 262,0 12 18,1 0-51,0 9 0,2-2-107,1-1-72,1-2 0,1-3 5,1-3 85,0-3-12,3-4 17,1-1 67,4-4-106,3-6-68,2-4 68,2-7 118,-1-3 5,-3 0 162,-4 1 124,-4 3-18,-4 3-268,-2 6-364,-3 4 56,0 3 264,-1 20 111,0-2 6,-1 16-23,0-6-16,0-2-34,1-4 11,0 1-84,0-10 73,1-1 179,3-9-302,11-12-118,1-2-67,8-11 257,-5-1 40,-3 0 11,-3 3 241,-2 1-493,-7 11-45,0 2 235,-4 8 113,0 11-12,0-1 11,0 9-38,0-4-12,0 1-12,0-1 7,0-2-46,3-1 46,2-4 5,4-2 61,1-3-61,4-2-268,2-4-124,5-5 168,-1-4 134,1-4 90,-4 0 6,-4 5-6,-5 3-348,-5 4 85,-1 3 347,-2 11 17,0 8-90,0 2-22,0 4-17,0-11 28,0-3 0,1-4 39,2-3 241,3-2-269,4-1-11,3-7-128,3-2-35,1-9 163,1-2 0,0-4 151,-2 0 163,-2 1 78,-4 4-392,-2 6-101,-5 6-95,-1 4 196,-2 3 168,0 8 11,0 4 29,0 12 4,0 5-44,2 9-22,3 6-28,2 7 17,4 6 44,1 1-65,-5-17 1,0 0-1365,1 19 1314,-4-24 1,-1-1-263,-3 4 293,-6-8-22,-4-5-73,-11-8-818,-21-7-1271,-4-6 2089,-17-6 0,31 1 0,5-1 0</inkml:trace>
  <inkml:trace contextRef="#ctx0" brushRef="#br0" timeOffset="35434">4784 3118 9677,'-8'-11'1937,"0"2"-1836,2 9-95,-2 0 44,-2 4-16,0 3 95,-3 6 39,0 4 79,-1 3-113,1 2 62,2 0-129,3 2-56,3-1-5,2 0 28,3-2-29,0-2-5,0-3-61,3-4 10,2-4 6,4-4-22,1-2-39,1-2-102,2-3-111,0-5 78,1-4 23,-2-7 212,0-2 6,-3-3 78,-1-2 186,-1 1 172,-2 3 35,0 3-146,-2 7-134,0 3-191,-2 6-40,1 1-111,-1 2 45,1 0 100,2 3 1,3 11-1,2 2 6,3 9 0,-3-3 34,4 8-34,-5-9-180,2 4-55,-4-13-275,-4-2-336,1-4-414,-3-3 638,1-1 0,-1-2 1</inkml:trace>
  <inkml:trace contextRef="#ctx0" brushRef="#br0" timeOffset="35675">5076 3303 11066,'-5'15'-1552,"0"-2"275,-8 8 1277,5-7 0,4-5 0,1-3 0</inkml:trace>
  <inkml:trace contextRef="#ctx0" brushRef="#br0" timeOffset="36216">5225 3016 10640,'3'-3'1534,"0"0"-1528,-2 3 140,1 4 17,1 6-74,0 9 1,0 7 22,-2 6 0,0 4-23,-1 4-33,0 1 12,0 0-68,-2-2-12,0-6-178,-2-4-381,0-3 201,2-13 157,0-2-851,2-10 381,0-14 22,2 0 145,3-15-27,3 1 543,3-2 22,3 0 180,5-7 10,-2 14 136,2-4 72,-7 16-218,-2 4-90,-1 3 45,2 2-84,-2 6-12,1 1 29,-3 7-1,0 2-33,-2 3 12,-2 0 44,-2 0 212,0-2-111,-1-1-50,-4-3-163,-4-1-6,-7-4-795,-5-1-1020,-2-4 1821,-1-1 0,10-1 0,4 0 0</inkml:trace>
  <inkml:trace contextRef="#ctx0" brushRef="#br0" timeOffset="36558">5566 3104 10920,'15'-13'3596,"-2"3"-2868,-8 7-493,0 2-235,-1 0-118,-1 1 118,2 3 6,-2 4 0,3 8 61,-2 9 73,0 6-33,-1 7-34,-2 4-17,0 3-56,-1-2-129,-2-1-409,-3-5-213,-4-4-503,-5-5-612,-11-4 1866,-20-1 0,19-11 0,-7-1 0</inkml:trace>
  <inkml:trace contextRef="#ctx0" brushRef="#br0" timeOffset="37197">4523 3092 9106,'0'-4'2312,"0"0"-1763,0 4 269,-2 8-459,-1 3 94,-2 11-128,-2 3-73,1 5-45,0 4-55,1 2-52,1 3-21,1 0-51,0-1-28,2-1-11,0-3-79,1-2-537,4-3-454,5-4-460,17-5 1541,24-3 0,-20-8 0,7-3 0</inkml:trace>
  <inkml:trace contextRef="#ctx0" brushRef="#br0" timeOffset="37966">6089 3090 9677,'0'-4'2402,"-2"1"-2076,-1 2-147,-2 1 22,-3 0 74,-2 1 100,-2 4 11,-3 2-156,1 4-84,-2 3-46,2 1-4,-1 2 27,3 2-50,0 1-23,1 2-11,1 1 23,2 2-62,2-1-101,1-1 67,3-1 29,1-2-370,5 3 67,4-6-174,7 0-274,8-8-286,5-4-638,12-2-1126,0-2 2721,3-3 0,-19 2 0,-8-2 1</inkml:trace>
  <inkml:trace contextRef="#ctx0" brushRef="#br0" timeOffset="38241">5920 3220 11872,'11'0'650,"2"0"-650,6 0-292,4 0-884,11-1-834,-1-2 2010,8-2 0,-20 2 0,-5-1 0</inkml:trace>
  <inkml:trace contextRef="#ctx0" brushRef="#br0" timeOffset="38616">6333 2928 10696,'6'-8'3002,"-2"2"-2537,-4 6-308,1 0-146,0 2 325,3 16-140,-1 3-50,0 17-23,-3 1 17,0 24-1352,0-12 1251,0 14-929,0-21 834,0-4-732,0-4-68,0-5-696,0-5-369,0-8 913,2-5 1008,1-8 0,-1-2 0,0-3 0</inkml:trace>
  <inkml:trace contextRef="#ctx0" brushRef="#br0" timeOffset="38892">6466 2964 11340,'1'-7'1462,"0"2"-1462,0 7 17,0 8 84,0 7-40,0 11-16,-1 9 22,0 26-55,0-10 7,0-18 1,0 0-20,-1 14-90,0-3-470,-1-5-583,1-6-486,0-4-472,1-8 2101,0-7 0,0-7 0,0-6 0</inkml:trace>
  <inkml:trace contextRef="#ctx0" brushRef="#br0" timeOffset="39440">6382 2950 9733,'0'-21'1876,"0"3"-1843,6 15 96,4-2-129,7 0-22,5 1 22,4 0-6,2 2-151,1 2 68,-1 0-135,-2 0-28,-4 6-11,-5 3 44,-6 6 57,-6 4 151,-2 3 11,-4 2 33,-5 2-27,-5 2-1,-7 1 35,-2 0 60,-2 0 52,0-3 128,1-1-34,1-4-56,1-4 29,3-3-18,-1-3 51,3-4-61,-1-2 11,3-3-23,0-2 12,2 0-46,2 0-10,3 0-74,2 0-44,3 0 274,6 2-28,3 1-83,10 1-102,4 0-28,6 2-10,5 0-399,25 4-374,-12-1-662,14 2-565,-20-5 1960,4 0 0,-22-4 0,-1 0 0</inkml:trace>
  <inkml:trace contextRef="#ctx0" brushRef="#br0" timeOffset="39991">6668 2669 9738,'8'-1'1972,"0"0"-1592,3 1-251,0 0-55,3 2-74,1 4 0,-1 6 0,-1 5 0,-4 4-12,-2 0-22,-4 2 34,-2-2 0,-1-1 74,0-3-7,-2-2-17,-2-2-11,-3-1-33,0-2 0,-1-1 50,0 1 123,1-1 39,0 0-22,2-2-50,0 0-57,2-2-5,1-1 62,1-1-84,1-2 83,4 1 1,3-1-146,7 0-364,7 0-1278,13-1-3180,4-2 4822,7-2 0,-21 1 0,-6 0 0</inkml:trace>
  <inkml:trace contextRef="#ctx0" brushRef="#br0" timeOffset="46392">7302 3148 7279,'0'5'17,"0"0"-582,1 1-247,3-1 812,0 2 0,-1-3 0,-1-2 0</inkml:trace>
  <inkml:trace contextRef="#ctx0" brushRef="#br0" timeOffset="46785">7290 3441 9912,'12'4'2409,"-3"0"-1267,-7-3-1024,-2-1-270,1 3-94,-1-2-224,0 1-444,0 0-665,1-1-746,1 0 2325,1 0 0,-2-1 0,0 0 0</inkml:trace>
  <inkml:trace contextRef="#ctx0" brushRef="#br0" timeOffset="48432">8763 2789 13205,'1'-5'3798,"0"1"-3076,-1 3-918,1 1 174,0 5 22,1 1 5,0 6-5,0 3 0,0 1-145,0 2-342,1 1-393,-1 1-425,2-2-2700,2 10 561,-2-8 3444,2 6 0,-4-16 0,-1-4 0</inkml:trace>
  <inkml:trace contextRef="#ctx0" brushRef="#br0" timeOffset="48793">8703 3262 14085,'3'5'-308,"0"1"308,0 2 72,0 4 1,2 2-11,-1 5-51,2 3 45,-2 0-56,1 2-190,-2-3-510,0 0-348,-2-3-447,0-1-545,-1-4 2040,0-2 0,0-6 0,0-2 0</inkml:trace>
  <inkml:trace contextRef="#ctx0" brushRef="#br0" timeOffset="50026">8402 2719 14437,'33'-1'359,"-6"0"-466,13 1-413,5 0-1,-13 0-84,5 0 45,-21 0-23,-6 0-61,-5 0-62,-3 0 477,-2 0 94,-6 1 79,-5 0 56,-7 1 45,-3-1 28,-2 1 145,0-2 141,1 1-6,0-1-62,2 1-73,2 1-55,1 1-1,3 1-16,1 0-85,2 0 1,3 1-50,1 0 32,2 1-44,0 2 56,1 1 28,-1 4 45,0 3 50,1 4 129,-2 20-201,3-6-34,-1 16-68,2-12 102,0 18-1107,1-12 1051,-1 13-777,1-16 765,-1 1-39,1 2 0,-1 0-11,2-1-457,-1 1 462,1-3 6,0 0 0,0-4 12,0-2-234,0-4 222,3-3 855,-1-6-849,2-2 786,0-4-786,-2-2 496,2-2-497,-2-2 283,2 2-288,-2-3 0,1 3 0,-1-4 56,0 0-51,-1-1 1,0 1 0,0-3 5,-1 1 22,1-3-33,-1 0 56,0-2 28,0 1 23,2-2-107,-1 1-6,6-1 213,-1 0 90,6 0-112,2 0 28,3-1-84,3-1-85,2-1-44,2-1-44,3 0-332,2 0-2643,23-6-789,-13 2 3718,13-4 0,-31 6 0,-9 2 1</inkml:trace>
  <inkml:trace contextRef="#ctx0" brushRef="#br0" timeOffset="51455">9342 2761 6658,'-5'-3'3019,"0"0"1753,5 3-4778,-1 2 6,1 4 0,-1 2 56,1 7-56,0 0 11,0 4 23,0 0-1,0 2-33,1-1-324,2 0-460,1-1-247,2-1-453,-2 1-707,-1-1 2191,-2 0 0,-1-8 0,0-4 0</inkml:trace>
  <inkml:trace contextRef="#ctx0" brushRef="#br0" timeOffset="51922">9090 3429 8410,'-2'12'3059,"0"-2"-2387,2-10 404,0 0-886,3 0 62,3 0-28,5 0-106,3 0-1,3 0-78,4 0-39,1 0-190,2-3-437,0 1-516,-1-3-257,4-1-875,-3 1 2275,1-2 0,-13 4 0,-3 0 0</inkml:trace>
  <inkml:trace contextRef="#ctx0" brushRef="#br0" timeOffset="52209">9393 3307 11850,'5'10'179,"-1"4"-140,-1 5 34,1 3-73,0 1-23,0 1-486,0-1-729,3 0-795,2-4 2033,0-3 0,-4-8 0,-1-5 0</inkml:trace>
  <inkml:trace contextRef="#ctx0" brushRef="#br0" timeOffset="53223">9559 2661 11010,'0'-8'2638,"0"2"-2073,0 6-234,0 0-477,3-1 124,2 1 279,15-4-167,-2 3-40,11-3-50,-7 2 0,0 1-184,-3 0 10,-5 1-28,-3 0 6,-3 0 112,-4 0 23,-1 0 55,-2 0 1,1 0-85,-1 0 6,1 2 22,0 1-55,0 4 55,0 2 68,1 14 33,-1-2-5,0 12 5,0-4-34,-2 3 29,1 2 0,-1 2 5,0 2-28,0 2-5,0 1-1,0-1 107,0 19-101,0-15-5,0 13-6,0-20 6,0 13-1,0-12 1,0 7-6,0-15 5,0-2-5,1-1 0,-1-1 34,2-1-40,-2-1 6,2-2-11,-1 0 11,1-3 0,0-2 39,0-1-39,0-1 0,0-2-39,-1-1 39,0-1 0,-1-1 0,0-1-5,0 0 5,0-2-6,0-1 0,0-1 6,0-2 124,0-1 553,0-1-587,-4-1-12,-4 0-44,-7 0-34,-6 0-140,-1 0-314,-2 0-554,0-1 1008,-3-10 0,13 7 0,1-6 0</inkml:trace>
  <inkml:trace contextRef="#ctx0" brushRef="#br0" timeOffset="54378">10347 2643 6243,'-9'-9'1585,"3"2"-958,4 7 1452,2-1-1402,-2 0-10,1 0-168,-1-1-102,0 1-111,-1-1-40,0 0-83,-1 1-63,0 0-38,-5 1-23,2 0-39,-5 0 11,2 0 45,-4 3-5,-1 3-46,-3 4 29,0 1-34,1 2 0,0 1 0,2 1-6,-3 9 1,6-6-57,0 6-22,8-8 84,2 1 6,1-1 27,1 7-33,5-7-162,2 4-96,7-8-240,3-2-141,4-2-660,1-3-140,8-2-656,-2-2 2095,3-4 0,-15 2 0,-4-1 0</inkml:trace>
  <inkml:trace contextRef="#ctx0" brushRef="#br0" timeOffset="54643">10427 2797 8853,'10'-5'2537,"-2"0"-2167,-8 9-196,1 1-85,0 4-44,1 3-45,0 1-101,0 2-728,0 2-655,0 3-728,-1 0 2212,0 1 0,-1-10 0,0-3 0</inkml:trace>
  <inkml:trace contextRef="#ctx0" brushRef="#br0" timeOffset="55161">10283 3309 9251,'0'-6'1994,"0"2"-1927,0 4-67,-2 0 213,-6 7-79,1 1 6,-4 7-11,2 0-23,0 0-50,0 2-22,2 0-34,1 1-50,2 0-23,1 0 67,2 0 6,0-1 6,1 0 67,0-1-68,3-1-5,3-1-33,3-2-51,4-2-230,2-2-324,3-2-477,11-4 1115,14-1 0,-18-1 0,5 0 0</inkml:trace>
  <inkml:trace contextRef="#ctx0" brushRef="#br0" timeOffset="55573">10511 3451 11239,'13'1'476,"0"0"-465,-2 3-11,-1 1-67,-2 1-95,-3 2-23,-2 2 6,-2 2 106,-1 2 34,0 1 39,-3 1 11,-2 0 95,-6 6 57,2-8 27,-2 4-27,6-9-57,1-2-106,3-3 0,0-2 73,1-2 106,9 0-179,4 0-50,12-3-734,3-2-1115,9-9 1899,-3 0 0,-11 3 0,-7 4 0</inkml:trace>
  <inkml:trace contextRef="#ctx0" brushRef="#br0" timeOffset="56521">10655 2663 9397,'0'-7'845,"0"2"-973,0 5 128,3 0 5,4 0 326,5 0-175,5 0 24,1-1-180,-3 1-112,-3-1 67,-5 1-6,-1 0 40,-3 1 0,0 3 11,-2 3 39,1 5 28,-2 2-5,1 2 61,-1 4 51,0 0-29,0 4 12,0 1-11,0 3 16,0 3-50,-1 3-45,-2 4-61,-1 1 50,-1 2-45,-1 0-5,2 1 5,-1 0 28,1 17-33,2-13 39,2 10-45,0-18-12,0 11 24,3-10-7,2 7 34,1-13-33,0-2 0,0 0 10,-1-1-10,0-1 33,-2-4 17,0-2 45,-1-3 101,-1 0-90,0-6 67,-1-3 23,0-7-73,0-3 5,0 0-134,-5-1-213,-2 0-503,-5 0-377,-4-4-1764,1-1 2857,0-5 0,8 4 0,2 1 0</inkml:trace>
  <inkml:trace contextRef="#ctx0" brushRef="#br0" timeOffset="58076">10066 2713 9458,'-6'-18'2655,"0"3"-1764,4 13-656,1 0 846,0 1-812,-1 1-185,1 0-118,-4 0 28,1 0 1,-2 0-23,-1 0 17,0 0 22,-1 1 17,1 1-28,0 0 5,2 1-5,0-1 23,1 0-12,1 0-22,-1 0 16,2 0-5,-1 0 0,1 0-56,1-1 51,-1 1-74,2-2 23,-1 2 56,0-1 0,1 0 28,-2 1-28,1 0-28,-1 1 28,-1 1 0,0 2-61,-1 0 16,0 3 45,1 0-73,0 1 73,1 1 0,1 0 90,-1 1-1,2 0-27,-2 2-12,1 0 6,-1 3-50,0 1 56,-1 2-46,0 12-16,0-6 0,2 6 0,1-9 12,-1-3 66,1 1 45,-2 7-84,1-6 23,-1 6-56,0-8-1,1 0 6,-1 0 1,2 0-12,-1 0 5,1 0 29,0-2-29,0 1-5,-1-1 6,1 0 44,-2 0-44,1 0-6,-1 1 6,-1 0-1,1 1 1,-1 0-6,2 0 5,0-1-5,1 1 0,0-2-5,0 0 5,0-1 0,0-1 0,0 0 33,0-1-27,0 0 33,0-1-39,0 0 11,0 0-11,0 1-5,0 0-1,0 0 12,0 4 27,0-5-27,1 2-6,0-7 11,1 2 28,0-4 12,1 3-51,-1-4 56,1 0-51,0-1 57,0 1 0,1-2 5,1 1 79,1 0-23,1-2 34,6 1-101,0-3-56,7 0-392,0-1-572,3-5-940,8-4 1904,11-10 0,-18 7 0,2-1 0</inkml:trace>
  <inkml:trace contextRef="#ctx0" brushRef="#br0" timeOffset="58966">10974 3100 10937,'-10'2'2616,"2"0"-1967,8-2-279,0 0-40,3 0-117,5 0-17,6 0-95,8 0-96,6-1 23,5-1-520,21-2-729,-12 1-426,13-1-644,-20 3 2291,3 0 0,-19 1 0,-1 0 0</inkml:trace>
  <inkml:trace contextRef="#ctx0" brushRef="#br0" timeOffset="59203">11042 3252 9643,'-14'8'3708,"2"-2"-3702,12-6 44,3 0 118,4 0-45,6 0-123,7-3-78,8-2-706,5-3-561,18-2-788,0 0 2133,8 0 0,-27 5 0,-10 0 0</inkml:trace>
  <inkml:trace contextRef="#ctx0" brushRef="#br0" timeOffset="59957">11981 2641 8578,'-8'-19'3501,"1"3"-2901,-1 9-298,0 3-150,0 2-141,-3 2 67,-3 0 29,-3 5 16,-13 13-67,4 3 0,-7 11-51,12-5-44,-3 16-50,10-10 33,-1 9-12,12-17-144,1-4-80,2-5-32,0-4-147,4-4 118,4-4 162,6-2-262,4-2-174,4-4-124,1-3 242,1-5 9,-3-4 377,-2 0 123,-4-3 420,-4 1 841,-2-9-477,-3 11-314,-3-5-341,-1 15-336,-2 2 207,1 3 6,-1 6 117,0 2-34,0 7-83,0 2 67,0 3-17,2 0-56,0 1-359,4 0-548,0-1-521,6 1 1428,0-2 0,-4-7 0,-1-4 0</inkml:trace>
  <inkml:trace contextRef="#ctx0" brushRef="#br0" timeOffset="60654">11732 3214 9363,'3'-16'1882,"-1"2"-1877,-1 14 57,-1 1 128,1 6-38,1 3 10,0 9 168,3 19-195,-3-4-6,1 15-17,-2-11-17,-1 0-11,0 1-50,0-3-34,0-2 45,0-5 11,0-6-51,0-7 51,0-6 51,0-5 61,0-4-62,0-1-106,3 0-196,2-7-112,4-5-112,4-9-101,2-7-101,3-6 348,1-2 274,0 1-17,4-5 17,-10 17-11,1 1-45,-9 18 56,-1 2 5,1 2 35,1 4 10,2 4-50,1 6-11,-1 2 11,-1 3 0,-2 1 56,-3 1 50,-2 1 225,0 0-147,-7-1-49,-2-1-62,-7-2 5,0-2-28,0-2-50,1-2-84,0-2-263,0-4-538,-1-3-1294,0-3 2179,2 0 0,6-1 0,3 0 0</inkml:trace>
  <inkml:trace contextRef="#ctx0" brushRef="#br0" timeOffset="61504">12273 2823 9604,'7'-7'2318,"-2"0"-1936,-4 7-298,-1 0 5,3 0 51,-2 3-28,1-1 17,-1 2-78,-1-2-1,0 1-11,0-1-33,0 0 5,0 0 23,0-1-3529,0 1 4827,-2-7-973,1 5 274,-1-7-415,1 7 208,1-1-482,0-2-33,-1-2-97,0-2-32,-1 1-180,1 1-279,-1 1-359,2-1-768,-2 0 1804,2 0 0,-1 2 0,1 1 0</inkml:trace>
  <inkml:trace contextRef="#ctx0" brushRef="#br0" timeOffset="62647">12113 2571 8310,'-1'-10'1714,"2"2"-1406,3 6-112,3 1-34,3-1-33,1 2-67,0-1 44,-1 1-33,0 0-34,-2 0 0,1 0-33,-1 0 44,0-1-44,0 0-6,-1 1-56,-2 0-56,-2 0 218,-2 0-106,-1 4 12,0 3 27,0 4 17,0 1 39,0 2 34,0 0-6,0 2 79,0 9-191,0-5 45,-1 7-23,0-6 12,-2 12 45,1-7 50,-2 11-28,2-10 68,-3 0-57,2 0-22,-2 0-68,1-2 34,1 0-61,0-2 61,2 0 6,-1 9 0,2-8-34,-1 8 45,1-9-22,-1-1 5,1 1-62,-1-2 51,0 0-44,1 0 21,-1 0-27,1-1 33,0-1-5,0 1-29,0-1 46,0 0-12,0-1 11,0-1-50,0 1 6,0-1-6,0 1 0,0 1 5,0 0 7,0 1 32,0 0-10,0 0 0,0 0 5,1 0-39,1 0 5,0 0 68,2-1-67,-1-2 27,0 0 7,1-1-29,-1-1 62,0 1-40,1-2 12,-1 1 0,0-2-40,0 0 1,-1-2 0,-1 0-1,1-2 6,-1 0 34,1-3-6,-1 0 1,0-3-29,-1 0 392,0-2-560,-6 0-705,-2-3-3417,-22-10 4279,9 2 0,-3-3 0,15 8 0</inkml:trace>
  <inkml:trace contextRef="#ctx0" brushRef="#br0" timeOffset="64558">11447 2651 12645,'-3'2'1692,"0"0"-1547,3-2-150,5 1 5,0-1 5,5 2 1,0-2-12,0 1-83,0 0-91,-1-1 74,-2 1 33,-1-1 73,-2 0 23,-1 0 89,-1 0-152,-1 0 169,0 0-129,1 0-179,0 0 185,-7 0 10,-1 0-16,-4 0 12,3 0-12,2 0 5,2 0-5,0 0-5,1 0-1,1 0 0,-1 2 6,1 0 0,-1 2 0,0 1 34,0 0 0,-1 3-29,1 0 40,-2 3-45,1 1 50,0 1-44,0 2 56,1 0-51,1 1 45,0 0 28,1 1-23,-1 0 12,0 1 0,0 1-6,-1 1-11,1 1 17,0 1-28,-1-2 0,2 11 11,-2-7-6,2 8 23,-1-10 0,1 10-68,0-7 62,0 8-11,0-9-50,0 0 39,0 0-12,0 0 12,0 1-39,0 0-1,0 0 29,0-2-34,0 9 0,0-9 6,0 7-6,0-11 0,0 0-6,0-2 6,0 1 0,0-2 0,0 2 0,0-3 0,0 1 6,0-2-6,0-1 5,0 0 6,0-1-11,0 0 0,0-1 0,0 1 7,0 6-7,0-5 0,0 7 5,0-8 46,0 1-46,0-2-5,0-1 0,0 0 0,0-2 0,0 2 56,0-1-56,0 1-5,0 0-46,0 0 51,0-1 0,0-1 6,0-1-6,0-1 0,0 0 5,1 0 1,-1 1-6,1-1 0,0 2-6,-1-2-44,2 1 10,-1-1 40,0-1 11,1-1 24,-2-1-35,2-2 11,-2 1 0,2-2-11,-1 1 0,1-1 56,1 0 0,1 0 101,3 0 39,4 0-107,2 0-89,5 0-16,1 0-640,3-2-901,5-2-1501,0 0 3058,0-3 0,-12 5 0,-5-1 0</inkml:trace>
  <inkml:trace contextRef="#ctx0" brushRef="#br0" timeOffset="72674">14123 2936 12556,'8'-1'3310,"-2"0"-2991,-6 0-929,0 0 643,1 6 23,0 1-11,0 6 17,-1 0-12,0 2 6,0 0-11,0 2 5,1-1 23,-1 2-11,0 1 22,0 2 0,0 2-84,0 2 5,0 4 68,0 2-39,0 5 5,0 3-39,0 3 39,0 2 12,0 0-40,0 0 34,0 0-40,0-4 40,0 0-45,0-4 0,0-2 11,2 6 0,-1-12-5,1 4 44,0-14-50,0-5 62,-1-3-56,0-4 78,0-2-3031,0-2 936,1-2-2951,1-5 4962,2-3 0,-3 2 0,0 1 0</inkml:trace>
  <inkml:trace contextRef="#ctx0" brushRef="#br0" timeOffset="73622">14518 2974 10136,'0'-6'3870,"0"2"-1136,0 4-2734,0 4 5,0 4 46,0 8-7,0 4-44,0 2-308,0 2-425,0 0-517,0 0-2793,0 11 122,3-11 3921,0 5 0,1-20 0,-2-4 0</inkml:trace>
  <inkml:trace contextRef="#ctx0" brushRef="#br0" timeOffset="74286">15148 2912 9839,'7'-4'4128,"-2"2"-3249,-5 2 79,0 0-924,0 2 72,0 4-44,0 5 28,0 5-40,0 2 0,0 0-50,0 2-140,0-2-549,0 0-605,0-2-661,0 1-1501,0-3 3456,0 1 0,0-7 0,0-3 0</inkml:trace>
  <inkml:trace contextRef="#ctx0" brushRef="#br0" timeOffset="75321">14572 3531 14404,'3'9'-73,"-2"1"163,-1 4 5,0 1-11,0 4-11,0 1-34,0 1 6,0 1-40,0-2-5,0-2-50,0-3-275,0-2-386,0-4-353,0-2-376,0-4-666,5-1 2106,2-2 0,-1 0 0,1 0 0</inkml:trace>
  <inkml:trace contextRef="#ctx0" brushRef="#br0" timeOffset="75891">15088 3597 13569,'15'0'168,"2"0"-280,3 0-336,2 0-229,2 0-522,-2 0-644,0 0-1220,-4-1 3063,-3-1 0,-6 1 0,-5-1 0</inkml:trace>
  <inkml:trace contextRef="#ctx0" brushRef="#br0" timeOffset="76241">15268 3451 9660,'0'-11'3993,"0"2"-3830,0 9-320,0 0 157,0 4 140,0 3 50,1 6-38,-1 6-7,1 3-66,-1 4-7,0 1-21,0 2 5,0 0-56,0-1-510,0 0-716,0-3-4583,2 4 5809,-1-12 0,1-1 0,-1-12 0</inkml:trace>
  <inkml:trace contextRef="#ctx0" brushRef="#br0" timeOffset="76939">15507 2877 11133,'0'-3'2806,"0"0"-2537,0 3-124,0 4 135,0 4-5,0 7 22,0 7-45,0 5-106,0 7 50,0 4-62,-2 5-22,0 3-449,-2 3 437,0 3-94,0 2 22,0 1-28,1-17 0,1 1 22,-2 20-22,3-22 0,-1 0 0,2 13 0,0-1 12,0-4-12,0-2 11,0-5 28,0-2-33,0-6-6,0-2-667,0 1 360,0-11-975,0-2-690,1-12 1972,6-2 0,-4-2 0,4 0 0</inkml:trace>
  <inkml:trace contextRef="#ctx0" brushRef="#br0" timeOffset="77295">15809 3307 15160,'8'-3'-129,"2"2"431,4 1-139,4 0-163,6 0-711,16 0-622,-8 0-790,11 0-1451,-16 0 3574,-3 0 0,-11 0 0,-5 0 0</inkml:trace>
  <inkml:trace contextRef="#ctx0" brushRef="#br0" timeOffset="77511">15755 3483 9514,'-6'5'2106,"0"-2"-1893,6-2 78,5-1 90,3 1-78,8-1-62,7 0-241,5 0-359,7 0-1008,12-4-2442,1-3 3809,6-5 0,-26 5 0,-7 1 0</inkml:trace>
  <inkml:trace contextRef="#ctx0" brushRef="#br0" timeOffset="78403">16353 3341 10326,'-7'2'3831,"2"0"-2895,5-2 145,0 0-980,2 0 151,4 0-146,5 0-50,4 0-56,4 0-5,6 0-460,5 0-684,3 0-592,3 0-461,5-3-1444,-4 1 3646,-1-4 0,-18 3 0,-7 1 0</inkml:trace>
  <inkml:trace contextRef="#ctx0" brushRef="#br0" timeOffset="78724">16754 3190 9419,'4'-5'4402,"0"1"-4402,-4 3-291,2 4 291,0 5 84,0 6 11,2 7 12,2 5-68,0 3 17,-1 2-56,1-1-280,-2 1-515,2-2-544,-2 4 1339,2 4 0,-4-15 0,1-1 0</inkml:trace>
  <inkml:trace contextRef="#ctx0" brushRef="#br0" timeOffset="78980">16952 3419 10338,'10'-7'1724,"0"1"-1488,-5 6-146,3-2-90,4 2 0,1-2-39,6 2-57,0-2-464,4 1-482,0-1-795,4-2 1837,-3 0 0,-8 1 0,-7 0 0</inkml:trace>
  <inkml:trace contextRef="#ctx0" brushRef="#br0" timeOffset="79296">17271 3214 10293,'6'-6'3282,"0"0"-3058,-6 6-269,0 0 45,1 7 174,0 4-23,1 10-61,0 4-18,0 4-66,0 3-6,0 0-560,1 0-672,1 0-919,4 0-2419,1-3 4570,3-5 0,-5-12 0,-2-5 0</inkml:trace>
  <inkml:trace contextRef="#ctx0" brushRef="#br0" timeOffset="79637">17609 3305 13077,'12'-2'-96,"3"2"96,5 2-610,6-1-835,11 0-1407,0-1 2852,4 0 0,-19 0 0,-7 0 0</inkml:trace>
  <inkml:trace contextRef="#ctx0" brushRef="#br0" timeOffset="79851">17583 3481 9089,'-5'6'1954,"0"-2"-1355,11-4-341,3 0-241,9 0-17,7 0-291,6 0-1221,14-3-2191,-1-3 3599,7-3 1,-25 2 0,-6 2 0</inkml:trace>
  <inkml:trace contextRef="#ctx0" brushRef="#br0" timeOffset="80097">17952 3407 10366,'9'2'-73,"4"0"-862,11-2-690,3-1 1625,4-2 0,-15 2 0,-3-2 0</inkml:trace>
  <inkml:trace contextRef="#ctx0" brushRef="#br0" timeOffset="80577">18111 3309 10002,'3'-5'3355,"1"2"-2829,3 1-397,3 0-96,4 0-27,3 2 33,4 0-39,2 0-101,2 1 51,-1 6-96,-1 3-626,-1 13 402,-9-4-6,-3 7 68,-8-4 185,-9 1 117,-5 3 12,-9 0-6,-2 2 6,-2-3-1,2 0 74,3-3 94,3-4 91,7-3-102,3-6 34,4-2 34,1-3-23,2-2 163,3-2 190,22 0-560,5 0-958,23-2-666,14-3 1624,-16-1 0,-2 0 0,9-1 0,7-1 0</inkml:trace>
  <inkml:trace contextRef="#ctx0" brushRef="#br0" timeOffset="80855">18562 3391 10926,'-5'-1'2761,"2"0"-2363,12-2-398,2 1 0,11 0-112,5 1-1529,19 1 223,-4 0-1373,12 0 2791,-17-1 0,-17 1 0,-8-1 0</inkml:trace>
  <inkml:trace contextRef="#ctx0" brushRef="#br0" timeOffset="81097">18484 3491 7901,'-10'6'2862,"2"-2"-2251,8-4 554,10 0-661,4 0-342,13 0-22,3 0-140,7-3-571,1 0-415,2-4-784,2-1-1820,-5 0 3590,-3-1 0,-17 5 0,-7 0 0</inkml:trace>
  <inkml:trace contextRef="#ctx0" brushRef="#br0" timeOffset="81365">18614 3317 9834,'0'-6'2834,"0"2"-2845,0 4 11,0 6 84,0 4-6,1 8-72,2 6 33,1 4-39,2 3-566,-1 2-1098,3 6-1265,0-4 2929,3 0 0,-5-17 0,-2-7 0</inkml:trace>
  <inkml:trace contextRef="#ctx0" brushRef="#br0" timeOffset="81784">19033 3279 10276,'0'-14'1613,"-2"3"-1412,-3 13-21,-3 5-51,-5 6 11,0 7-62,-3 6 6,2 3-84,-1 4-61,3 2 61,3 0 0,5-1-6,3-4 12,1-3-12,6-6 12,4-6 50,23-6-51,-6-5 12,13-8-17,-14-5 0,3-22-89,-12 3 89,-3-15 106,-10 8 17,-4-1-123,-2 1-45,-4 4-263,-2 5-835,-4 5 1143,-3 0 0,8 10 0,-1 0 0</inkml:trace>
  <inkml:trace contextRef="#ctx0" brushRef="#br0" timeOffset="86147">19646 3335 11194,'-1'3'3383,"0"0"-2335,1-3-1025,3 0-23,6 0 229,7 0-16,45 0-403,-19 0-217,-5 0 1,0 0-1162,6-2-1199,5 1 2767,14-2 0,-28 2 0,1 0 0</inkml:trace>
  <inkml:trace contextRef="#ctx0" brushRef="#br0" timeOffset="86397">19690 3529 10366,'18'1'364,"4"0"-359,7-1-5,7-2-185,3 0-307,3-3-488,2 0 980,10-2 0,-25 4 0,1-1 0</inkml:trace>
  <inkml:trace contextRef="#ctx0" brushRef="#br0" timeOffset="86754">20025 3285 9559,'0'-12'1299,"0"4"-1399,3 8 100,3 0 89,6 1-50,6 4 34,6 4-62,5 5 1,4 1 44,2 2-17,0 0-39,-4 0-39,-3 1-79,-7-2 12,-7 2 66,-7 0 505,-9 13-207,-9-4-113,-10 11-66,-9-8-79,-4 1-639,-11 9-1046,3-3 1685,-2 3 0,20-18 0,9-8 0</inkml:trace>
  <inkml:trace contextRef="#ctx0" brushRef="#br0" timeOffset="88274">20763 3279 11670,'0'-7'2695,"0"1"-2695,0 6-308,0 0 308,0 9 50,0 1-39,0 12 51,0 4-62,0 6 5,0 1-5,0 2-89,0-3-146,0-1-57,3-5-44,1-3 62,4-8-140,10-5 279,-1-6-151,11-5 17,-3-8-890,14-18 795,-11-1 364,6-13 196,-15 6 140,-4 0 280,-4 0 162,-4 3-71,-4 8-271,-2 7-212,-1 8-224,0 5-487,0 4 487,0 4 0,-1 4 67,-3 6-67,-2 5-95,-2 15-106,5-7-29,-1 9-191,4-13-368,7 0 251,2-10 269,5-2 141,2-9-169,1-2-134,1-5 27,0-4 24,-1-6 351,-2-3 29,-2-1 443,-3 0 201,-3 1-106,-2 3-449,-2 5-89,-2 6-364,0 2 364,-1 12 112,0 28-112,0-9 0,0 17 6,0-27-1,0-3 35,0-6 55,0-5 168,0-3-168,0-1-436,16-15 44,-3 1-6,14-16 79,-6 4 381,6-13 123,-8 13 84,2-5-117,-13 20-247,-3 4-118,-2 4-78,-1 2 190,0 0 12,2 1 33,0 3-39,3 4-89,3 13 89,-3-2-6,0 11 12,-5-4-1,-1 0 34,-1 1-27,0 6-12,0-10-62,0 2 6,0-15-134,0-1 55,0-3-78,0-2-173,1-2-550,4-2-626,1 0 1562,4-2 0,-4 1 0,-2-2 0</inkml:trace>
  <inkml:trace contextRef="#ctx0" brushRef="#br0" timeOffset="88565">21480 3138 11441,'0'-3'2341,"0"0"-3657,0 3 554,4 0-3954,0 18 4716,1-7 0,-2 8 0,-3-13 0</inkml:trace>
  <inkml:trace contextRef="#ctx0" brushRef="#br0" timeOffset="88771">21470 3335 8595,'-4'19'1989,"0"2"-1726,2-1-190,0 3-73,0 3-17,0 1-347,-1 2-381,1 0-499,1 4-777,1-2 2021,0-2 0,0-13 0,0-7 0</inkml:trace>
  <inkml:trace contextRef="#ctx0" brushRef="#br0" timeOffset="89287">21745 3365 9156,'5'-20'3024,"-2"6"-2968,-5 12-50,-4 2 27,-6 4-15,-6 6-13,-3 8 6,-2 6 51,0 2-62,2 2-56,5 0-107,4-2 163,5-2 0,3-4-6,3-4-50,1-4 56,0-5 203,4-3-203,4-3-191,5-1-140,4-3-470,7-11 801,-5-2 23,1-9 307,-10 5 208,-4 1 84,-2 3-331,-2 3-291,-1 7-218,-1 2 39,0 4 313,0 12 124,-2 2-57,-2 16 12,-2 4-28,-3 9-40,-1 7-27,0 9-82,2-12 1,0 2-912,3-12 1,0 1 874,-1 11 0,0-1-972,1 13 322,2-9-2458,3 0-51,6-21 3159,2-6 0,0-19 0,-3-5 0</inkml:trace>
  <inkml:trace contextRef="#ctx0" brushRef="#br0" timeOffset="89505">21917 3666 15816,'4'0'-735,"-1"3"-799,-1 2-1261,0 6-1602,1 0 4397,-1-1 0,0-5 0,-2-2 0</inkml:trace>
  <inkml:trace contextRef="#ctx0" brushRef="#br0" timeOffset="90183">22611 3441 10220,'-12'-15'2140,"0"5"-2095,-14 7-34,1 3 67,-3 6-67,0 4-11,-1 7 79,2 3 33,1 0-67,4 1-45,4-3-180,1 8 113,8-8 11,0 6 17,8-8-11,1-1-29,3-2 6,5 0-6,4 0 79,5 0 6,1 0 28,-2 0-34,-3-3-51,-3 0-27,-4-3 27,-3 0-55,-2-2 106,-1 0 202,-5-1-29,-3 1-60,-8-1-57,-4 1-56,-4-1-331,-2-1-571,2-1-677,2-1 1579,2-1 0,10 0 0,2 0 0</inkml:trace>
  <inkml:trace contextRef="#ctx0" brushRef="#br0" timeOffset="90543">22733 3569 10410,'4'-11'2549,"-2"2"-2549,-2 8-50,-5 0 44,-3 3-33,-6 6 39,-2 3 0,0 8-51,1 1 1,2 2-23,4-1 68,3-2 5,3-1 72,2-2 24,2-3 83,6-3 174,3-4 123,7-3-196,4-2-118,1-2-44,2-6-236,8-8-386,-10-3-213,2-5 62,-12 4-443,-6 0-918,-2-2 2016,-3 1 0,-1 7 0,0 4 0</inkml:trace>
  <inkml:trace contextRef="#ctx0" brushRef="#br0" timeOffset="91385">22984 3216 10539,'3'-2'2241,"0"6"-1681,-3 7-23,-4 28-464,-2-1 0,-4 20-23,-2-9-30,3-13 0,1 0 13,-5 20-219,6-20 0,0-2-5,2 10-234,3-7-186,1-5 85,1-7-107,2-9 78,2-6 96,6-6-359,2-3 227,3-8-305,1-4 146,0-10 750,2-3 235,-1-5 257,0-2 292,0-1 656,2-8-560,-7 15-130,0-2-156,-7 18-84,-3 2-96,1 5-218,-3 0-717,1 2 359,-1 6 162,0 4 6,0 10 61,-1 5-28,-2 6-39,1 1 0,-2-1-84,3-3-78,0-5-23,1-5-34,0-7-56,2-5 264,3-4-174,4-2-218,13-15 39,-4 0 364,9-13 62,-9 3 358,-1 2 190,-4 2-49,-3 7-231,-3 4-167,-4 6-163,-1 2-392,-2 2 448,0 9 44,0 2-21,-1 10-68,-1 1 79,-1 4-29,-1 1-22,2 0 40,0-3-79,0-2-325,1-4-516,1-5-743,10-6 736,15-4 0,-10-3 0,8-1 0</inkml:trace>
  <inkml:trace contextRef="#ctx0" brushRef="#br0" timeOffset="91701">23427 3756 12102,'8'1'2755,"-2"0"-2486,-6 1-123,0 2 27,0 0 46,0 3-56,0 0 16,0 2-95,1-2-84,0 2-174,2-3-1019,-1 0-985,3-3-2332,-2-1 4510,2-2 0,-3 0 0,0 0 0</inkml:trace>
  <inkml:trace contextRef="#ctx0" brushRef="#br0" timeOffset="98930">4349 5410 18128,'3'-3'180,"0"0"44,12 2-146,-1 1-28,9-1-16,-3 1-28,2 0-68,19 0-520,-4 0-298,14-1-441,-8-2-2432,22-4-364,-11 1 1053,11-1 3064,-26 2 0,-19 4 0,-8-1 0</inkml:trace>
  <inkml:trace contextRef="#ctx0" brushRef="#br0" timeOffset="99200">4515 5561 7083,'-22'12'3193,"4"-2"-2174,14-8-302,2-1-156,0 1 1208,2-2-1640,21 1 157,-3-1-286,23-2-56,-5-2-2302,25-7-1470,-5-2 1868,-21 4 0,-2 0 1960,18-8 0,-24 9 0,-9 0 0</inkml:trace>
  <inkml:trace contextRef="#ctx0" brushRef="#br0" timeOffset="99589">4852 5258 11570,'0'-7'2705,"0"2"-2543,0 5-425,0 0 336,9 2-23,2 4 23,12 6-67,2 5 5,4 2 28,3 2 12,2-1 5,0 1-51,-1-2-5,-4-1 0,-5-3-89,-6 0-96,-6-3 22,-7 2 163,-2 1 124,-3 2 184,-5 4-23,-5 4-117,-7 3-106,-6 3-62,-3 1-45,-2 1-565,1-3-1026,1 2-1797,5-6 3433,5-3 0,8-11 0,4-5 0</inkml:trace>
  <inkml:trace contextRef="#ctx0" brushRef="#br0" timeOffset="102418">6811 5180 8909,'2'-14'2717,"-2"1"-2169,-4 7-110,-2-1-130,-3 1 610,-17 0-845,9 3-17,-24-1-17,19 9-39,-8 0 0,7 7-5,1 1-1,-1 3-44,-5 8 44,9-7-84,-2 5-94,13-9-124,3 2 302,3-3-5,1 4 11,4-4 5,4 1 74,7 3 38,17 9-61,-2-4 40,14 7-85,-7-8 50,0 0-27,1 0-34,-5-1 0,-4 1-6,-6-2-66,-6-1 10,-5-1 56,-6 4 23,-2-5 241,-3 4-23,-6-5 101,-11 5-190,-3-5-90,-11 4 50,4-10-106,-4-3-17,0-2-705,0-3-684,-3-4-1372,6-2 2778,-1-5 0,15 4 0,4 1 0</inkml:trace>
  <inkml:trace contextRef="#ctx0" brushRef="#br0" timeOffset="103894">7755 5268 7207,'-24'0'2123,"1"2"-1619,8 2-135,1 2 102,2 0-40,3-2-95,1 1-45,4-3-33,0 0-79,3-1-118,0 0-301,1 0 10,0 1 230,0 1 0,1 0 62,4 3-1,2 1-10,6 2 55,3 3-61,3 0 11,3 3 5,1 1-21,-2 1-1,-1 1-39,-4 0-39,-5-1-1,-4-1-21,-4-2 61,-2-1 140,-4-1 17,-5 0-11,-6-2-107,-6 0-257,-24-2-293,19-4-233,-15-2-544,29-8-488,2-2 1776,6-3 0,2 5 0,1 1 0</inkml:trace>
  <inkml:trace contextRef="#ctx0" brushRef="#br0" timeOffset="104234">7983 5276 7979,'6'-14'5478,"-2"4"-4990,-4 7-477,0 2-11,0 8 218,0 4 426,1 26-364,-1-2-140,2 20-50,-1-8-34,2 4-23,-1 2 23,1 0-302,0-4 246,0-5-56,1-7-303,0-5-262,0-7-175,1-6-374,0-6-270,5-6-531,0-5 1971,3-2 0,-6 0 0,-1 0 0</inkml:trace>
  <inkml:trace contextRef="#ctx0" brushRef="#br0" timeOffset="104621">8170 5296 9895,'0'-11'3557,"0"3"-3557,0 7 0,1 1-157,1 0-22,2 0 179,4 0 336,11 0-263,-2 0-73,9 0-6,-7 1-296,-1 2-113,0 3 102,-3 3-7,-2 0-5,-4 2 90,-3 0 140,-4 3 223,-4 7 12,-7-1 6,-7 5-12,-6-5-27,-3-1-40,-3 0-10,-16 6-304,11-6-252,-11 3-442,20-10-2430,1-1 3371,12-4 0,2-1 0,9-5 0</inkml:trace>
  <inkml:trace contextRef="#ctx0" brushRef="#br0" timeOffset="105652">8414 5346 9862,'5'-8'2481,"-2"3"-2481,-3 4-96,0 1 96,-5 4 11,-3 5 46,-5 6-18,-2 5 45,-1 3 28,1 3-112,0 0-17,4 2-67,3-3-50,3 5 5,3-12 28,3-1 95,6-12-100,7-4-241,6-8-202,4-2-308,0-10-168,1-3 481,-2-2 544,-3-1 427,-3-11 256,-7 8-28,-2-6 84,-8 17-324,0 4-415,0 6-191,0 4 135,0 2 163,0 10 10,0-1-72,0 10 17,0-5-23,0 1-34,2-3-5,2-1 6,4-2 28,5-3-34,3-3-12,6-2-296,3-2 34,1-5-96,-1-3 202,-3-3 112,-5 1 56,-5 2 353,-4 1 34,-5 3-522,-1 2-83,-2 2 218,0 10 157,0 1-68,0 10 40,0-1-45,0 0-11,0-1-68,0-2 79,0-3-78,0-3 39,0-4-45,2-3 5,2-1-44,3-2-67,4-4-314,3-5-835,11-18 1031,-5 4 224,5-9 129,-11 13 34,-4 4-163,-4 6-107,-3 5 12,-2 3 241,-1 11-57,0 0 1,0 18-85,0-10 35,0 4-40,0-11-56,0-5 56,2-2 44,3-2-44,4-2-218,5-5-168,3-4-108,2-5 494,1-2 39,-2 2 544,-4 1-168,-4 5-410,-4 3 68,-4 4 174,-1 1 206,-1 11-139,0 1-124,0 11-100,0 1-17,0 11-185,0-6-493,0 5-661,0-9-650,0-3 1916,3-4 0,-1-8 0,1-4 0</inkml:trace>
  <inkml:trace contextRef="#ctx0" brushRef="#br0" timeOffset="106102">9210 5280 7671,'-2'-5'1176,"-1"2"-1058,0 3 45,-2 0-113,-1 4-50,0 3 6,-2 3 0,2 2-6,0-1 39,0 1-39,3 1-247,-2 4 118,4-2 129,-1 2 17,2-5 129,4 6-96,3-5-5,4 5 6,2-5-51,-1 1 5,1 0 34,-2 0 141,-1 0 21,-3-2 79,-1-1 118,-4-1-12,0-3 17,-2-1 174,0-1-67,-6-1-258,-4 0-140,-8 0-112,-3-1-2011,-17-1-1388,9-8 3399,-8-3 0,24 1 0,5-1 0</inkml:trace>
  <inkml:trace contextRef="#ctx0" brushRef="#br0" timeOffset="107203">9982 5139 7884,'0'-6'3781,"0"0"-2896,0 6 1568,0 0-2453,0 7 118,0 4-6,0 10-28,0 8-23,0 5-16,0 3 11,0 2-22,0-1-34,0 0-124,0-2-497,0-3-606,0-2-324,0-3-505,3-4-268,1-6 2324,4-5 0,-5-7 0,1-3 0</inkml:trace>
  <inkml:trace contextRef="#ctx0" brushRef="#br0" timeOffset="107511">10166 5063 10517,'3'-12'2750,"-2"3"-2750,-1 8-45,1 1 34,1 3 11,1 7 67,1 10-5,0 11 11,0 9-15,-2-5 1,-1 2-53,0 23 27,-1-20 1,0 1-34,0 16-6,0-1-391,0-4-1261,0 7 353,0-20-516,-1 0 1821,1-26 0,-1-7 0,1-4 0</inkml:trace>
  <inkml:trace contextRef="#ctx0" brushRef="#br0" timeOffset="108093">10062 4973 10746,'-2'-14'2835,"0"1"-2835,2 8-236,3-2 197,5 0 39,8-2 23,7 0 61,7-1-79,3 2-5,2 1-145,-2 4-35,-3 1 46,-3 6-62,-4 6-22,-4 8 94,-5 7 12,-6 3 28,-4 5 84,-4 1 68,-8 3 38,-5-1 0,-8 0-10,-4-3-18,0-4 96,0-3-29,4-5-33,2-4-28,5-6 45,1-3 145,4-4 85,0-2-130,1-1-117,-1-1-22,1 0-84,-1-1-1,2 0 1,2-1-6,1 1-28,3 0-818,0 1 846,7 0 291,3 1 1,8 5-130,7 4-56,5 8 74,27 13-1341,-10-3 1161,-14-9 0,0-1-284,14 9-1093,12 6 261,-16-9-541,3 0-1362,-24-13 3019,-8-7 0,-6-1 0,-5-3 0</inkml:trace>
  <inkml:trace contextRef="#ctx0" brushRef="#br0" timeOffset="108721">10483 4781 8091,'10'-23'3904,"-3"5"-2962,-6 17 38,0 0-1036,1 1 56,3 0 11,1 5 45,5 0-17,0 6-22,11 7-73,-6-4-280,5 6-168,-9-4 67,-4 0 50,-4 0 320,-3 1 67,-1-1 112,-3 1-61,-3-2 16,-3-1 123,-1-2 96,0-1 61,2-3-95,0-1-22,3-2-107,1-1-28,2-2-100,1 1 5,1-2 16,4 1 63,5 0-79,7 1-275,10-1-1271,14 0-2246,5-1 3792,7-1 0,-24 0 0,-7 0 0</inkml:trace>
  <inkml:trace contextRef="#ctx0" brushRef="#br0" timeOffset="114079">12241 5296 8797,'11'0'919,"-2"0"-919,-8 0 6,1 2 83,1 2 18,1 3 273,1 6-27,-2-2-28,0 4-17,-2-6-34,-1 2 6,0-1-44,0 4-57,0 0-55,0 3-85,-3 0 34,-2 0-6,-4 0-6,0-2-16,-3 0 28,0-1 5,-4-2-10,0 1-7,-3-3-27,0-1 50,-1-3-39,1-2 27,0-2 74,-6-6-40,7-5-106,-2-10-218,10-7-140,3-9 240,3-6-112,4-6 180,0-2 50,1 1 90,2 2-85,3 4 180,-1-4-79,-1 14-27,-2-3 22,-1 17 184,-1 0-229,0 8-17,-3-1-39,-1 7-11,-3 2 0,-2 1-28,0 1 0,-3 0 39,0 4 5,-3 1 6,0 5 1,0 1-7,2 2 1,0 1-1,2 1-5,1 2 0,2 1-84,2 1 79,2 2-34,2 1 39,1 1 39,1 1 0,1-2 17,5 1-6,3-1-16,7 1 0,4 0 10,3 3 7,5-1-51,2 4 45,4-2-40,2 3 62,2-1-67,0 2 62,-1-3-62,-4 0-73,-3-5-95,-7-1-190,-5-6-281,-5-2-789,3-4-1339,-3-3 2767,4-3 0,-8-2 0,-2-2 0</inkml:trace>
  <inkml:trace contextRef="#ctx0" brushRef="#br0" timeOffset="115985">13680 5039 9038,'2'-24'2520,"-6"2"-1993,-2 9-280,-7 0-130,0 4-111,-2 2-6,-3 4 45,-5 2 44,-19 3-49,8 4 21,-14 3-16,15 5 11,1 2-56,2 1 45,2 2-45,4 0-39,4 1-17,4 0-84,4 1 61,4 0 12,4 2 67,2 1 6,2-1 27,6 1-27,3-2-1,9 0 1,5 0 44,6-2-10,4 1-35,4-1 51,0 0-17,1-1-27,-4 1-12,-4-2 0,-5 0-34,-6 5 40,-8-8 128,-4 4 34,-6-9 50,-1-1 68,0 1 0,-6 1-34,-3 2-90,-10-1-33,-3-1-34,-4-1-17,-3-3-78,-4-3-565,-2-2-589,-4-2-946,-5-9-2241,1-1 4341,2-9 0,19 10 0,7 1 0</inkml:trace>
  <inkml:trace contextRef="#ctx0" brushRef="#br0" timeOffset="116541">14380 5234 11250,'3'0'2487,"0"0"-2487,-3 0 34,0 4-17,0 5 39,1 8 11,0 5 6,0 6-73,1 2-39,-1 2-561,1-2-487,0-1 1087,10 13 0,-9-23 0,8 7 0</inkml:trace>
  <inkml:trace contextRef="#ctx0" brushRef="#br0" timeOffset="116925">14649 5210 8321,'-9'-8'1977,"2"2"-1797,2 4-130,-3 2-50,1 0 0,-1 0-6,3 1 1,1 2-135,0 3-51,2 1-16,1 1 207,1 2 45,0 2 78,5 11-117,0-3 61,5 7-28,-2-6-22,0 8 33,-4-9-44,0 6 56,-4-13 55,0-1 79,-2-4-39,-5-1-157,-4-3-45,-8-2-756,-10-1-1260,-1-6 2061,-6-5 0,18 2 0,3-1 0</inkml:trace>
  <inkml:trace contextRef="#ctx0" brushRef="#br0" timeOffset="117140">14384 4987 11514,'3'-3'3696,"-1"0"-3074,0 3-364,-1 0-258,2 0-106,1 0-365,2 0-638,4 0-918,7 0-1391,3 3 3418,6 1 0,-12-1 0,-4 1 0</inkml:trace>
  <inkml:trace contextRef="#ctx0" brushRef="#br0" timeOffset="118341">15627 5043 13698,'0'21'213,"0"4"-84,0 21 0,0 5-90,-2 4-6,1-1 1,-1-2-28,-3-12 50,-1 9-129,2-18 34,1 3 39,2-20 39,1-7 34,0-3 50,0-2 610,0-2-609,6 0 32,13 0-156,2 0 40,9-1-40,-6 0-112,11 0-224,-9 1-471,7 0-520,-10-1 1327,24-6 0,-28 5 0,15-5 0</inkml:trace>
  <inkml:trace contextRef="#ctx0" brushRef="#br0" timeOffset="118564">15998 5416 9430,'3'-2'2218,"1"0"-2162,-2 2 123,3 6-162,0 1-17,2 6-745,0 0-963,4-1-2005,1 0 3713,4-4 0,-8-4 0,-2-3 0</inkml:trace>
  <inkml:trace contextRef="#ctx0" brushRef="#br0" timeOffset="119174">16272 5043 9346,'14'-2'1899,"1"0"-1720,2 2-117,4 0 10,4 0-4,1 0-68,0 0 0,-2 0-213,-4 0-650,2 0 197,-10 0-191,0 0-224,-10 0 39,-4 0 969,-5 0 17,-4 2 56,-4-1 157,0 3 185,3-2 122,-1 2-178,6-1-51,1 1 208,3 1 45,1 1-63,0 2-27,0 3 27,0 3-122,0 4-6,0 5-40,-1 5-134,1 5-61,-1 4-17,1 3 0,0-1-6,0 3 17,-1 17-1612,1-14 968,-1 12-477,-1-22 293,1-3-41,-4-4-145,1-4 141,-4-4-280,0-4 1097,0-4 0,4-6 0,2-2 0</inkml:trace>
  <inkml:trace contextRef="#ctx0" brushRef="#br0" timeOffset="119406">16278 5705 7576,'-12'0'2095,"1"0"-1456,3 0-180,3 0-22,1 0-34,3 0 2095,0 0-2022,8-1-28,3 1-174,11-3-139,6 1-40,7-2-44,8-1-51,6 0-661,4-2-1131,9-1-1614,-1-1 3406,0-2 0,-28 5 0,-11 1 0</inkml:trace>
  <inkml:trace contextRef="#ctx0" brushRef="#br0" timeOffset="119866">16858 5529 13513,'8'-1'2835,"-1"1"-2359,-7 1-426,2 0-50,-2 0-45,2 1 45,0 1 62,1 2 50,4 4-51,-3-2-21,4 2-35,-5-5 74,1-1-40,-2-1 45,-1-1-1327,0 0-528,1-4-2485,-1-4 4256,2-4 0,-2 3 0,0 0 0</inkml:trace>
  <inkml:trace contextRef="#ctx0" brushRef="#br0" timeOffset="122826">5786 4951 10270,'2'-2'2045,"0"0"-2247,-2 2 331,1 4 62,-1 2-1,2 5-33,-1 4 11,1 2-23,1 3-44,0 3-95,2 0-6,0 2-247,2-1-515,-1-2-537,1-2-3579,5 3 4878,-4-10 0,1 0 0,-6-11 0</inkml:trace>
  <inkml:trace contextRef="#ctx0" brushRef="#br0" timeOffset="123409">5810 4831 8455,'-13'-8'3395,"2"3"-3054,3 4-195,1 1-78,-1 0 27,-1 0 162,-7 9-122,2 2 66,-5 10-33,5-1 6,-1 3-118,2 3 39,-2 17-44,5-6-35,2 11-10,5-12 0,2 15-6,3-14 0,4 8 5,5-19 46,5-4-40,1-4 90,6-3-12,2-3-27,3-4-12,5-3 107,0-3-51,3-5-10,1-5 10,-1-6 0,0-6 6,-6-4-39,-2-2 67,-8-2 247,-4-21-298,-9 8 18,-2-18 33,-8 14-33,-3 0 195,-5 3-89,-2 4-73,-3 7-95,2 6-12,-1 6-33,1 3-1036,-4 0-611,4 4-493,-11-1-2021,5 4 4161,-5 0 0,12 5 0,3 0 0</inkml:trace>
  <inkml:trace contextRef="#ctx0" brushRef="#br0" timeOffset="125015">12670 4726 12174,'1'6'2347,"0"-2"-2240,-1-4-18,3 0-89,3 0 68,7 0 38,17 6-72,-1 0-34,11 4 0,-11 0-140,-4 0-544,0 4 108,-13-3-12,-1 4 588,-14-3 16,-8 4 40,-6 2 12,-10 3-63,-4 1 1,-2 0 27,2-2-33,3 0 0,4-4 0,4-1 40,5-3-40,3-3 39,4-1 0,4-5-5,1 0 16,3-3 112,6 0 51,17 0-213,5 0-218,15-1-337,-2-2-319,2-2-263,4-1-408,1-4-1509,-3 2 3054,-3-3 0,-20 5 0,-9 2 0</inkml:trace>
  <inkml:trace contextRef="#ctx0" brushRef="#br0" timeOffset="125728">12919 4638 8914,'-16'-19'3165,"2"2"-2464,3 9 150,-7-1-655,3 4-28,-6-1-106,3 5-23,-3 0-34,0 1 51,-2 2-50,-1 4 56,-1 3-23,-1 7-34,0 1 79,0 6-5,0 0 22,0 3-68,1 1 34,-10 14-67,12-9 0,-6 12-5,15-14-34,2 2 33,4-2 6,2 0 0,1-1-11,1-3 5,3 0 1,0-2-29,1-1-5,0 0 39,3-1 5,4 1 40,5-1-39,5 0-6,4 0-28,3-1 11,2-1-95,4-2 6,3-3-18,1-3-4,20-4-29,-13-4-6,14-2 124,-18-3 39,1-5 45,-1-3 50,13-17-106,-15 6 11,8-12-6,-20 5 6,3-24-1262,-8 7 1167,-1-21-62,-10 13 157,-4-1-672,-2 2 947,-1 5-96,-3 8-106,-4 7-73,-3 8-95,-3 7-561,-2 4-940,-11 4-314,-3 2 1910,-11 1 0,18 3 0,5 0 0</inkml:trace>
  <inkml:trace contextRef="#ctx0" brushRef="#br0" timeOffset="126815">5115 7692 12847,'-13'16'2991,"4"-4"-1949,9-12-516,0 0-492,11-3-34,7-3 0,20-3-51,10-2-285,13 2-165,-28 4 0,1 0-197,1 2 1,0 0-684,4 0 0,1 0-263,-5 1 0,1 1 1490,0 0 1,-3 0 0,3 0 0,-13 1 0</inkml:trace>
  <inkml:trace contextRef="#ctx0" brushRef="#br0" timeOffset="127025">5195 7897 10108,'-15'6'2167,"4"0"-1729,11-6-220,0 0-39,6 0 135,4 0-107,12 0-89,9-2-118,10-4-219,9-3-800,8-4 44,-22 4 1,0 0-1200,0 1 0,-1-1 2174,3 0 0,-3-1 0,3 1 0,-13 1 0</inkml:trace>
  <inkml:trace contextRef="#ctx0" brushRef="#br0" timeOffset="127354">5600 7552 10634,'-5'-19'3036,"2"5"-2862,3 12-174,0 2 0,3-1 5,7 2 51,9 6-44,10 4-7,8 8 68,4 4-73,2 3 11,-1 2 25,-15-6 1,-1 1-925,8 12 647,0 12-584,-24-15 825,-6 0 50,-13-1 45,-9 1 0,-14 0-95,-10-1-414,-8 0-600,-7 1-1069,2-4 1915,2-1 1,26-13 0,9-5 0</inkml:trace>
  <inkml:trace contextRef="#ctx0" brushRef="#br0" timeOffset="127986">7450 7472 9733,'-43'-17'2996,"6"5"-2699,-3 10-118,8 5-22,0 6-84,1 5 95,1 8-22,4 4-74,3 2-72,4 1-50,7 2 16,5 0 34,4 1 56,10 1-5,9 0 22,12 0 89,12 0-101,-5-11 1,2-1-1672,21 11 1612,-19-12 1,-2-1-3,9 4-123,-2 4-112,-21-9 235,-4 2 28,-19-8 297,-14 0-17,-9 1-202,-17 2 1577,-10-1-1632,-8 0-51,-4-2-611,-2-3-665,0-3-2564,9-4 3840,10-2 0,22 0 0,10 0 0</inkml:trace>
  <inkml:trace contextRef="#ctx0" brushRef="#br0" timeOffset="128520">8386 7714 11110,'2'-4'2543,"0"0"-2408,-2 4-298,2 4 163,0 6 51,2 10-12,1 9 11,-1 7-50,2 4-218,-2 1-493,1-1-690,-1-2-811,3-2 2212,0-5 0,-1-14 0,-2-6 0</inkml:trace>
  <inkml:trace contextRef="#ctx0" brushRef="#br0" timeOffset="128901">8685 7646 9016,'2'-15'2498,"0"2"-2498,-3 12-6,-4 0 6,-3 4 0,-7 4 0,-2 4-6,-2 5-50,1 1 6,3 1-174,5-1-123,5-2 308,4-1 39,1-3 100,6 1 24,4-1-63,9 2 34,3 0-89,8 9 39,-9-6-45,2 5-39,-14-8 106,-5 1 95,-4-4-145,-9 2-17,-7-6-622,-18-3-873,-3-1 1495,-8-2 0,20 0 0,7 0 0</inkml:trace>
  <inkml:trace contextRef="#ctx0" brushRef="#br0" timeOffset="129099">8486 7427 12388,'2'-12'3130,"-1"2"-2933,0 10-197,1 0-555,0 0-828,0 0-40,5 0-801,7 8-2094,4 0 4318,4 8 0,-9-8 0,-4-1 0</inkml:trace>
  <inkml:trace contextRef="#ctx0" brushRef="#br0" timeOffset="129779">9553 7660 9089,'-18'-3'1047,"-1"0"-717,6 10 34,-4 5-78,0 9 61,-1 6-112,1 2-162,3 4-73,4-1 6,5-2-6,3-5 0,2-5 56,0-6 50,7-6 174,3-4 6,8-3-73,4-6-213,2-4-73,-1-7 62,0-5-67,-5-3 78,-3-2 341,-5 1 281,-3 2 39,-4 4-532,-1 7-129,-2 5-325,0 5 325,1 12 185,0 3-79,3 11-39,2 1-67,3-1 0,5 0-599,5-3-1082,16-6-3410,6-4 5091,11-7 0,-24-2 0,-5-2 0</inkml:trace>
  <inkml:trace contextRef="#ctx0" brushRef="#br0" timeOffset="130509">10335 7305 11794,'-1'-14'3142,"0"3"-2789,1 10-695,0 2 342,0 9 6,1 10 72,3 16-72,2 13 5,1 8-11,-2 8-606,-2 0 611,-1-1-5,-2-5 67,0-6-61,0-8-6,0-10-39,0-9-51,0-8-67,0-9 113,1-4 577,1-4-2213,10-19 1070,0-1-349,10-20-194,-1 1 425,11-16-394,-7 17 965,7-3 63,-13 27 99,-1 7 1,-2 3 72,5 15 40,-7 0 5,2 12 906,-10-1-861,-4 0 118,-1 0 119,-1 0-41,-1-2-89,-5-1 139,-6-3-139,-6-3-225,-7-3-756,-23-3-934,10-4 1640,-15-2 0,32-2 0,7 0 0</inkml:trace>
  <inkml:trace contextRef="#ctx0" brushRef="#br0" timeOffset="130987">10790 7564 9162,'-4'-11'1450,"-5"2"-1260,-5 11-10,-6 7 21,-2 6 68,-1 12-45,0 3-101,2 5-106,2 15-135,9-14 113,1 7 5,8-23-56,10-3 0,3-10-213,10-1-246,3-10-370,2-6-118,0-5 275,-3-8 543,-4-1 185,-6-2 370,-5 0 398,-4 1 161,-3 3-55,-1 6-874,-1 5-17,0 6 56,0 3 213,0 12-50,0 0 50,0 22-191,0-8-61,2 10-72,2-8-578,4 0-722,8 2 1372,15 4 0,-14-14 0,5-1 0</inkml:trace>
  <inkml:trace contextRef="#ctx0" brushRef="#br0" timeOffset="131360">11173 7510 8970,'-7'-6'477,"2"2"-331,1 8-1,0 3-38,0 7-12,0 2-56,2 1-39,2 0-28,0 1 28,0-1 51,0 2-1,-1-1 84,0 11-50,-1-8-22,0 7 61,0-11-89,-1-2-29,0-3 40,0-4 45,-1-1 78,-4-2-11,-4 0-73,-7-1-84,-7-2 0,-6 0-432,-4-2-766,-1-1-2112,3-6 3310,6-3 0,14 3 0,6 0 0</inkml:trace>
  <inkml:trace contextRef="#ctx0" brushRef="#br0" timeOffset="131602">11323 7337 11648,'7'-4'1765,"-2"0"-1765,-5 4-146,0 0 34,2 3-426,-2 3-375,2 4-711,-2 10-286,0 2 1910,0 5 0,0-13 0,0-4 0</inkml:trace>
  <inkml:trace contextRef="#ctx0" brushRef="#br0" timeOffset="131847">11291 7620 10248,'0'12'706,"0"0"-303,0-4-34,0 4-173,0 6-89,0 4-46,0 7-61,-1 3-61,-1 4-466,-1 1-363,-1-1-639,2 1-2053,0-5 3582,2-2 0,0-15 0,0-6 0</inkml:trace>
  <inkml:trace contextRef="#ctx0" brushRef="#br0" timeOffset="132236">11578 7594 8864,'-7'-2'415,"0"3"-376,-1 6 17,-3 10-56,4-1-56,-2 5-84,5-6-118,2 9 258,0-6 56,2 7-50,3-7-1,8 9 46,1-6-45,7 8 33,-5-9 152,0-1 55,-2 0 555,-3 3-146,-5-6-33,-1 2 73,-8-9-225,-4 0-201,-9-1-146,-6-2-123,-6-1-885,-10-3-2145,1-1 3030,-4-7 0,20 4 0,7-4 0</inkml:trace>
  <inkml:trace contextRef="#ctx0" brushRef="#br0" timeOffset="132771">12259 7628 10360,'-10'-12'1764,"-1"2"-1714,2 10 6,-1 4-22,0 6 45,1 8-12,1 6 6,3 1 5,2 1 6,2-2 45,2-3 274,11-3-44,-1-8-18,9-3-55,-4-6-208,5-14-509,-9 0-778,1-15-226,-10-4-1410,-2-1 2845,-5-4 0,3 17 0,-4 6 0</inkml:trace>
  <inkml:trace contextRef="#ctx0" brushRef="#br0" timeOffset="133130">12616 7237 7570,'-9'5'2303,"1"6"-1514,-3 13-61,2 7-224,-1 7-66,1 5-13,2 6-10,1 4-107,2 6-39,1 3-45,1 2-1847,1 2 1712,-1 0-10,2-2-74,-2-3-928,1-6 676,-2-6-470,1-8-1758,-3-4 564,2-16 1911,-1-4 0,2-15 0,1-2 0</inkml:trace>
  <inkml:trace contextRef="#ctx0" brushRef="#br0" timeOffset="133336">12375 7676 11945,'18'-3'678,"4"0"-678,7 2-185,8-1-1745,3 0 0,3 0 1930,17-2 0,-24 2 0,-4 0 0,-6-1 0</inkml:trace>
  <inkml:trace contextRef="#ctx0" brushRef="#br0" timeOffset="133953">13025 7351 11150,'0'-11'2627,"0"2"-2594,0 9 57,0 1-90,0 8 213,2 8-68,0 14-38,3 8 16,-2 9-78,2 5-1,-2 2 29,0 1-34,0-2-39,0-1-543,-1-6-711,3-5-668,-2-8-290,6-8 2212,-2-9 0,0-9 0,-3-4 0</inkml:trace>
  <inkml:trace contextRef="#ctx0" brushRef="#br0" timeOffset="134230">13213 7321 9380,'5'-5'1165,"-1"8"-555,-1 12-207,1 13-83,1 9-12,1 9-365,-2 7 399,-1 6-172,-3 3-64,0 1-72,0-1 39,0 0-73,0-6-202,0-6-465,0-6-464,0-10-600,1-9-549,1-11 2280,1-8 0,0-4 0,-2-2 0</inkml:trace>
  <inkml:trace contextRef="#ctx0" brushRef="#br0" timeOffset="134770">13177 7207 9934,'1'-17'1294,"7"4"-1020,4 12-117,23 0-157,-4 1-50,13 6 5,-13 5-28,-3 11 0,-2 6-341,-2 18 39,-12-11 72,-1 10 270,-12-16 33,-8-4 50,-6-3 6,-10-2-11,-4-4-39,-2-1 134,-1-4 184,3-2 690,-7-3-549,12-3 45,-3-1-118,13-2-101,5 0-128,3 0-163,3 0-594,2 0 594,5 4 235,13 11-5,4 3-51,14 11-67,1-1-22,6 2-34,5 4-56,1 0-107,-1 1-150,-4 1-63,-6-2 7,-9-2-12,-8-3-56,-8-5-196,-6-3-465,-3-6-689,-2-6-1500,-1-4 3231,0-4 0,0-1 0,0 0 0</inkml:trace>
  <inkml:trace contextRef="#ctx0" brushRef="#br0" timeOffset="135261">13448 6924 11418,'-2'-8'2135,"0"2"-2135,2 6-40,5 0 164,5 3-7,9 4-55,3 5-62,4 7 0,-3 4-17,-4 4-129,-6 3-72,-6 1 184,-4 0 34,-2-3 34,-3-1 0,-3-4 38,-3-3-66,-3-4 56,3-4-23,1-4 134,3-2 12,2-4-11,1 1 111,1-3-458,0 2 173,4 0 129,4 2-129,9 1-997,28 5-1115,9 0-986,-18-3 0,1-1 3098,28 7 0,-29-6 0,-11-2 0</inkml:trace>
  <inkml:trace contextRef="#ctx0" brushRef="#br0" timeOffset="135801">14015 8001 11738,'0'11'4733,"0"-2"-3720,0-9-44,0 0-1025,1 3 56,-1-2 28,1 2 95,-1-1 1211,1-2-1334,1 1-129,-1-1-352,2 0-455,-1 0-1204,6-4-3601,0-3 5741,6-7 0,-7 6 0,-1-1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6T18:06:51.8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1083 1239 11575,'5'-14'6548,"-2"-2"-5960,-3 11 85,0-2-505,0 6-1306,0 0 1009,-4 9 124,-2 2-1,-4 10-22,-2 3-6,1 5-38,-4 6-7,2 6 12,-3 7-11,1 7-18,-1 8 4,8-29 0,0 0-57,1 2 1,0-1-305,0 1 1,0-1-338,-3 31-241,1-6-475,3-8-253,2-5-1289,2-9 3048,1-10 0,1-12 0,0-9 0</inkml:trace>
  <inkml:trace contextRef="#ctx0" brushRef="#br0" timeOffset="338">1051 1299 12421,'2'-16'3949,"0"2"-3551,-2 14-309,0 0-475,4 0 324,0 7 62,7 5 73,3 14-62,4 10 40,4 11-7,1 8-622,1 3 533,-1 3-448,-1-1-320,0-1-435,-4-4-197,-2-6-2000,-3 8 549,-7-19 2896,-1 2 0,-5-27 0,0-6 0</inkml:trace>
  <inkml:trace contextRef="#ctx0" brushRef="#br0" timeOffset="628">907 1827 11777,'-7'-7'2952,"2"2"-2605,5 4 947,0 0-1036,0-1-258,3 1 0,3-2 100,6 0-100,9 0-319,7-2-628,8 0-705,4-1-1709,-2-1 1,0 0 3360,14-5 0,5 0 0,-37 6 0</inkml:trace>
  <inkml:trace contextRef="#ctx0" brushRef="#br0" timeOffset="897">1356 1498 13245,'3'-9'3338,"1"2"-3355,0 5 11,3-1-313,5-1-230,4-1-414,8-2-493,4 0-410,12-2-1131,2 0 2997,4 0 0,-21 3 0,-7 3 0</inkml:trace>
  <inkml:trace contextRef="#ctx0" brushRef="#br0" timeOffset="1321">1428 1668 11127,'-4'6'4122,"0"-3"-3684,4-2-237,0-1-201,5 0 51,4-1-51,8-3-118,4-2-168,4-1-123,2-2-72,2 1-259,0-2-195,-1 1 33,-3-1 62,-3 2 319,-5 0 381,-5 4 140,-4 0 0,-5 3-1064,-1 0 0,-2 1 0</inkml:trace>
  <inkml:trace contextRef="#ctx0" brushRef="#br0" timeOffset="2336">2064 999 10007,'5'-17'4979,"0"4"-4161,-5 12-17,0 1-801,0 9 45,1 9-39,2 5 33,0 6-28,0-7-5,-1-1 5,0-1-11,0-2 0,0-3 0,0-2-39,0-3 33,-1-2 6,0-2 0,0-2 6,-1-2-2813,1-1 1,-1-1 0</inkml:trace>
  <inkml:trace contextRef="#ctx0" brushRef="#br0" timeOffset="4029">1975 1570 11995,'-5'-5'2218,"0"0"-2218,5 5-56,0-1 124,7 1 55,1-3-45,11 2-78,3-3-112,5 1-179,3 0-118,-2 0-39,-2 2 79,-5 0-606,-5 1 885,-8 5 90,-3 4 73,-11 7 39,-15 15-101,0-6 28,-10 9 34,11-11-17,3-2 17,4-5-17,3-3-51,3-4 63,3-4 5,2-2-410,1-2 337,8-1 40,2 0-40,8 0-219,3 0 1,1 0-29,3 0 135,-8 4 0,-2 2 112,-10 6 622,-3 6-152,-1-4-94,-5 6-101,0-8-57,-5 0-78,0-2-78,-1-1-1,-1 0-61,-2-1-459,-2 0-628,-5-1-929,1-1 2016,-3-1 0,12-3 0,2 0 0</inkml:trace>
  <inkml:trace contextRef="#ctx0" brushRef="#br0" timeOffset="4644">2104 2262 11525,'4'-7'3691,"0"2"-3293,-4 4-1031,0 0 789,2 14-27,0 1-56,3 15 0,-2-2-17,1 2-23,0 1 35,-1-1-40,1-2-28,-2-3-286,2-3-526,-2-5-946,2-5-1799,-1-4 3557,1-4 0,-2-2 0,0-1 0</inkml:trace>
  <inkml:trace contextRef="#ctx0" brushRef="#br0" timeOffset="7381">2881 942 11581,'3'-7'3836,"-2"1"-3180,-1 5 324,0 1-1198,9 0 246,-1 0-28,10 0-196,0 3-135,5 0-61,-2 3-650,3 4 264,-10-1 319,-2 3 459,-10 1 0,-4 2 5,-6 2 40,-3 0-39,-6 1 5,0-1 28,1 0 28,1-3 101,2-1 45,3-4-73,3-2-45,2-3-61,2-1-23,1-1-11,2 0-213,0-1 230,2 0 101,5-1-1,5 0-117,7 0-252,5 0-649,6 0-3810,22-1 4711,-14-2 0,1 2 0,-26-2 0</inkml:trace>
  <inkml:trace contextRef="#ctx0" brushRef="#br0" timeOffset="8053">2905 1520 10170,'7'-20'6043,"-1"6"-6379,-6 10-107,0 4 443,-5 11 39,-2 2-33,-6 15-6,-1 4 6,-2 6 5,2 7-11,1 2-409,8-13 0,2 0-984,-2 14 749,11 6-225,9-29 539,11-9 172,8-8 158,3-4 0,0-8 113,-4-2 301,-8-5 365,-6 0 105,-10-1 651,-4 3-852,-4-1 225,-4 1-399,-4-1-106,-5-1-72,-4 1-46,-13-4-285,7 5-39,-10-1-151,9 5-421,-2 2-318,1 1-298,0 0-616,5 2-974,1 0 2817,2 7 0,8-5 0,1 5 0</inkml:trace>
  <inkml:trace contextRef="#ctx0" brushRef="#br0" timeOffset="8863">2950 2206 11172,'-3'-10'4716,"1"2"-4038,1 7-880,-1 0 253,9 1-51,2 1-230,7 2-33,0 4-90,-1 3-241,-1 1-67,-2 1-44,-3 0 117,-3 1 364,-3 1 196,-2 2 28,-4 1 123,-5 3 151,-6 1-95,-6 3-89,-4 2-34,-1 0-50,0 1 44,2-2-44,2-3 61,3-3 84,4-5-11,3-2-17,3-4 28,3-3 101,2-2 79,2-2 565,1-1-616,4 0-5,1 0-107,7 0-90,4 0-33,5-3-45,5 0-39,3-3-236,3 0-217,-1 0-327,-2 0-295,-4 2-707,-1-2-2027,-7 0 3848,0-1 0,-9 3 0,-3 1 0</inkml:trace>
  <inkml:trace contextRef="#ctx0" brushRef="#br0" timeOffset="12780">3617 1105 14947,'5'-7'459,"-1"3"-632,0 1 117,-2 3 16,3 0-189,0 0-359,3 0-560,3-1-522,4-2-1142,1-1 2812,2-3 0,-9 3 0,-3 1 0</inkml:trace>
  <inkml:trace contextRef="#ctx0" brushRef="#br0" timeOffset="13205">3762 971 11228,'3'-3'969,"0"1"-975,2 1-27,3 0-197,5-1-50,3 0-84,5 1 34,-1 0 5,0 1-6,-3 0-83,-4 4 100,-6 3 314,-3 5 45,-4 5 0,-7 3 84,-3 3 11,-8 1 22,-8 9 1,6-11 27,-2 6 23,12-15 100,4-3 18,3-4 33,1-2-39,2-3-118,0 0-5,5-1-191,4 0-11,9-2-723,12-4-1175,1-2 1898,6-3 0,-17 4 0,-6 3 0</inkml:trace>
  <inkml:trace contextRef="#ctx0" brushRef="#br0" timeOffset="13964">3609 1829 10842,'1'-4'2744,"0"2"-1523,0 2-1103,1-1-57,2 0-27,3-2-34,4 0-67,3-2-174,4 0-157,2-1-285,2 1-325,1 0-303,-1 1-531,2-2-1435,-2 0 3277,-2-2 0,-10 3 0,-3 2 0</inkml:trace>
  <inkml:trace contextRef="#ctx0" brushRef="#br0" timeOffset="14437">3836 1596 8438,'10'-14'2538,"0"3"-2538,-7 8-17,-1 2-112,-1 0 230,-1 7-45,0 3-50,0 9-1,0 1 35,0 4-35,0 0-5,0 1 0,1-1-224,2-3-101,1-3 107,3-3 50,2-3-11,3-2 56,4-3-297,4-2-46,2-1 164,3-1 190,-2 1 33,-2 2 29,-5 2-17,-5 2 67,-5 2 252,-3 0 56,-2 0-16,-1 1 105,0-2 96,-2 2 78,-5-2-134,-5 2-157,-5-2-174,-5 1-38,-4-1-68,-2-1-432,-3-2-990,-1-3 1422,2-2 0,12-2 0,7 0 0</inkml:trace>
  <inkml:trace contextRef="#ctx0" brushRef="#br0" timeOffset="14652">3900 1642 14572,'9'-2'-123,"3"0"123,1-1-432,7-1-749,15-3-1771,3 0 2952,9-3 0,-21 6 0,-8-1 0</inkml:trace>
  <inkml:trace contextRef="#ctx0" brushRef="#br0" timeOffset="17279">3926 2428 7699,'0'-3'3820,"0"-1"-694,0 4-2207,0-2-998,-5 2 11,-1-1-4,-6 1 32,-3 2 29,-2 3-45,-3 3 6,0 4 44,-1 1-50,3 1 0,3-1-45,2-1 29,4 0 16,1-2-17,2 4 67,2-5-100,0 5-1,3-4-128,0 0-78,1 2-18,0 0 29,1 0 27,3 2-33,3-1-16,3 1 49,3-1 84,1-1 90,2-1-22,-1-3-62,1-2 12,-2-3 83,1-2 90,-2-1 6,1 0 67,-1-2-1,1-4-72,-1-2 124,6-12-113,-4 4 39,3-6 23,-6 6 397,3-6-178,-7 6 11,1-4-23,-6 9 44,-2-1-38,0 1-56,-1-1-46,0 1 63,0 0-68,-1 0-39,0 2 168,-4-2-308,3 4-34,-5-2-10,3 5-29,-3 1-252,-1 0-560,-2 2-2767,-13-3-576,6 1 4228,-8-4 0,15 5 0,4-1 0</inkml:trace>
  <inkml:trace contextRef="#ctx0" brushRef="#br0" timeOffset="19990">4860 886 13553,'3'-1'1428,"0"0"-700,-3 1-694,0 12-29,0-2 1,0 11 0,0-4 5,0 6-78,0-7-203,0 6-155,0-9-208,0 0-392,0-1-297,0 0-621,0 2-1709,0-2 3652,-1 2 0,1-8 0,-1 0 0</inkml:trace>
  <inkml:trace contextRef="#ctx0" brushRef="#br0" timeOffset="20781">4888 1444 10674,'3'-6'2576,"0"2"-2889,-3 4 313,-1 8 0,-3 1 0,-5 10 11,-3 1 22,-4 3 7,-1 4-40,-3 1 5,-1 2 1,0-1 27,2 0-33,2-3 0,3-3-50,3-5-6,4-5-34,3-4-55,2-3 66,1-4-167,1 0 386,14-2-140,-2 0 0,16 0-78,-4-2-102,2 0-55,1-3-404,1 0-240,-3-2-135,-1 0-134,-3-1-230,-4 1 1378,-5-1 0,-6 5 0,-4 0 0</inkml:trace>
  <inkml:trace contextRef="#ctx0" brushRef="#br0" timeOffset="21030">4860 1640 9509,'0'-11'2044,"0"3"-1966,0 7-291,0 1 213,0 8 56,0 5-56,0 12-380,0 7-651,0 18-1064,0 2 1875,0 10 0,0-29 0,0-9 0</inkml:trace>
  <inkml:trace contextRef="#ctx0" brushRef="#br0" timeOffset="21955">4744 2396 12438,'3'-11'2923,"1"2"-2872,-4 8-51,2 0-179,0 1-96,2 0 214,3 0 16,3 0-358,15 0 151,-4 0 56,8 0-62,-13 0-212,-4 0-85,-4 2-101,-5 1 494,-1 3 162,-2 2 67,-4 2-22,-3 1 5,-4 1-16,0-1 0,0-1 22,3-1 5,0-1-27,3-2-22,0-1-7,2-1-5,0-1-140,2-1-230,0 0 118,1 1 291,11 2-28,0 1-11,11 1-117,-2 0 16,-2 2 17,-1 1-50,-4 2 50,-3 2 50,-4-1 34,-4 0 162,0-1 258,-2 0 146,-6 0 34,-4 0-63,-7 0-161,-4-1-102,-1 0-61,-1-3-90,0-1-123,3-4-252,0-1-1529,4-8-3467,3-7 5248,5-10 0,4 8 0,3 2 0</inkml:trace>
  <inkml:trace contextRef="#ctx0" brushRef="#br0" timeOffset="24855">5169 928 10562,'6'-5'3640,"1"-1"-3186,-7 6-269,1-1-281,2 1-10,0 0 168,12 0-18,-2 0-4,11 0-40,-2 1 0,3 1-118,-2 2-5,-1 0 5,-4-1-33,-5-1-67,-5 0 78,-5-1-56,-1 1 235,-2-1-78,0 1-17,0 0 56,0 1 11,0 3 0,0 1-5,0 3 33,0 1-34,0 10 1,0-3 33,0 19-39,0-13 6,0 9-1,0 2-5,0-5 0,1 11 17,0-10-11,1 3-1,0 0-5,-1 1 0,0 0 6,0-1 0,-1-1-6,1-2 5,1 12-5,-1-9 6,2 8-6,-2-12 0,1 15-6,-2-11 1,1 12-1,-1-15 6,0 1 0,1-3 0,-1 0 0,2-3 0,-1-2 0,1-1 0,0-1 0,1 12 0,-1-7 0,1 9 6,0-9-6,-1 2 5,1 1 96,-1 16-95,-1-10 33,0 11-39,-1-14 17,0 12-6,-1-13-11,-1 8 33,0-17-27,1-1-6,1-2 6,0 5 5,0-6-6,0 4-5,0-8 12,0 5 27,0-5-39,0 2 0,0-6 5,0-2-5,0-1 0,0-1 0,0-1 12,0 0-7,0 0 6,0 0-5,0 3-6,0-3 0,0 4 6,0-4-6,0 2 5,0-3-5,0 2 0,0-4-5,0 2 5,0-3 0,0 1 11,0-1 84,0-1 0,-1 1 241,-4 0-151,-6 1-67,-8 2-118,-5-1-247,-1 1-834,-3-3 1081,-3 0 0,15-2 0,0 0 0</inkml:trace>
  <inkml:trace contextRef="#ctx0" brushRef="#br0" timeOffset="27597">1791 1095 11122,'11'0'3881,"-2"0"-3791,-9 0-253,0 0 158,-5 0 5,-1 0-6,-6 1-123,2 1 56,-1 2-27,2 0 94,1-1 0,2 0 1,2-3-6,0 1 11,2 0-45,-1-1 39,1 1-33,0 0 33,1 0 6,0 0 79,1 1-230,-2-2 39,2 2 100,-2-1-60,1 1 32,0 0-4,-1 2-40,1-1 33,0 2 12,1-1 33,0 2-33,0 0 34,0 3 16,0 7 50,0-1-10,0 6 38,1 6-83,1-6 44,0 8-16,1-9-28,-1 1 10,0 1 24,0 9-29,1-6 45,-1 8-51,2-9 29,-2 1-28,1 1-1,-2 0 1,0-1 11,-1 0-12,0-1 29,0-1-34,0 0 5,0-1-5,0 2 6,0 1-6,0 1 0,0 2 0,0-1 0,0 0 0,0-2 6,0 0-6,0-2 5,0 0 1,0 8-6,0-8 5,0 5 1,0-10 11,-1 7 33,0-5-11,-1 5-5,0-6-28,1-1-6,-1-1 28,2 0-28,-1 0 0,1-1 5,0 1 6,0 0-5,0 0 5,0 2-5,0-1 27,0 1-27,0-2 0,0 0-1,0-2 51,0-1-50,0 5 61,0-5-22,0 4-40,0-6 1,0 0 50,0 0-50,0-2-1,0-2-5,0 1 6,0-2-1,0 1 1,0-1 0,0 1-1,0-1-5,0 0 0,0 1 0,0 0 6,0 1-6,1-2 0,-1 2 5,1-2 7,-1 2-7,0-1 1,0 1 5,0-1-11,0-1 0,1-1-39,0 0 39,0-2 39,1 1-33,-2 0-1,2-1 1,-2 1-1,2 1 1,-2-2 5,1 2-5,0-2-1,-1 3 7,1-3-12,0 3 39,-1-2-39,2-2 5,-2 2 1,1-3 0,0 1-1,-1-1 1,1 0-6,-1 1 33,0-1 7,0 2-7,0-2 12,0 2-11,0-1-29,0 1 6,0-1-11,0 1 0,1-1 0,0 0 0,0-1 6,0 0 33,0-2-16,-1 2 16,2-1-34,-2 0 35,1 1-34,-1-1 117,0 1-84,0 0-28,0-1 152,0 1-225,2-2 62,-1 1 0,2-1 6,0 0 44,3 1-16,2 0-34,6 0-1759,22 0-986,2-6-1780,15-2 4525,-11-6 0,-19 6 0,-8 1 0</inkml:trace>
  <inkml:trace contextRef="#ctx0" brushRef="#br0" timeOffset="28977">7125 1253 13177,'5'-8'1361,"-2"2"-1406,-3 6 45,-15 26 0,3-3-5,-14 25 5,5-6 0,-1 6 39,-2 6-33,-1 4-1,0 1-5,1 1-961,1-3 65,4-7-269,4-8-661,6-11-1367,4-9 3193,4-11 0,1-5 0,0-5 0</inkml:trace>
  <inkml:trace contextRef="#ctx0" brushRef="#br0" timeOffset="29257">7167 1257 10590,'15'-17'4906,"-4"2"-4301,-10 12-403,0 1-202,0 1-191,0 1-72,1 0 157,3 6 100,0 8-5,5 10 5,1 10 6,2 7 0,0 5-50,-2 5-438,0-1-122,0 0-448,-1-3-186,0-2-223,0-4-342,-3-3-241,0-6 2050,-3-6 0,-2-12 0,-1-7 0</inkml:trace>
  <inkml:trace contextRef="#ctx0" brushRef="#br0" timeOffset="29547">6951 1624 10013,'-17'-5'2470,"4"1"-2319,13 3 152,1 0 94,4 0-106,7-3 12,9-1 38,8-4-195,6 0-79,6-3-67,4 0-465,4 0-940,1 0-802,6-1 2207,-21 6 0,-3 1 0,4-2 0,2 1 0</inkml:trace>
  <inkml:trace contextRef="#ctx0" brushRef="#br0" timeOffset="29847">7374 1307 12869,'6'-2'482,"3"2"-264,4 8-94,6 7 4,4 8-38,5 8-12,3 3-44,3 3-23,2-1 28,1 0-39,1-3-571,-3-3-554,-4-4-774,-7-5-393,-6-3 2292,-9-6 0,-4-5 0,-4-5 0</inkml:trace>
  <inkml:trace contextRef="#ctx0" brushRef="#br0" timeOffset="30113">7695 1329 12068,'3'-12'2633,"0"2"-2633,-3 10-101,-2 9 129,-5 5 45,-5 15-6,-8 7-11,-5 10-56,-4 7-521,-1 4-722,1 1-662,8 5-1394,5-7 3299,9-4 0,4-25 0,3-11 0</inkml:trace>
  <inkml:trace contextRef="#ctx0" brushRef="#br0" timeOffset="30464">8019 1400 11995,'0'-7'2487,"0"2"-2487,0 5-168,0 0 168,4 0 34,3 0 111,8 0-145,6 1-840,28 0-762,3 1 137,-17-4 1,0 0 1464,26-4 0,-29 1 0,-10 0 0</inkml:trace>
  <inkml:trace contextRef="#ctx0" brushRef="#br0" timeOffset="30669">7933 1584 8265,'-17'10'2778,"4"-2"-2134,21-7-140,7-1-268,13 1-236,12-1-759,8-3 0,6-2-1178,-12 1 1,1-2 1936,24-3 0,-4 0 0,-10-1 0,-13 2 0</inkml:trace>
  <inkml:trace contextRef="#ctx0" brushRef="#br0" timeOffset="31030">8591 1400 11094,'-11'-19'3181,"2"4"-3181,5 12-73,-2 1-22,-2 4 22,-14 21 23,3 0 39,-10 22-23,12-2-319,3 1-117,8 2-17,2-4 263,10-6 224,6-8 140,9-9 39,7-9 6,21-13-185,-12-10 56,11-11 481,-22-7 6,-6-3-72,-9-3-264,-5-2-168,-5-4-39,-5 0-453,-4-1-947,-9 3 1400,-11-2 0,11 21 0,-1 0 0</inkml:trace>
  <inkml:trace contextRef="#ctx0" brushRef="#br0" timeOffset="31618">9489 1644 11301,'-9'-1'3075,"2"0"-3075,7 1-191,0 0 191,7 0 264,7 0-264,16 0-252,11-2-790,13-2 84,-21-1 0,1 0-1250,0-1 0,-1 0 2208,2-1 0,-3 0 0,3 0 0,-12 2 0</inkml:trace>
  <inkml:trace contextRef="#ctx0" brushRef="#br0" timeOffset="31814">9505 1837 7442,'-20'16'2756,"5"-3"-2241,14-12-218,2-1 83,10 0-105,7 0-275,15-1-768,9-7 1,3-2-283,-9 2 0,1-1 1050,20-7 0,-4 1 0,-8 0 0,-12 5 0</inkml:trace>
  <inkml:trace contextRef="#ctx0" brushRef="#br0" timeOffset="32114">9962 1532 11794,'-1'-12'1792,"6"2"-1949,8 14-95,9 6 17,6 6-17,5 6 34,3 5-1,1 2 17,-3 5 23,-8 0 89,-9 2 118,-10 15 269,-15-13 6,-10 9-135,-14-17-168,-7-1-257,-3-3-1183,-6-1 1080,-9-2 0,25-11 1,1-2-1</inkml:trace>
  <inkml:trace contextRef="#ctx0" brushRef="#br0" timeOffset="33988">11131 1071 10780,'1'-4'2655,"0"2"-1602,-1 2-1053,1 7 5,0 2 1,-1 8 33,0 1-33,0 2 27,0 0-27,0 0-6,0-2-50,0-4-208,0-2-386,0-4-403,1-2-617,0-1-375,2-2 2039,1-1 0,-1-1 0,-1-1 0</inkml:trace>
  <inkml:trace contextRef="#ctx0" brushRef="#br0" timeOffset="34913">11062 1570 11099,'-3'-12'1535,"0"2"-1585,3 10-679,0 0 735,6 0 72,0 2 1,5 0-79,0 3-129,1 0-67,1 0 11,-3 0-84,-2-2-106,-4 0-112,-2 0 403,-2 1 84,-2 2 117,-4 1-21,-3 3-46,-5-1 6,-1 2-56,1-1 50,2 0-16,2 0-28,2-1-1,3-1-5,1-2-50,3-2-157,0-1 123,1-1 84,1 0 44,5 1-44,3 1-140,7 1 34,2 1 61,0 0-22,-3 1 28,-3 0-68,-4 1 107,-4-1 196,-2 0 6,-2 0 33,0 1 320,0 4-242,-3-3 12,-1 5 17,-3-6-67,-9 6-225,5-4-50,-7 4-527,7-5-711,1-1-1002,2-1 2240,3-2 0,2-2 0,2-2 0</inkml:trace>
  <inkml:trace contextRef="#ctx0" brushRef="#br0" timeOffset="35459">11115 2258 9699,'-7'0'2414,"2"0"-2145,5 0-196,0 1-174,0 2 56,0 0 45,0 5 84,0 1 12,0 5 27,0 3-50,0 4-1,0 1-38,0 2-17,0 7 22,0-9-33,0 2-6,0-14-56,0-3-432,0-3-621,0-2 472,0-2 1,0 0-1</inkml:trace>
  <inkml:trace contextRef="#ctx0" brushRef="#br0" timeOffset="37057">11768 1069 11698,'4'-15'1519,"1"4"-1435,0 11-84,2 0 39,4 0-34,2 0 7,3 0-12,-1 2-6,0 2-168,-3 3-139,-3 2-191,-2 3 290,-5 2 142,-1 3 66,-1 2 6,-6 0 6,-4 3 27,-5-2 23,-3 0-50,2-3 61,1-2 23,2-4 17,4-2 83,3-3 28,2-3-27,3 0 190,0-3-281,9 1-100,4-1-515,13 0-1121,15 0-2044,3 0 3525,10-2 0,-26 1 0,-6-2 0</inkml:trace>
  <inkml:trace contextRef="#ctx0" brushRef="#br0" timeOffset="37827">11938 1540 12034,'0'-4'634,"0"0"-701,-4 6 50,-3 5 17,-5 8-6,-2 8 6,-4 7 0,-1 4 0,-1 6 0,1 1-28,3 1-275,3-4-285,7-4 6,2-2 582,10-14 73,5-4-17,6-11 56,2-3 229,-2 0 399,-3-4 218,-6 1-197,-4-4-156,-2 0-224,-2 0-112,-2-1-96,-4 0 18,-12-3-191,1 5-5,-9 0-130,3 5-599,0 1-492,-2 0-500,3 0-1556,3 1 3282,7-1 0,5 1 0,5-1 0</inkml:trace>
  <inkml:trace contextRef="#ctx0" brushRef="#br0" timeOffset="39237">11830 2334 9128,'-3'-1'3153,"0"0"-2324,3 1-756,8 0 0,1 0 11,9 0-79,-1 0-5,2 0-100,-1 3-136,-2 0-105,-2 4-80,-4 0-32,-4 3 279,-3 0 174,-3 3 34,-2 2-29,-6 1 51,-4 3 34,-7-1-23,-1 1-11,-1-1 6,-4 0 55,7-5 102,-2-1 56,10-6 83,2-3 12,2 0-51,1-2 0,2 0-39,1-1 1126,1 0-1339,9 0 6,-1 0-73,11 0-33,-1 0-394,4-1-194,2 0-337,1-2-414,2-1-863,-3-1 2235,-2-2 0,-11 3 0,-3 1 0</inkml:trace>
  <inkml:trace contextRef="#ctx0" brushRef="#br0" timeOffset="40288">12426 1139 12304,'0'-6'3433,"8"2"-3433,1 4-56,18-2-157,-4 1-179,9-3-174,-8 2-190,-3-1-235,-3 1-488,0 0-767,-4 0 2246,0 0 0,-6 1 0,-4 0 0</inkml:trace>
  <inkml:trace contextRef="#ctx0" brushRef="#br0" timeOffset="40708">12706 1019 11256,'2'-3'655,"2"2"-1019,-1 1 308,5 0 56,3 0 45,4 3-39,2 2-6,0 4-118,-3 0-128,-4 2 167,-6 1 79,-3 2 6,-3 3 33,-6 1 11,-5 2-5,-6 0 39,-1 0 67,1-1-50,2-1 28,3-4 50,4-2 56,3-5 40,4-2 0,1-3-169,2-1 45,5 1-27,10 0-595,4 1-1036,16-1-2217,-2-1 3724,5-1 0,-18 0 0,-4 0 0</inkml:trace>
  <inkml:trace contextRef="#ctx0" brushRef="#br0" timeOffset="41564">12466 1955 13502,'9'1'39,"1"1"-212,2-2-494,3 2-593,3-2-762,7 1-1338,-1-1 3360,2 0 0,-12 0 0,-5 0 0</inkml:trace>
  <inkml:trace contextRef="#ctx0" brushRef="#br0" timeOffset="41947">12690 1809 8948,'5'-14'460,"-2"5"-454,-3 14-1,-1 4-5,-1 6 0,0 1-101,0-1 62,1 0 22,1-2 17,1 0 6,5-1 0,1 0-1,7 1-5,2 0-173,2 1-86,2-1 80,7 5 179,-11-6 50,1 3 293,-13-7 340,-4 0 135,0-1-68,-3 1-240,-3-2-163,-5 1-184,-5-1-135,-3 0-28,-3-1-925,-9-1-1057,1-3 1982,-2-1 0,15 0 0,6 0 0</inkml:trace>
  <inkml:trace contextRef="#ctx0" brushRef="#br0" timeOffset="42164">12720 1809 13446,'5'-2'1221,"2"-1"-1154,2 2-67,6-2-442,2-1-348,7-1-476,3 0 1266,11 0 0,1 1 0,-10 1 0,32-2 0</inkml:trace>
  <inkml:trace contextRef="#ctx0" brushRef="#br0" timeOffset="42788">12610 2468 10086,'0'-5'1041,"0"0"-1136,-2 5 22,-3 3 68,-2 3-51,-3 6 16,0 4 7,1 2-23,1 0-28,2 0-79,3 0-223,1-1 22,2-1 364,5-3 0,5-2 90,9-5 22,6-2-28,3-3 173,3-5 342,-1-3 269,-3-5 231,-5-4 133,-6 0-196,-6-1-134,-6 1-320,-3 1-173,-1-2-168,-5 1-118,-2-1-67,-6 2-56,0 2-22,1 1-1395,-2 0 145,6 1-699,0-6-1603,4 2 3574,2-3 0,1 8 0,0 3 0</inkml:trace>
  <inkml:trace contextRef="#ctx0" brushRef="#br0" timeOffset="44168">13622 926 11273,'9'-13'4161,"-2"2"-3768,-7 11-763,0 0 370,0 7 0,0 1-224,0 8-376,0 3-536,0 2-472,0 4-604,-2 9 2212,-3 0 0,1-10 0,-1-7 0</inkml:trace>
  <inkml:trace contextRef="#ctx0" brushRef="#br0" timeOffset="44745">13598 1498 12847,'9'-10'1120,"-2"2"-1327,-7 8-45,0 0 173,-4 3 74,-4 5-62,-8 7 33,-4 6 28,-1 3-61,-2 0-6,3 1-22,2-3-34,4-2-89,4-3-140,4-4 49,3-4 1,2-3 308,1-1 6,3-2 111,6-1-117,5-2-28,7 1-235,3-1-235,5 0-314,2-2-572,7-4-1100,-2-3 2484,-1-3 0,-16 7 0,-7-1 0</inkml:trace>
  <inkml:trace contextRef="#ctx0" brushRef="#br0" timeOffset="44979">13656 1590 9223,'-1'-5'2464,"0"0"-2705,1 5 281,-2 10-7,-2 4-33,-3 13-1445,-6 37-784,1-11 2003,3-11 0,1-3 0,1-6 0,1-8 0</inkml:trace>
  <inkml:trace contextRef="#ctx0" brushRef="#br0" timeOffset="45798">13560 2330 11217,'8'-10'3450,"-2"3"-3450,-3 5-157,1 2-184,3-1-96,4 1-123,5 0 50,4 0 67,4 0 34,-1 0 101,-2 0-156,-7 2-24,-4 0 236,-6 4 252,-2 0 297,-10 2-17,-3 2-56,-9-1-67,-4 3-45,3-2-56,2 1-45,5-2-11,3 0-5,4-2-57,2-1-240,3 0 302,1-2 39,4 1 134,14 1-133,2-1-40,13 1-62,-5 0 6,-3-1-45,-4 1 0,-7 2 454,-6-1 213,-4 1 50,-8-1-145,-2 2-152,-6 1-50,-3 0-101,-2-1-51,-2-1-117,-3-2-156,-1-2-4017,-19-2 4173,13-2 0,-3 0 0,22-1 0</inkml:trace>
  <inkml:trace contextRef="#ctx0" brushRef="#br0" timeOffset="46697">14486 972 10735,'1'-5'2874,"0"0"-2891,-1 5-22,-2 0 39,-4 4-6,-6 4 0,-2 5-27,-1 6 27,-3 15 1,7-6-63,1 10-184,7-11-112,2-2 79,1-3 184,4-3 101,3-6 101,4-4 106,4-5 56,1-2 504,7-8-319,-7-2 79,3-8-186,-12 1-27,-4-3-134,-2 1-147,-1-8-532,0 8-677,0-4-874,-2 14 2050,-3 3 0,1 4 0,-1 0 0</inkml:trace>
  <inkml:trace contextRef="#ctx0" brushRef="#br0" timeOffset="47306">14352 1664 9542,'2'-23'2604,"0"6"-2716,-2 12-44,0 4 156,-5 5 0,-10 17 0,-2 1 5,-5 17-5,7-6-252,1 16-5,7-14 257,2 5 78,8-21 68,6-7 55,7-6-22,6-3 1,4-7 117,1-5 95,0-7 146,-2-5 44,-5-5-173,-5 0-107,-5-3 23,-5 0-286,-3 0-39,-1 4-425,-3 2-2326,-17 5-111,2 8 2862,-14 4 0,18 6 0,3 0 0</inkml:trace>
  <inkml:trace contextRef="#ctx0" brushRef="#br0" timeOffset="47882">14350 2310 9643,'-1'3'739,"-2"1"-739,-1-2 6,-3 2 0,-1 2 117,-7 7-34,2 0 1,-4 4-84,6-2-6,2 0-45,3 1-17,3 1 62,2-1 135,9 0 55,2-2 0,11-1 18,0-4 60,3-3 24,1-3 10,-1-2 124,1-1 112,-3-6 313,-2 0-17,-4-7-99,-5-1 4,-4-3-168,-4-1-274,-2-3-56,-12-16-241,-1 6-12,-12-11-206,4 15-353,1 4-606,2 6-884,2 4-1215,3 4 3276,2 2 0,5 3 0,2 2 0</inkml:trace>
  <inkml:trace contextRef="#ctx0" brushRef="#br0" timeOffset="49014">14887 1023 11642,'-4'-7'2611,"0"2"-2611,4 5-712,0 0 712,3 0 68,0 0-68,2 0 0,1 1-84,2 3 11,-2 1 0,1 0 17,-3-1-73,-1-1 45,-1 1 17,-1 1 67,-1 2 39,0 3 34,0 2 33,0 12-66,0-3 16,0 10 0,-1-6 50,-2 18 34,-1-8 0,-1 13-11,1-13 22,1 2 0,0 0-72,-1 1-29,0 3-44,0 1 78,-1 4-23,1 0-39,2-11 1,0 0-23,0 16 6,0 16 33,2-24-6,0-3 23,0-1-16,1 14-35,0-14 1,2 12 27,-1-16-16,1 0-11,-1 1 27,0 0-27,0 2-6,-1-1 6,1 1-1,-2-2 1,1 0-6,-1-3 5,0-2 1,0-3 39,-1-2-28,-5 8 16,0-9 23,-4 7 73,4-14-6,0 0 0,2-4-33,-2 0 0,2-4-23,-2-1 12,1-2-79,-4-3-219,-3-1-1120,-17-3-2262,-4-7 3601,-12-7 0,20 5 0,6-2 0</inkml:trace>
  <inkml:trace contextRef="#ctx0" brushRef="#br0" timeOffset="50714">10780 1023 10119,'-12'-14'2011,"1"3"-1647,10 10-252,-2 1-101,0 0-5,-2 0 33,-1 0 73,-1 0 67,-2 0 51,-1 0-107,-1 0-67,1 1-50,0 2 44,1 0-50,2 1 11,0-2-5,1 1-6,0-1 0,1 0-34,-1 2-27,1 0-62,0 2 72,1-1 6,2 2 45,0-2 51,2 1 33,-1 2 28,1 1 28,0 2-51,0 1 18,0 1-29,0 3 51,0 10-84,0-3 28,0 9 16,0-6-27,0 1 11,0 2 11,1 1 11,0 1-62,1 0 35,0 0-63,0 1 57,0-1-51,0 1-5,-1 0 33,0-1-39,-1 2 56,0 13-23,0-7-33,0 11 0,0-12 6,0 0 0,0 0-1,0 0 1,0 0-1,-1 0 35,-2 0-7,-1 1 51,0 0-5,0 0-23,1-2-45,1-1-6,0-2 7,2-1 21,-1-2-27,1 13-1,0-14 1,0 9 0,0-15 33,0-1-34,0 0 1,0-3-6,-1-1 6,0-1-6,-1-4 5,0 0 1,1-2-1,-1-2 35,2 0-35,-1-3-5,1 0 6,0-1-1,0-1-5,0 1 6,0-2-6,0 2 6,0 0-6,0 1 5,0 5 1,0-4-6,0 4 0,0-5-51,0 1 7,0-1 4,2 1-16,1 0 51,4-1 5,1 1 5,3-2-5,3 1-28,3-3-352,8 0-864,19-3-1058,5-2 2302,16-5 0,-31 2 0,-6-2 0</inkml:trace>
  <inkml:trace contextRef="#ctx0" brushRef="#br0" timeOffset="51704">14993 2019 9598,'5'0'3367,"-1"0"-3026,-1 0-229,3 0 6,6 0-1,8 0-49,9-1-29,11-1 17,9-2-45,5-1-5,5 0-6,0-1-196,2 1-600,-1-1-559,-3 0-353,-2-3-617,-8-1 2325,-10-3 0,-18 6 0,-9 2 0</inkml:trace>
  <inkml:trace contextRef="#ctx0" brushRef="#br0" timeOffset="51988">15551 1803 10920,'0'-8'3484,"0"2"-3417,0 6-358,0 0 291,6 1 39,5 4-39,10 5-78,6 6-12,3 4-324,2 1-242,-2 1-1265,-1 13 1423,-14-9 83,-7 10-756,-31-5-890,-5-2 1969,-17 1 1,21-14-1,5-6 1</inkml:trace>
  <inkml:trace contextRef="#ctx0" brushRef="#br0" timeOffset="52548">16058 1317 11082,'-1'-8'2375,"0"1"-2375,4 5-789,8 1 83,9-1 67,11 0 141,5 0-51,1-1-593,6 1 446,-18 0-194,-4 1-353,-26 1 1243,-7 4 0,1-3 0,0 2 0</inkml:trace>
  <inkml:trace contextRef="#ctx0" brushRef="#br0" timeOffset="53087">16056 1305 10186,'14'63'354,"1"0"1,-1-11 0,-4-4-63,-15 10-74,4-13 12,-1 2-51,0 3-84,-1 3-501,-2 3 474,-1 3 134,-2 1-141,-1 3 12,1-18 0,0-1-45,2-10 0,0-1-6,-2 10 1,0-2-12,0 11 23,1-3 22,3-3-23,1-2 49,0-1-14,0-2-35,-1-2 40,-1-2-67,1-2 44,-1-3-44,1-3-1,1-3 235,0-3-235,2-3 34,0-2-5,0-1 22,1-2 11,-1-2-16,1-2 5,0-2-17,0-2-6,0-2 7,0-1 16,0-2 2867,0-1-2917,2-1-118,8 0 95,11 0-879,14 0-342,13 0-509,19 0 1136,-21 0 1,-1 0-1,6 0 1,5 0-1</inkml:trace>
  <inkml:trace contextRef="#ctx0" brushRef="#br0" timeOffset="55991">16721 1189 10382,'2'-17'3372,"-2"0"-3411,0 13-84,1 0-34,0 4 129,2 2 106,-2 2-10,2 4-29,-2 2-34,2 4 29,-2 0-28,2 2-6,0 2 11,0 1 22,-1 3-33,0 11 0,-1-8 12,0 4-7,-1-14-5,0-5-22,0-4-376,0-3-537,0-2-986,2-1 1921,2 0 0,-1 0 0,0 0 0</inkml:trace>
  <inkml:trace contextRef="#ctx0" brushRef="#br0" timeOffset="56955">17439 1187 10595,'7'-8'2795,"-1"2"-2487,-5 6-229,2 0-74,2 0 1,2 0 33,4 0-39,1 0 0,2 0-67,-1 0-129,-1 3-6,-2 2 6,-4 3 45,-3 4-6,-3 2-33,0 2 89,-5 4 6,-3-1-28,-6 3 49,-1-1 41,-8 7 27,5-7 12,-4 3-6,9-11 11,1-4 51,5-2 39,0-3 100,5-1 130,0-2 727,2 0-1030,5-1-28,3 0 0,7-1 0,3-2-78,3 0-454,4-2-499,2 1-722,10 1-1916,1 2 3669,4 0 0,-19 0 0,-7 1 0</inkml:trace>
  <inkml:trace contextRef="#ctx0" brushRef="#br0" timeOffset="57591">18253 1263 11463,'-8'0'1966,"2"0"-1893,6 0 39,0 0-106,7 0-6,3 0-252,8 0-431,3-2-729,6-1-694,2-2 2106,2-1 0,-15 3 0,-5 0 0</inkml:trace>
  <inkml:trace contextRef="#ctx0" brushRef="#br0" timeOffset="58004">18435 1187 9358,'16'-11'-763,"1"2"590,16 14 167,-11 0 0,4 6 6,-18-1 56,-4 2 168,-7 4 119,-7 3-136,-7 4-33,-7 3-29,-3 0 1,0 0 39,3-3 78,5-4 62,4-4 111,4-3 388,4-4-522,3-4-5,2-1 224,2-3-297,5 0-50,5 0-174,10 0-67,9-5-656,9 0-1193,16-9-2648,3 1 4564,7-2 0,-30 8 0,-10 1 0</inkml:trace>
  <inkml:trace contextRef="#ctx0" brushRef="#br0" timeOffset="58764">19410 1165 8545,'-6'-4'471,"2"0"-191,3 4 3713,0 0-3993,0 2 56,-1 5 0,-1 6 6,-2 8-17,-1 5-40,0 3-5,-1 3-16,2 0-696,2 0-795,1 0-755,2-2 2262,2-3 0,-1-12 0,2-6 0</inkml:trace>
  <inkml:trace contextRef="#ctx0" brushRef="#br0" timeOffset="59370">20175 1257 10074,'-14'-12'2275,"0"3"-2124,0 7-95,-2 1-45,-4 1-11,0 7 39,-2 4-28,0 9 29,2 4-1,1 3-39,4 2-51,4 0-5,5-3 56,3-2 129,6-4-6,7-4-33,8-5-56,8-4-29,5-4 79,1-2-5,1-5 133,-3-3 186,-5-5 162,-5-4-101,-6-2-22,-5-3-28,-5-1-308,-2-3-95,-7-10-141,-1 9-593,-6-4-885,0 14 1613,-2 1 0,6 8 0,0 0 0</inkml:trace>
  <inkml:trace contextRef="#ctx0" brushRef="#br0" timeOffset="60580">16639 1975 9050,'0'-16'1187,"1"2"-1187,5 13-62,2 0-27,0 5-35,2 5 29,-2 8 22,0 6 17,-2 3-16,-3 1 32,-3 1 35,0-2-40,0-2-101,-4-2 146,-3-4 51,-3-1 61,-2-5 45,-1-1 33,-1-2 96,1-2 38,1-1 175,1-3 190,2-1-11,-1-2-152,1 0-151,-1-6 219,-6-10-275,4-2-28,-4-7-5,5-1-230,4 6-56,2-6-45,4 7-134,1 0-325,7-2-1064,16-10 352,3 7-346,17-7-393,-8 14 1955,0 3 0,-16 6 0,-7 4 0</inkml:trace>
  <inkml:trace contextRef="#ctx0" brushRef="#br0" timeOffset="61390">17437 1879 9671,'5'-13'3378,"5"0"-3373,-5 9-5,6 1-33,4 2-12,-4 1-6,4 4-5,-6 5 6,0 9 0,-2 6-102,-1 20-49,-2-7-18,-3 12 0,-1-17 7,-1-2 100,-3-5 100,-4-3-44,-1-5 23,-2-2 33,-1-2 5,-1-2 544,-7 1-190,5-6-28,-4 0 66,8-5 74,0-1-96,1-1-140,1-6-61,0-2-46,2-9 1,1-2-84,2-5-39,2-17-6,1 9-191,6-13-190,4 16-425,5 3-96,3 5-134,-1 6-269,5 7-499,-3 5 1804,2 4 0,-9 0 0,-4 0 0</inkml:trace>
  <inkml:trace contextRef="#ctx0" brushRef="#br0" timeOffset="62147">18542 2005 10478,'-1'-5'2974,"0"0"-3069,1 5 184,-1 8-38,0 1-18,0 10 6,0 2-33,1 3 44,0 4-50,0 2-89,0 2-712,0-1-1048,0 2-1651,0-5 3500,1-2 0,0-12 0,1-6 0</inkml:trace>
  <inkml:trace contextRef="#ctx0" brushRef="#br0" timeOffset="62770">19356 1945 11833,'0'-7'656,"0"2"-656,0 21 56,1 1-51,0 16 34,-1-3-22,1 3-17,0-1-689,-1-1-1025,0-1-2094,0-5 3808,0-2 0,0-11 0,0-5 0</inkml:trace>
  <inkml:trace contextRef="#ctx0" brushRef="#br0" timeOffset="63555">20228 1943 8601,'-5'-6'1457,"1"2"-1317,-1 4 431,-12 0-218,-1 0 39,-11 4-135,2 4-134,-2 5 12,0 4-46,0 3-21,0 4-29,2 6-34,1 5 29,4 5-140,-1 19-1104,13-16 818,0 8-2,13-24 91,7-7 74,8-5 117,19-7 112,-5-4 33,9-9 90,-14-5 757,5-18-281,-10 2-78,0-11-190,-13 7-135,-3-2-196,-3-1-129,-3 0 605,0 3-1737,0 4-1551,-1 6 2844,-2 5 1,1 8 0,0 3 0</inkml:trace>
  <inkml:trace contextRef="#ctx0" brushRef="#br0" timeOffset="64763">16589 2711 9033,'-2'-2'3007,"0"0"-2817,2 2-77,14 8-102,-3 0-11,12 10-33,-8-1-41,-1 4 1,-4 2 17,-4 3 23,-4 1-6,-1 1 39,-1-1-51,-2-3 12,-3-2 39,-5-4 6,-1-3 66,-1-4 40,0-3 175,0-3 4,1-3-17,-2-1 129,1-1-83,-2 0 72,-6-11-191,5 1-61,-3-10-45,7 0-27,4-2-63,0-5 1,5-2 5,0 0 11,2 1-22,0 5-39,0 3-67,0 6-393,3 4-262,5 3 72,5 3-230,5 0-621,9-1-555,2 0 2095,5-3 0,-15 5 0,-6-1 0</inkml:trace>
  <inkml:trace contextRef="#ctx0" brushRef="#br0" timeOffset="65548">17533 2781 9414,'0'-5'3058,"0"0"-2420,0 5-638,4 0 6,4 5-1,5 2 29,5 6-34,1 2-39,-2 1 0,-3 0-73,-6 0 11,-3 1 28,-4-1 73,-4 0-6,-5 1 6,-5 0 0,-6 1 0,-3-1 6,-1 0 0,-1-2 5,2-2 62,0-1-29,1-4-32,2 0 49,1-5 62,1 0-22,2-3 11,0 0 11,2-4 6,2-5-129,2-6 151,4-7-106,2-4-45,2-3-50,6-1 39,5-1-163,7 4-257,4 2-202,3 5-264,0 1-469,5 5-853,-3 2 2219,1 4 0,-13 4 0,-5 2 0</inkml:trace>
  <inkml:trace contextRef="#ctx0" brushRef="#br0" timeOffset="66506">18660 2781 10013,'-2'-4'2442,"0"1"-2537,2 2 128,4 2-21,1 4 32,6 2-44,1 5-156,3 4-47,-1 1 13,0 5 11,-4 1 22,-4 3-11,-3 0-17,-3-1 79,-3-1 22,-3-2 73,-4-2-45,-3-2 16,-2-3 40,0-2 0,-2-3 40,1-2 100,-2-3 145,2-1 135,-2-3 107,2 0-202,-1-2-56,1-4 0,1-5 61,0-15-263,8 4-28,0-8 118,7 10-151,0 2-6,4 4-347,11-2-45,2 5 5,10-1 29,-6 4-623,8-5 180,-9 2-319,5-5-935,-14 3 2055,0 0 0,-7 6 0,0 1 0</inkml:trace>
  <inkml:trace contextRef="#ctx0" brushRef="#br0" timeOffset="67297">19356 2823 9957,'3'0'2660,"0"0"-2587,-2 0-73,2 0-39,4 0 33,3 2-27,5 5 22,4 4-118,2 7-73,1 3 17,-2 3-62,-3 0 57,-6 1 28,-5-2-1,-4 1 79,-7-3 39,-4-1 45,-6-3 73,-6-3 106,0-3-50,-2-3 34,1-2 72,1-2 202,2-2-56,3-1 5,-1-1 96,3-2-17,0-4-101,3-5-84,1-18-219,5 4-61,1-12-5,5 10-482,12-7-85,-1 11-83,11-3-247,-3 13-414,7 2-846,-1 2 2162,6 2 0,-16 3 0,-3 1 0</inkml:trace>
  <inkml:trace contextRef="#ctx0" brushRef="#br0" timeOffset="67946">20248 2902 10013,'-1'-10'2347,"0"2"-2347,1 8-191,0 0 129,3 3-67,3 5-156,5 7 10,0 6 46,-1 3-1,-3 1 73,-3 0-33,-2 0 28,-2-3 50,-7 0 22,-1-4 90,-9-1 73,-1-3-12,-2-2 85,0-3 123,1-1 190,3-4 286,2-1 56,2-2 672,1-3-1131,2-5-146,-1-5-51,7-8-33,0-4-61,3-6-51,5-5-140,4-2-219,7 0-251,4 2-404,0 7-386,-1 7-566,-1 8-1697,-2 7 3663,-1 4 0,-8 2 0,-1 0 0</inkml:trace>
  <inkml:trace contextRef="#ctx0" brushRef="#br0" timeOffset="69207">20538 1299 10595,'0'-8'2174,"0"-1"-2124,3 7-50,3-1-6,6 2 1,6-1 5,3 2 0,3-2 5,1 2 35,-3-2-35,0 2-5,-3-1 6,-2 1 27,-1 0-33,-4 0-5,-2 0-68,-3 0-17,-2 0 18,-2 0 38,-1 0 34,0 3 6,-2 3 5,1 4-6,0 6 51,-1 2 0,2 5-11,0 3 11,1 4-22,0 3-29,1 4 57,-3 4-62,1 2 0,-2 4 6,0 1-1,0 2-5,0 1 5,1-15 1,0 0-1263,1 20 1263,0-21 0,0 0-718,2 12 712,-1-2 0,0-1-351,-2-2 357,0-1 61,-1-2-28,-1-1-33,-2-3 5,-3 13-6,1-12 7,-2 10-7,4-15 6,-2-1-11,2-1 0,-2-1 6,0-1-6,1-2 11,-1 0-11,3 0 0,-1-2 6,3 2 1166,-1-4-1099,1 1 823,0-4-756,0-1 503,0-3-464,-1-3 90,0-2 90,-2-3 21,0-1 46,-1-2 543,-6 0-627,0-2-191,-9 0-151,-1-1-2728,-22-6-2200,8-4 4928,-8-10 0,25 9 0,8 0 0</inkml:trace>
  <inkml:trace contextRef="#ctx0" brushRef="#br0" timeOffset="74173">2312 5314 12662,'-2'2'3036,"0"0"-2420,2-2-616,7-5-6,7-1-5,13-6 11,11-1 0,7 0 0,8 0-67,3 1-893,1 1 141,-3 0-597,-4 1-399,-4 4-1244,-9 3 3059,-10 2 0,-13 1 0,-8 0 0</inkml:trace>
  <inkml:trace contextRef="#ctx0" brushRef="#br0" timeOffset="74415">2378 5472 9458,'-5'3'2414,"1"-1"-1853,2-2 357,1 1-733,13-1-45,1 0-140,18 0-51,2 0-710,10-2-847,17-8 1608,-16-1 0,-2-1 0,8-1 0,5-5 0</inkml:trace>
  <inkml:trace contextRef="#ctx0" brushRef="#br0" timeOffset="74715">2827 5053 10774,'0'-11'1434,"0"3"-1619,0 7 174,0 1 11,7 6 56,8 3-6,10 9-44,10 4 0,4 5-6,4 3 0,-2 3-68,-6 2-21,-6 4 10,-10 1 29,-10 3 44,-6 0 1,-13-1 5,-6-1 0,-12-3-347,-4-3-1081,-10-4 1150,-13 0 1,24-15-1,-3-1 1</inkml:trace>
  <inkml:trace contextRef="#ctx0" brushRef="#br0" timeOffset="75464">4056 4626 11542,'8'0'1059,"-3"0"-1082,-2 0 23,1 2 56,6 5-5,4 4-46,6 8 40,5 4-39,2 3-6,4 3 0,-1-1-364,-2 0-471,-4-4-369,-4-2-404,-5-4-1388,-4-4 2996,-6-5 0,-2-4 0,-3-3 0</inkml:trace>
  <inkml:trace contextRef="#ctx0" brushRef="#br0" timeOffset="75698">4265 4602 11183,'-1'-7'1905,"0"2"-1905,0 5-151,-1 0 145,-2 3 6,-3 5 34,-2 7-34,-4 8 11,-2 5-6,-4 5-5,-2 4-459,-3 4-762,-1 10-750,4-3 1971,2 2 0,10-24 0,3-8 0</inkml:trace>
  <inkml:trace contextRef="#ctx0" brushRef="#br0" timeOffset="76014">4479 4849 11362,'8'-3'2163,"-1"2"-2163,-7 1-224,2 0 224,-1 2 28,1 5-28,1 5-219,-1 4-486,2 1-584,0 4-1439,0-4 2728,2 1 0,-3-9 0,-1-4 0</inkml:trace>
  <inkml:trace contextRef="#ctx0" brushRef="#br0" timeOffset="76321">4762 4722 12421,'4'-1'404,"2"0"-371,1 1-33,5 0-95,2-1-247,6 1-280,2-2-503,10 0 1125,15-3 0,-21 2 0,4-2 0</inkml:trace>
  <inkml:trace contextRef="#ctx0" brushRef="#br0" timeOffset="76587">4744 4859 9598,'-6'3'3719,"4"0"-3707,9-3 21,6 0 29,23 0-62,-6-2-297,16 0-369,-12-3-673,8-1-930,-4-1 2269,2-1 0,-20 3 0,-6 2 0</inkml:trace>
  <inkml:trace contextRef="#ctx0" brushRef="#br0" timeOffset="77712">5495 4794 10954,'-3'3'3579,"0"-1"-2823,3-2-784,8 0-12,3 0-228,9-1-220,4-2-318,2-1-510,3-1-594,4 0-1596,0-1 3506,1-1 0,-15 3 0,-7 0 0</inkml:trace>
  <inkml:trace contextRef="#ctx0" brushRef="#br0" timeOffset="78088">5782 4684 10097,'-1'-14'2224,"0"2"-2298,6 12-21,5 0-90,7 0-61,5 2-141,1 4-105,-1 3 139,-6 6 106,-5 3-16,-6 4 106,-4 4 141,-8 3 16,-2 1 0,-10 1 89,-1-3 169,0-2 11,3-7 22,3-2-73,3-7-72,4-2-1,2-4 79,3-1 62,1-2 61,1 0-296,3-1-51,5 0 0,8-1-180,9-3-480,7-2-595,14-5-1445,-1 0 2700,5-2 0,-24 6 0,-8 2 0</inkml:trace>
  <inkml:trace contextRef="#ctx0" brushRef="#br0" timeOffset="78509">6083 4658 8870,'0'-15'2991,"0"3"-2991,0 10-235,0 1 235,0 6 0,0 7 39,0 9 17,0 6-45,0 7-11,0 1 39,0 3-33,0-4-1,0-2 1,0-7 0,0-4-1,0-7 219,0-4 225,0-6 380,0-1-757,0-13-66,2-3 0,2-14-6,5-3 0,3-6-6,6-2-72,1-2-1278,13-6-1225,-3 15-1267,5 0 3848,-7 18 0,-13 7 0,-4 2 0</inkml:trace>
  <inkml:trace contextRef="#ctx0" brushRef="#br0" timeOffset="78788">6400 4789 8763,'-3'2'1530,"2"0"-1491,6-2-22,15-1-17,2-2-67,14-2-533,3-3-817,-1-2 1417,7 0 0,-22 5 0,-5 0 0</inkml:trace>
  <inkml:trace contextRef="#ctx0" brushRef="#br0" timeOffset="79271">6702 4618 10321,'-3'-16'2005,"0"4"-2005,3 12-107,2 0-106,6 0-50,5 0-112,8 0-213,4 4-56,2-1 101,-4 4-57,-5 0 247,-8 1 230,-5 1 123,-6 2 257,-8 0-128,-3 1-56,-7 0-73,2-1-6,3-2-66,5-1-152,4-3-84,3 0 212,2-2 7,4 1-18,5-1 51,7 1-72,6 1 55,4 0 62,1 3-62,-2 1-6,-2 2-16,-5 2 95,-7 0 185,-5 0 285,-4-1 141,-6-1 112,-5 0-258,-6-2-213,-8 0-185,-3-2-67,-5-2-566,0-1-156,-1-3-920,7 0 1642,4-2 0,11 1 0,4-1 0</inkml:trace>
  <inkml:trace contextRef="#ctx0" brushRef="#br0" timeOffset="79606">7217 4496 10623,'4'-11'767,"-2"2"-666,-2 14-6,-1 4 141,-5 20-57,1-2-73,-2 12-16,5-8 11,1 1-50,1 0 5,0 0-6,4 0 23,4-1-73,5-3-359,6-4-1573,14-3-23,-7-10 1955,7-3 0,-20-8 0,-5 0 0</inkml:trace>
  <inkml:trace contextRef="#ctx0" brushRef="#br0" timeOffset="79827">7035 4636 10248,'23'0'487,"5"1"-963,11-1-1473,6 1 1949,8-1 0,-24 0 0,-7 0 0</inkml:trace>
  <inkml:trace contextRef="#ctx0" brushRef="#br0" timeOffset="80680">4124 5595 9744,'0'-5'1350,"0"2"-1317,0 3-27,2 0 72,0 0 12,1 0 72,1 0 23,-2 0 0,1 0 22,0 0-17,0 0 7,1 0-35,1 1-55,1 2-18,2 1-49,1 1-1,2 3-39,2 2 5,2 5-5,3 3 0,3 6 0,0 3-313,0 3-517,0-1-362,-2 4-652,-2-5 1844,-4-1 0,-6-14 0,-3-4 0</inkml:trace>
  <inkml:trace contextRef="#ctx0" brushRef="#br0" timeOffset="80955">4293 5615 9548,'1'-8'2470,"0"2"-2111,-1 6-191,0 0-129,0 8 179,-6 4-22,-2 13-84,-8 7-61,-5 5-51,-2 5-370,-4-2-454,0 1-699,1-1 1523,0 4 0,13-21 0,1 0 0</inkml:trace>
  <inkml:trace contextRef="#ctx0" brushRef="#br0" timeOffset="81338">4501 5817 11211,'10'-7'1849,"-1"-1"-1844,0 6-5,3 0-61,2 1-152,3 1-56,-1 0-135,-2 0-27,-4 3 157,-3 4 16,-4 4 73,-2 12 185,-1-4 0,-5 5 68,-2-7 94,-2-2 0,1-3 292,1-2-264,4-4-16,0-1-5,3-4 122,0-1-291,8 0-56,5-2-566,11-3-610,17-7-2230,2-3 3462,9-3 0,-25 9 0,-6 1 0</inkml:trace>
  <inkml:trace contextRef="#ctx0" brushRef="#br0" timeOffset="81555">4868 5733 9834,'-4'-12'1719,"0"2"-1719,4 10-39,0 0 39,3 0 0,5 0-252,6 0-628,14 0-1036,1 0 1916,5-1 0,-16 1 0,-6-1 0</inkml:trace>
  <inkml:trace contextRef="#ctx0" brushRef="#br0" timeOffset="81730">4830 5823 9722,'-4'2'2268,"0"0"-2112,6-2-156,5 0-16,7 0-707,9 0-923,17-2 1646,4-2 0,-13 1 0,-8-2 0</inkml:trace>
  <inkml:trace contextRef="#ctx0" brushRef="#br0" timeOffset="82410">5616 5544 11273,'5'16'117,"-1"4"-61,1 12 12,-1 6-24,-2 4-10,0 0-28,-2 0 5,0-3-6,0-5 1,0-6 0,0-6 27,0-6 186,0-6 403,0-4 302,0-4 1412,0-2-2219,1-11-117,4-4-56,6-16-219,7-5-128,8-7-135,5-3-195,3-1-460,0 5-628,-1 5-2558,-7 12 4379,-2 8 0,-14 9 0,-3 6 0</inkml:trace>
  <inkml:trace contextRef="#ctx0" brushRef="#br0" timeOffset="83265">4086 6589 10517,'-3'4'2996,"0"-2"-2587,3-2-330,0 1-46,2 1-33,4 2 11,6 3-11,6 3 0,6 5 6,2 4 61,2 4-67,-2 3-45,-1 0-582,-4 0-330,-1-2-494,-6-1-364,-3-2-1237,-6-4 3052,-2-3 0,-3-7 0,0-3 0</inkml:trace>
  <inkml:trace contextRef="#ctx0" brushRef="#br0" timeOffset="83513">4321 6591 10909,'3'-11'3192,"0"2"-3180,-3 9-186,0 0 140,0 5 34,-4 5 84,-2 8-50,-6 8 22,-5 7 0,-3 5-6,-5 6-50,-1 3-397,-3 1-841,3-4-700,3 0-1803,5-9 3741,7-8 0,5-13 0,4-8 0</inkml:trace>
  <inkml:trace contextRef="#ctx0" brushRef="#br0" timeOffset="83970">4405 6810 11312,'18'-13'1804,"0"2"-1804,-8 7-6,4 1-520,13 1 167,-6 1 34,4 1 67,-13 1-156,-7 9 414,-3-2 202,-6 15-130,-1-9-27,-3 2-28,1-5-17,3-5-84,1 0 39,2-2 40,1 2 5,5 0 5,3 3 1,6 0-1,4 0 1,1 1-12,3 3-44,-8-3 11,0-1 39,-10-2 689,-3 0-196,-7-1-241,-4 3-252,-8-1-123,-6 0-735,-1 2-760,1-2-2840,3 1 4458,6-4 0,7-2 0,4-3 0</inkml:trace>
  <inkml:trace contextRef="#ctx0" brushRef="#br0" timeOffset="84284">4954 6710 11514,'7'-2'1288,"6"2"-935,2 0-84,8 0-129,2 0-140,5 0-342,4 0-453,3 0-925,1 0-1624,-3-2 3344,-4 0 0,-15-1 0,-7 1 0</inkml:trace>
  <inkml:trace contextRef="#ctx0" brushRef="#br0" timeOffset="84510">4950 6838 9834,'-5'4'2464,"0"0"-2301,5-4-12,4 1-34,5-1-5,8 1-67,7-1-45,8 0-168,3 0-331,6 0-946,8 0-2313,-2 0 3645,2-3 1,-24 3-1,-8-3 1</inkml:trace>
  <inkml:trace contextRef="#ctx0" brushRef="#br0" timeOffset="86175">5796 6669 11648,'-5'2'2767,"-1"-2"-2431,6 0-157,-1 0-78,7 1 45,3 0-79,8-1-67,6 0 0,4 0-454,3 0-559,3 0-517,1-3 1530,10-7 0,-21 4 0,2-3 0</inkml:trace>
  <inkml:trace contextRef="#ctx0" brushRef="#br0" timeOffset="86503">6187 6403 11228,'2'-2'1697,"0"0"-1758,-2 2 150,0 16 57,0 0 44,-1 36-150,-2-13-35,0 17 34,-2-16-33,3 0 5,0-3 28,2-5 23,0-4-23,5-5-39,5-6-425,8-5-444,6-6-744,11-4-1742,4-9 3355,2-5 0,-18 3 0,-7 0 0</inkml:trace>
  <inkml:trace contextRef="#ctx0" brushRef="#br0" timeOffset="86809">6091 6535 9004,'-5'0'2146,"2"0"-656,3 0-930,4 1 73,5 0-202,6 1-263,7-1-168,6 0-1143,17-2-2357,5-3 3500,10-5 0,-29 3 0,-6 0 0</inkml:trace>
  <inkml:trace contextRef="#ctx0" brushRef="#br0" timeOffset="87578">4144 7911 11575,'7'-5'2353,"0"2"-2353,-3 3-45,4 0 39,5 4-27,6 6 33,4 8 45,6 6-45,0 3-286,0 1-492,-1-1-416,-2-3-704,-3-5-1524,-3-4 3422,-5-7 0,-6-5 0,-5-2 0</inkml:trace>
  <inkml:trace contextRef="#ctx0" brushRef="#br0" timeOffset="87829">4381 7881 12483,'-2'-12'3316,"0"2"-3316,2 10-179,-1 0-24,-2 0 198,-2 6 5,-6 6 56,-4 10 5,-7 10-61,-4 6-392,-5 5-1052,0 2-803,-1 3-2510,7-4 4757,5-6 0,10-17 0,5-10 0</inkml:trace>
  <inkml:trace contextRef="#ctx0" brushRef="#br0" timeOffset="88126">4551 8073 10388,'10'0'1204,"-2"0"-1198,-8 2-6,-2 3 0,-3 4 11,-2 4-11,0 1 0,1 1-84,1-2 39,3-1 45,0-2 11,2-1 23,0-3 5,6 0 6,3-2-292,23 1-565,-1-3-683,19 0 1495,2-8 0,-23 5 0,1-5 0</inkml:trace>
  <inkml:trace contextRef="#ctx0" brushRef="#br0" timeOffset="88345">4684 8081 10735,'-4'-3'1558,"2"0"-1660,2 3 158,0 6 74,0 5-41,0 8-72,0 6-17,0 3-1300,0 5-2492,0-1 3792,2-3 0,0-13 0,0-6 0</inkml:trace>
  <inkml:trace contextRef="#ctx0" brushRef="#br0" timeOffset="88554">5054 7961 11194,'7'-2'3383,"-1"0"-3259,3 1-124,6 1-68,7-1-648,10 1-1027,13-2-2497,2 1 4075,5-4 0,-23 3 0,-10 0 0</inkml:trace>
  <inkml:trace contextRef="#ctx0" brushRef="#br0" timeOffset="88727">5135 8091 9257,'8'4'1148,"5"-2"-1641,25-4 493,24-10 0,-25 7 0,7-6 0</inkml:trace>
  <inkml:trace contextRef="#ctx0" brushRef="#br0" timeOffset="89228">6157 7570 11698,'0'-11'1771,"0"2"-1895,0 9 248,0 16 128,0 2-17,0 20-62,0 2-61,-1 5 0,-3 2-44,0 1-68,-3-2 11,4-3-17,0 6-223,11-18-236,5 2-330,12-21-365,6-6-582,10-3-1400,1-10 3142,1-3 0,-21 1 0,-6 1 0</inkml:trace>
  <inkml:trace contextRef="#ctx0" brushRef="#br0" timeOffset="89487">5999 7722 10808,'-7'0'2028,"2"0"-1855,5 0 29,0 0 728,17 3-639,1 1-291,21 3-17,4-1-669,-9-3 0,2-2-1280,0 1 0,1-2 1966,10 0 0,-3 0 0,3 0 0,-10 0 0</inkml:trace>
  <inkml:trace contextRef="#ctx0" brushRef="#br0" timeOffset="90554">10144 5356 11620,'14'4'655,"-4"2"-688,-11 4 33,-4 7 342,-14 33-118,-2-1-79,-1 3 1,-1 2-1145,8-19 0,-1 0 1041,-5 11 0,-1-1-2,-8 13-60,10-25 0,-1 2 20,-3 1 0,0-3 0,-6 13 0,2-8 0</inkml:trace>
  <inkml:trace contextRef="#ctx0" brushRef="#br0" timeOffset="90895">9842 5468 10550,'6'-13'3165,"0"3"-2734,-4 9-268,0 1-57,0 0 34,1 0 134,3 1 62,4 7-123,4 7-90,5 16 1,1 8-88,-1-2 1,1 2-1705,4 9 0,0 0 1668,-3-7 0,-2-3-813,12 15 185,1-4-733,3-5-700,8-4-4040,-1-8 6101,5-6 0,-23-12 0,-6-7 0</inkml:trace>
  <inkml:trace contextRef="#ctx0" brushRef="#br0" timeOffset="91141">10575 5637 11838,'18'-11'3232,"0"4"-4621,21 5 1,5 2-1419,12 0 2651,-6 0 1,-2 0-1,-14 0 1,-10 0 0</inkml:trace>
  <inkml:trace contextRef="#ctx0" brushRef="#br0" timeOffset="91346">10672 5777 10405,'5'6'3349,"27"-2"-4240,5-8 1,5-3-1009,-2 3 0,1 0 1459,10-6 0,-4 0 0,-8 2 0,-11 1 0</inkml:trace>
  <inkml:trace contextRef="#ctx0" brushRef="#br0" timeOffset="92638">11556 4772 6445,'28'-12'504,"-1"0"-392,-8 7-67,0 0-12,1 1 40,-3-1 112,0 1 364,-4-1 123,-3 1-67,-3 0-258,-4 1-347,-1 0-61,-2 0-578,0 1-621,0-2-437,-5 2 1697,0 0 0,-1 1 0,2 1 0</inkml:trace>
  <inkml:trace contextRef="#ctx0" brushRef="#br0" timeOffset="94777">11590 4799 6591,'-9'-2'1735,"1"2"-1191,7 0 638,1 0-868,-3 0 33,1 0 493,-1 0-571,1 0 762,2 0-998,-2 0-33,0 0-33,0 0 27,0 0 45,0 0 269,0 0-162,1 0-141,0 0 51,-2 0-50,2 0 100,-2 0 1950,2 0-1972,6 0-73,1 0 34,7 0-11,2 0 11,4-1-45,3 0 5,1 0 6,-2 1-5,0 0 0,-4 0-6,-2 0 5,-2 0 1,-2 0-1,0 0 7,-1 0 44,0 0-56,-1 0 0,-1 0 33,-2 0-22,-1 0-11,-2 0 6,1 0 44,1 0-16,-2 0 5,3 0-33,-5 0-6811,1 0 6805,-2-2 0,0 1 0,0-1 0</inkml:trace>
  <inkml:trace contextRef="#ctx0" brushRef="#br0" timeOffset="96016">11954 4738 15098,'8'-1'123,"1"0"-201,2 1 16,6 0-72,2-1-45,2 1-152,-1-1-10,-1 1 83,-3 6-50,-3 1-17,-2 9 90,-4 2-11,-3 2 78,-2 2 61,-2 1 63,-6-1 44,-3 1 0,-8-1 0,0-1 0,-2-2 5,2-2-5,3-3 6,1-3-1,4-3 35,2-2 88,4-4 203,1 1 190,1-3 1388,1 1-1914,11-3 5,1-2-247,12-1-285,0-3-386,4 1-348,2 0-610,4-2-1300,-1 2 3176,0-3 0,-17 5 0,-5 1 0</inkml:trace>
  <inkml:trace contextRef="#ctx0" brushRef="#br0" timeOffset="96482">12229 4732 9274,'0'-13'3427,"0"2"-3320,0 10-342,0 0 235,1 8 0,1 3 5,1 9 85,2 21-90,-2-5 17,0 15-12,-1-12 1,-2-3-6,1-3 5,-1-5 1,1-6-6,-1-6 34,1-5 106,-1-5 11,0-3 1523,0-1-1534,2-6-84,1-5-45,2-8 1,9-20-12,-1 5-6,7-9-28,-3 13-44,2 3-247,0 4-196,1 1-33,1 1-40,1 0-185,1 2-189,1 3 4,-1 2 119,-1 4-170,0 4-379,-5 2 1394,-2 3 0,-8 0 0,-2 0 0</inkml:trace>
  <inkml:trace contextRef="#ctx0" brushRef="#br0" timeOffset="96926">12614 4921 9951,'-7'0'3316,"2"0"-2818,5 0-94,0 0-354,5 0-11,6 0-33,7 0-6,6 0-62,4 0-475,2-1-443,4-1-729,2-3-1204,0 0 2913,-4-2 0,-14 3 0,-7 2 0</inkml:trace>
  <inkml:trace contextRef="#ctx0" brushRef="#br0" timeOffset="97438">12947 4758 9397,'0'-4'1562,"0"0"-1562,2 4 0,3 0-5,6 0-197,4 0-173,2 0-62,1 2-45,-1 0-112,-3 2 101,-3 1 124,-6 1 111,-2 5 264,-6-2 61,-1 3-28,-2-5 0,-1 0-28,3-1 68,0 2-68,3-3 51,0 2-6,1-2 16,0 5-21,3-1-51,4 7-79,7-3-44,7 2 45,3 2 27,1-1 46,-1 0-34,-4-1 39,-7-3 162,-6-1 118,-5-2 353,-2-2 96,-4-1-231,-4 0-291,-8-3-201,-3 2-12,-4-4-1254,-14 2 50,9-3 1210,-7 1 0,23-1 0,4 0 0</inkml:trace>
  <inkml:trace contextRef="#ctx0" brushRef="#br0" timeOffset="97795">13430 4702 10270,'5'-5'2375,"0"0"-2375,-5 5-33,0 0 33,0 5 196,0 4 95,-3 8 67,-2 8-139,-3 5-23,-2 5-56,1 4-107,1 0-27,3-1 72,2-2-38,2-3 21,1-5-10,5-3-51,4-5-308,7-3-493,4-6-325,4-4-868,9-5-2117,1-3 4111,3-7 0,-18 3 0,-6-2 0</inkml:trace>
  <inkml:trace contextRef="#ctx0" brushRef="#br0" timeOffset="98071">13209 4855 7778,'-6'0'1927,"0"0"-1138,6 0 1435,0 0-1776,5 0-179,4 0-157,10 0-112,7-2-146,8 0-934,14-5-1699,0 1 2779,7-4 0,-27 5 0,-7 1 0</inkml:trace>
  <inkml:trace contextRef="#ctx0" brushRef="#br0" timeOffset="100289">12432 5663 8982,'12'-1'1820,"0"0"-1825,-8 5 5,2 5 0,0 8-11,0 5 22,-1 3-11,0 1 5,-2 2 29,0-2 22,-1 1 0,-1-2 22,0-2-33,0-3 0,-1-2 5,1-5 23,-1-4 1709,1-3-774,-1-4-96,1-1-805,-1-9-18,0 0-16,0-10-67,1-1-6,1-4 73,1-1 117,4-10-83,-1 11-68,4-6-39,-2 12 11,6-6-5,-1 4-6,5-5 0,-3 6-6,-2 1 6,2 0-5,0-2-1,-4 7-27,0 0-2,-5 7-4,1 1-11,0 0-79,1-1 23,2 0-12,0 0-5,1 0 44,0 1 7,-3 0-12,-2 0-84,-2 2-168,-3 2-7909,0 0 8245,2-1 0,-2 0 0,1 0 0</inkml:trace>
  <inkml:trace contextRef="#ctx0" brushRef="#br0" timeOffset="100954">12071 6623 14415,'13'1'67,"20"-6"-67,-3 0-151,17-6-695,-9 4-1372,-5 1 1,1-1 1590,12-1 0,4-2 0,-33 6 0</inkml:trace>
  <inkml:trace contextRef="#ctx0" brushRef="#br0" timeOffset="101295">12584 6405 11060,'9'-9'2229,"-2"3"-2229,-7 12 56,0 5-22,0 9 5,0 5-33,0 4 33,0 1-22,0 2-17,0-1 45,2-2 11,3-3-23,4-5-33,5-4-185,2-4-1249,21-5-879,-7-6 2313,14-7 0,-26 2 0,-5-4 0</inkml:trace>
  <inkml:trace contextRef="#ctx0" brushRef="#br0" timeOffset="101577">12518 6511 8802,'-7'0'2532,"2"0"-1983,5 0 936,0 0-1306,7 0-22,4 0-157,11 0-577,9-2-1305,18-4-2649,5-3 4308,8-5 0,-29 7 1,-8 1-1</inkml:trace>
  <inkml:trace contextRef="#ctx0" brushRef="#br0" timeOffset="102421">12532 7191 11665,'8'-14'3904,"-1"3"-3691,-7 8-695,1 2 482,-1 8 5,-1 4 102,-2 11-40,-1 2 0,-2 4-56,2 0-4,1 1-2,2-3 62,1-2 23,5-3 11,7-5-101,10-3-17,9-3-409,7-6-425,4-2-505,0-2-341,-2-6-504,-7-6-790,-8-3 2991,-8-4 0,-9 10 0,-5 2 0</inkml:trace>
  <inkml:trace contextRef="#ctx0" brushRef="#br0" timeOffset="102662">12377 7213 10007,'-7'-8'3193,"0"3"-2790,7 3-207,0 1-90,6 0 62,1-1-16,8 2-74,2-1-78,4 1-95,3-1-852,11-1-1310,0-1 2257,8-3 0,-21 3 0,-4 0 0</inkml:trace>
  <inkml:trace contextRef="#ctx0" brushRef="#br0" timeOffset="104701">11307 4712 11390,'0'-5'3641,"-1"0"-3462,0 3-179,-2 0 0,-1 0-39,-1 0-28,-3 1 28,-1 0-29,-2 1 24,-1 0-24,1 1-16,0 2 6,3 2 5,1 1 0,3 1 40,1-1-1,2 0 23,0-1 0,1 4 16,0-3 46,0 3-51,0-1 0,0 3 5,0 1 68,-3 11-62,1-4-5,-3 9-6,1-6 39,1 13 6,1-5 0,1 9 11,1-9-51,0-1 46,0 2-51,0 0 5,0 2 40,0 1-6,0 3-33,-2 1 33,-1 20-1168,0-14 1134,1 16-733,2-19 739,0 3-171,0 0 171,0 21 0,-1-16-11,0 13 6,0-22 5,0-1 1046,1-2-1057,-1 0 0,0-1 6,0 0 0,-1-1-6,-1-2 11,-1 0 803,0-1-802,-1-1-7,1-1 1,0-1-6,2-1 0,1 0 0,0 0 5,0 1 1,1 1 0,-1 1 38,0 1 1,-1-2-34,0 0-5,0-1 39,0-2 157,2 0-196,0 10-1,0-8 6,0 8 23,2-10-28,2-1 38,1 0-32,0 0 21,1-2 6,0-2 18,0-1-46,2-2 28,4 6-27,-2-7-12,2 3-6,-4-7 6,-2-2 0,-1 1 11,1 0 34,-1-1-34,1 1 28,0 0 12,1 1-51,0 2 33,3 2-27,0 2 56,2 1 27,1 3 12,1 0 39,0 1 325,7 9-247,-6-9-55,4 7-91,-8-11-27,0-2-6,-2-1-5,1-1-34,-2-2 6,1 0-1,0-1 124,-1-1-95,0 0 38,-2-3-60,0 0-7,-1-3 107,-2 0-5,-1-2-18,-1-1-38,0-1 33,-1-1-73,1-1 112,-1 1-73,1-1-10,-1 0-7,3 0-5,0-1-28,5 0-386,7 0-673,9 0-840,23-5-2844,6-4 4743,-19 1 0,-1-1 0,3-1 0,-8 1 0</inkml:trace>
  <inkml:trace contextRef="#ctx0" brushRef="#br0" timeOffset="106344">13931 4905 9464,'3'0'2974,"2"0"-2795,-1 0-179,6 0-56,6 0-44,8 0 21,4-2 57,15-1 16,-16 0 6,3 1 146,-22 2 67,-4 0 498,-4 0-711,0 2 33,0 4 74,0 6 33,0 5 28,0 5-23,0 3 1,0 6 5,-3 3 28,-2 5 1,-1 3-29,0 3 45,1 2 0,0 3-79,1 2 12,0 4-5,0 2-18,1 5-709,1 2 648,1 0 0,1-2-6,0-2-39,1-21 0,0 1-1203,0 18 1247,1-22 1,-1-1-612,0 11 679,0-3-28,-1 1-28,0-4 17,0 1-28,0-3-40,1-1 6,0 0 45,1-1 492,1 0-543,0-1 29,-1 0-29,0-2-5,-1-1-5,0-2-1,-1 11 6,0-10 6,1 9-6,0-11 0,1 1 0,0 12 5,0-9 1,-2 11 0,0-14 5,0 1-6,0 0 1192,0 0-1186,0 0-5,-1 1 764,-1 0-765,-2 14-5,1-11 6,-1 9 0,3-15-1,0-2 29,1-3-29,0-2-5,0-2 0,0-3 73,0 0-62,0-3 23,0-2-34,1-2 6,0 0 5,1-2-11,-1-2 39,0-1-5,0 1 22,0 0 0,0 0-51,0 0 29,-1-1-34,1-1 45,0-2-45,-1 0 50,0-2 17,0 0 45,0 1 6,0 2-34,-4 1-23,-2 0-49,-4 1-7,-3-1-5,-6-1-633,-7-1-1121,-25-2-1696,-8-6 3200,19 0 0,3-1 1,-5-2-1,9-1 1</inkml:trace>
  <inkml:trace contextRef="#ctx0" brushRef="#br0" timeOffset="107179">14671 6094 11995,'-4'-12'2515,"2"2"-2235,2 10-168,0 0-123,4 0-28,5 0-196,9 0-555,10 0-694,8 0-555,12-5-2105,0 1 4144,0-5 0,-23 4 0,-9 2 0</inkml:trace>
  <inkml:trace contextRef="#ctx0" brushRef="#br0" timeOffset="107370">14625 6220 9671,'-8'8'2554,"2"-2"-2458,6-6 139,7 0-34,6 0-201,14 0-224,8-3-941,22-5-2067,1-3 3037,-23 4 1,-1-1-1,2 1 1,-10 1-1</inkml:trace>
  <inkml:trace contextRef="#ctx0" brushRef="#br0" timeOffset="108184">15406 5827 10181,'-2'-9'1596,"0"2"-1647,2 7 23,5 10 28,0 3 6,5 13 67,0 5-40,-2 6 23,-2 5-22,-3 3 5,-1 0 0,-2-4-27,0-2 21,0-6 40,0-6 28,0-7 62,0-7 145,0-5 330,0-4 1939,0-3-2493,0-12 61,0-3-72,0-14-62,0-3 51,0-6 5,4-2-61,5-4-1,6 0-5,6 0-78,1 1-79,2 5-145,0 2-158,1 6-178,-3 4-197,-2 5-374,-2 4-534,1 3 1743,5 1 0,-11 6 0,1 1 0</inkml:trace>
  <inkml:trace contextRef="#ctx0" brushRef="#br0" timeOffset="108644">15896 5113 9666,'0'-6'2352,"0"0"-2302,0 6-11,3 0 17,5 0 0,4 0-56,8 0-257,4-1-421,5-2-672,5-3 1350,13-5 0,-22 4 0,3-1 0</inkml:trace>
  <inkml:trace contextRef="#ctx0" brushRef="#br0" timeOffset="109602">15960 5075 6977,'-3'5'1254,"0"0"-957,2 1 84,-1 0 0,1 4 118,-1 2-62,0 3 50,-1 4 6,1 2-51,-1 5-44,2 2 5,0 2-83,1 1-108,0-1-38,0 2-56,0-1-46,0 2-16,0 0-5,0 3 10,0 1 40,0 3-11,-1 2-45,0 0 22,0-1 6,0-1 22,1-2 101,0-1 17,0 0-40,0-1 6,0 3-33,0 0-23,0 18-117,1-12 44,1 13-11,0-19-5,2 0-28,0-2 5,2-1 39,-2-1 6,1-1-22,0-1-34,-1-2 5,3 11 7,-2-11-12,1 7 0,-4-14 16,0 10-10,-1-8 0,1 6-1,1-11 6,-1 0-5,2-3 5,-1 1-11,0-1 6,0 1-1,-2-1 1,0 2 0,-1 0-1,0 0 1,0 2-1,0-2 1,0 2 5,0-1-5,0 1 11,0 14-12,0-9-5,0 11 6,0-11-6,0 2 5,0-2 1,0-1 0,0-1-1,0-1 34,-1-1-39,0-1 0,-1-1 0,0-1 6,0-1-6,1-1 0,-1-1 6,2-1 33,-1-1-33,1-1 0,0-2-1,0-3-5,0-2 0,0 0 6,0-2-1,0 1 1,0-2 0,0 0-1,0-2 281,0 0-163,1-1-28,4-1-44,3 0-46,7 0-5,1 0 0,5 0-549,4 0-661,6 0-1075,14-4-2582,3-3 4719,6-6 1,-25 6 0,-8 0 0</inkml:trace>
  <inkml:trace contextRef="#ctx0" brushRef="#br0" timeOffset="110781">16232 5174 9677,'3'6'3008,"0"0"-2751,0-6-184,2 0-73,3 0-67,4 0-258,5 0-73,4 0-168,4 0-509,8-2 1075,10-3 0,-19 2 0,2-2 0</inkml:trace>
  <inkml:trace contextRef="#ctx0" brushRef="#br0" timeOffset="111161">16553 5071 9794,'5'-3'2459,"0"0"-2403,-2 3-56,5 0 0,4 0-146,6 0-106,3 0-78,2 3 44,-2 3 85,-4 5-281,-7 18 432,-4-4 50,-12 12 0,-4-7 33,-10-1-27,0-2 117,-1-2 6,3-5 5,3-4 45,4-4 96,4-5 72,4-3-45,1-2 141,2-2-325,5 0-118,7 0-73,12 0-627,9-1-1053,19-4-2638,2-1 4391,10-3 0,-30 3 0,-9 3 0</inkml:trace>
  <inkml:trace contextRef="#ctx0" brushRef="#br0" timeOffset="111662">16593 5773 11816,'8'-10'3288,"-3"2"-3288,-4 8-219,-1 0 219,3 6 45,-1 5-45,4 10-481,-2 5-746,2 5-767,2 8-1412,0-3 3406,1 2 0,-4-19 0,-2-5 0</inkml:trace>
  <inkml:trace contextRef="#ctx0" brushRef="#br0" timeOffset="112469">16561 6463 11290,'5'-9'2817,"0"1"-2817,-2 6 0,5-1-67,3 2 11,5 0-28,2 1-51,1 0-61,-1 3 34,-2 3 39,-4 8 28,-4 4-62,-3 4 62,-3 2 44,-2 0 46,-1 1-35,-5-3 40,-4-1 0,-4-3 0,-2-2 62,-2-3 16,-1-4 29,-1-2 94,0-4 63,0-1 49,1-2-122,1-5 44,-4-12-146,7-2-27,0-12-51,9 5 23,4-1-34,1 2 0,3 1-84,3 3-174,5 2-145,4 2-286,3 3-476,1 0-588,7 1-1081,-1 2 2834,4 0 0,-13 5 0,-5 3 0</inkml:trace>
  <inkml:trace contextRef="#ctx0" brushRef="#br0" timeOffset="113087">16519 7161 11575,'8'-8'1356,"3"2"-1356,0 2-11,5 1-135,4 0-61,1 2 61,2 0-106,-2 1 39,-3 3 62,-2 4-6,-4 7 79,-2 4 22,-3 2 11,-3 3 6,-2-1 16,-2 2 23,0-3 112,-3 0 34,-4-3 39,-5-2 414,-13 1-335,6-7 167,-7-1 134,7-8 7,-8-6-371,5-4 118,-5-8 45,9-4-84,4-2-83,2-3-40,6-14-292,2 8-369,5-9-840,6 14-667,11 0-2948,4 2 4959,7 1 0,-14 11 0,-4 4 0</inkml:trace>
  <inkml:trace contextRef="#ctx0" brushRef="#br0" timeOffset="114330">17146 5258 9128,'-3'-19'1971,"0"5"-1932,3 13 12,1 0-18,5 0-27,2-1 44,5 0 18,-1 1-63,-2 0 34,-2 1-27,-1 0 21,0 0-27,0 0-6,1 1-39,1 3-29,-1 4-60,1 2 38,-2 2-5,-2 1 0,-1 3 67,-3 1 28,0 4 5,-1 4-5,0 3 6,0 7-1,0 2 7,0 7-12,0 2 44,0 5-38,0 0-148,0 1 249,-1 0 55,0 1-33,-1 0-17,1 3-615,0 2 587,1 2-5,0 0 38,0 1-38,1-2 27,1 0 17,1-4-146,-1-1 67,1-4-32,-3 0-7,1-4 51,0 0-56,1-4 6,1 0 603,1-2-609,-1-1 6,1-1-6,-2-2 5,1 13 51,-2-10-50,0 7-6,0-13 322,1 13-322,0-12 0,0 12 6,-1-15 67,-1 0 28,0-3-23,0-1 23,0-4-62,0-2-5,0-2 55,-1-2-27,1 0-6,-1-1-23,1 0 96,0-1-11,0-2-23,0-2 51,0-3 212,0-4 202,0-3-62,-2-1-246,-3 0-218,-6 0-34,-7 0-902,-7-2-1170,-12-9-3383,-2-3 5455,-3-9 0,19 11 0,8 0 0</inkml:trace>
  <inkml:trace contextRef="#ctx0" brushRef="#br0" timeOffset="114988">17866 6044 10556,'-7'3'3613,"2"0"-3412,5-3-61,0 0-73,7 1 29,4-1 27,9 1-67,6-1-17,4 0-39,5 0-342,3 0-677,1-2-381,-2-1-633,-2-2-1289,-7-1 3322,-5 0 0,-11 2 0,-6 2 0</inkml:trace>
  <inkml:trace contextRef="#ctx0" brushRef="#br0" timeOffset="115230">17998 5946 9654,'0'-12'3383,"0"2"-3310,0 10-241,0 0 168,0 3 45,0 8 56,-2 9 22,-1 11-123,0 8-818,2 10-3035,0-1 3853,1 2 0,0-25 0,0-7 0</inkml:trace>
  <inkml:trace contextRef="#ctx0" brushRef="#br0" timeOffset="115983">18758 5757 11654,'0'-4'3108,"0"0"-3169,0 4 61,-2 5 33,0 5 40,-2 8-6,-1 9-11,-1 5 0,0 6-56,0 2 6,2 3 33,2-3-28,1-1 28,1-4-33,0-4 28,5-3-34,0-5-79,8-4-134,3-4-268,6-5-583,7-4-695,13-4-1260,3-8 3019,5-4 0,-23 2 0,-8 0 0</inkml:trace>
  <inkml:trace contextRef="#ctx0" brushRef="#br0" timeOffset="116310">18564 5901 9206,'-13'-5'3013,"3"0"-2587,9 5 1322,1 0-1513,4 0-39,6 0-101,10 0-95,13-2-622,11-3 622,1 0 0,9-3 0,-8 2 0,9-1 0,4-1 0,0-1 0</inkml:trace>
  <inkml:trace contextRef="#ctx0" brushRef="#br0" timeOffset="116994">19173 5184 10847,'-1'-7'2358,"0"2"-2240,1 4-101,0 1-17,3 0-308,5-1 73,7-1 139,6 0-66,3 0-203,1 0-88,-4-1-90,-2 1 5,-7 1-5,-3 0-280,-5 0-1765,-3 0 1681,-9 1 907,-2 0 0,-1 0 0,2 0 0</inkml:trace>
  <inkml:trace contextRef="#ctx0" brushRef="#br0" timeOffset="117887">19171 5175 11273,'0'52'222,"0"-1"0,0-2 0,-1-6-110,-2-4-670,0 4 648,-1 2 252,2 2-252,-2 1 184,0 17-72,-1-16-45,0 12 22,0-21-34,0 1-21,1 1-46,-1 2-11,1 1-28,1 2 162,1 0-123,0 1 40,2-2-12,-1 1-16,1-2-29,0 1 7,0-2-29,0 1 0,0-3 6,5 18-40,0-16 364,5 12-369,-2-20 0,3 14 0,-4-13 0,0 11 11,-4-15-5,-1-2 50,0 0-51,1 11 1,-1-11-6,2 7 6,-2-12 10,2 10-16,-3-7 6,1 7-6,-2-12 6,0-1-1,0-3 29,0 6-23,0-7-5,0 2-6,0-7 0,0 2 56,0-4-51,0 3 29,0-5-29,0 2 7,0-1-12,0 1 44,0 0-38,0 0 0,0 0 33,0 1 17,0 7-6,0-4-44,0 5 27,0-6-27,0 0 0,0 0-6,0 0 5,0-1 6,1 2 1,-1-2-1,2 0-6,-1-2 29,1-2-28,0-1-6,0-2 39,0-1 11,0-2 90,0-2 527,2 0-297,1-2-129,3 1-118,4-1-112,16 0-11,-1-3-246,15 0-264,-7-3-431,1 1-678,-2 1-515,3 0-2703,-7 1 4837,-1-1 0,-14 2 0,-6 0 0</inkml:trace>
  <inkml:trace contextRef="#ctx0" brushRef="#br0" timeOffset="120204">19528 5370 11374,'13'-8'2050,"-3"1"-1983,-8 5-67,1 1-202,2 1-150,4 0-91,4 0-313,5 0-1669,19-2 302,-7-1 2123,11-4 0,-26 3 0,-5 0 0</inkml:trace>
  <inkml:trace contextRef="#ctx0" brushRef="#br0" timeOffset="120660">19787 5208 9895,'0'-7'1714,"4"2"-1709,2 2-5,5 0-33,3 1-40,1 0-117,0 2-34,-1 0-140,-4 0-118,-3 0 34,-4 0 168,-2 5 286,-8 8 50,0-1-51,-7 6 51,3-7-50,2-1-6,3-2 0,3-2-67,2-1 11,1-2 50,0 1 6,3 0-39,6 3-34,6 3-162,6 3 95,3 4 77,0 2-4,-2 2-11,-6 2 78,-6-1 202,-5-1 308,-4-1 173,-7-3-269,-5-3-234,-19 4-836,-1-4-879,-9 1 1535,6-4 0,16-7 0,6 0 0</inkml:trace>
  <inkml:trace contextRef="#ctx0" brushRef="#br0" timeOffset="121385">19907 6106 9867,'-15'-10'818,"1"6"-818,-12 14 0,3 6-6,0 6 6,3 4 0,3 2 0,5 2-5,4 0-40,4 0 45,3-4 101,7-4 139,5-7 35,9-6-96,7-5-50,5-3 61,11-17 146,-13 3 443,4-14-135,-22 6-33,-6-9-611,-4 5-45,-6-7-358,-4 11-639,-3 3-644,-4 5-1115,2 4 2801,-1 5 0,6 2 0,3 2 0</inkml:trace>
  <inkml:trace contextRef="#ctx0" brushRef="#br0" timeOffset="122026">19600 6970 11351,'0'-13'3960,"0"3"-3904,1 8-56,4 2-50,3-2-197,8 1-324,4-2-5686,44 0 6257,-25-1 0,15 2 0,-38 0 0</inkml:trace>
  <inkml:trace contextRef="#ctx0" brushRef="#br0" timeOffset="122245">19901 6806 11547,'1'-5'1541,"0"2"-1541,0 3-157,2 0 163,0 6-6,2 4-6,-2 9 0,0 5-313,-2 7-773,0 15-1031,-1 3 2123,-5 8 0,4-27 0,-3-7 0</inkml:trace>
  <inkml:trace contextRef="#ctx0" brushRef="#br0" timeOffset="122552">19835 7468 12556,'4'3'151,"0"6"-95,-2 5-11,-1 8-45,1 4-28,-2 2-706,2 1-1086,1 1-2672,2-5 4492,2-4 0,-3-11 0,0-5 0</inkml:trace>
  <inkml:trace contextRef="#ctx0" brushRef="#br0" timeOffset="123911">20384 5184 7324,'18'-6'963,"-1"2"-896,-1 2 45,2 0 224,3 2 102,0 0-80,-2 0-78,-3 0-100,-4 0-40,-4 0-28,-3 0 39,-2 2 95,-1 3-5,0 5 22,-1 3-44,0 5 10,0 3 12,-1 4 134,1 18-100,-1-6-96,0 16 40,0-10 16,-2 3-56,-2 3 56,-2 4-55,1 0-35,0 1 23,2 0-11,0-1-34,0 2-363,1-1 319,-1 4-12,1 0-11,1 2-6,-1 1-44,2 1-1,-1-18 1,0 1-643,1-11 0,-1 0 657,1 10 0,-1-2-377,-1 15 357,1-18 0,-1-1 6,-3 20 133,1-20 1,0-1-106,-3 12 22,-2 0-51,1-2 12,-4 17-11,5-17 33,-3 10-33,5-22-6,0-3 0,2-1 0,1-1 5,0-1 1,1 1 27,-2-3-33,1 2 6,-1-2 1288,2 1-1249,0 0-40,1 0 432,0-1-437,0-2 6,0 0-1,0-2-5,0 0 6,-1-1-1,0-1-5,-1 0 34,0-2-28,0 0-6,0-2 11,1 0-11,0-2 0,-1 5 11,1-6-5,-2 3 27,1-8-27,0 0 44,-1-2-44,1-1 27,-2-2-27,0-2-6,-5-1-325,-7-1-1327,-21-9-3288,-7-4 4940,-15-13 0,27 11 0,7 2 0</inkml:trace>
  <inkml:trace contextRef="#ctx0" brushRef="#br0" timeOffset="126235">6526 9593 12202,'9'-18'3619,"-2"2"-3126,-7 13-331,0 1-733,0 1 543,0 13 28,0 7 39,0 18 6,0 11-39,-2 11 13,0-26 1,-1 1-20,-1 3 0,-2 1 3,0-1 0,-1 0 2,-1 1 1,-1-2-4,1-1 1,0-1-3,-8 28-280,2-9-129,2-10-33,4-10 5,3-12 157,2-9 117,1-7-609,2-5-1150,-2-13-38,2-9 884,-1-22-363,2-15-606,7 5 1,2-2 2472,-2 12 1,1 0 19,6-14 0,2 0 265,-3 11 1,0 4 222,5-17 66,1-4-311,-12 35-115,-2 8-55,-2 8-269,-1 4 2717,-1 6-3053,0 1 498,0 2-425,2 1 157,2 7-56,4 8 33,4 13-67,3 9-17,2 9-28,2 6-5,0 5 27,2-1-386,1 1 370,1-4-11,1-1 27,1-4-27,0-5 44,-1-6-10,-2-8 44,-2-7 67,-2-10 224,-1-6 504,-1-5-156,10-20-504,-6-2 78,9-21-45,-10-3 64,-1-10 0,-1-5-351,-7 20 1,-1-1 168,7-25 0,-1 1-44,-7 26 0,-3 2-29,1 1 1,-1 0 78,6-30-400,-3 5 271,-1 6-5,-3 7-6,0 7-585,0-3-104,0 16-16,0-2-130,-2 17-616,0 6 119,-2 2 33,-1 6-354,0 12 1653,-1 4 0,0-2 0,0-3 0</inkml:trace>
  <inkml:trace contextRef="#ctx0" brushRef="#br0" timeOffset="126646">8011 9519 12096,'5'-9'2997,"-2"2"-2997,-3 7-62,-3 1 12,-5 8 38,-7 8 12,-6 15 0,-4 10 6,-3 9-478,-4 6 497,17-25 0,-1-1-25,-1 1 0,1-1-28,1 0 0,0 0-470,-13 25-533,6-7-353,6-11-704,7-11-1301,5-11 3389,3-9 0,1-6 0,0-1 0</inkml:trace>
  <inkml:trace contextRef="#ctx0" brushRef="#br0" timeOffset="126867">7989 9475 11273,'18'-19'1927,"-3"9"-1826,-2 26-23,2 12-28,2 15-16,3 11-1042,1 6 1008,-10-28 0,0 1 117,0 1 1,0 0-398,-1 0 0,2 0-967,3 13 1,0 1 308,-5-15 0,0-1 938,2 9 0,-2-6 0,-3-9 0,-4-12 0</inkml:trace>
  <inkml:trace contextRef="#ctx0" brushRef="#br0" timeOffset="127081">7737 9743 10506,'-8'-3'2520,"2"0"-2408,14 2-45,6-1 6,14 0-73,9-1-117,7 2-797,6 1-536,12-2-2978,-4-1 4428,3-3 0,-30 2 0,-9 0 0</inkml:trace>
  <inkml:trace contextRef="#ctx0" brushRef="#br0" timeOffset="127380">7759 9485 8802,'-35'25'3126,"7"0"-2386,-5 28-343,6-1-139,-2 8-177,16-26 0,0 0-47,2 2 0,2 1-6,2 0 0,2 0-28,1-1 0,2 0-1005,3-1 0,3-1 462,12 25 52,3-31 1,6-2 570,17 0 1,2-3 0,6 2-1,13-3 1</inkml:trace>
  <inkml:trace contextRef="#ctx0" brushRef="#br0" timeOffset="127660">8509 9449 11301,'16'-4'1490,"0"9"-1428,-1 18-18,3 12-24,-4 0 0,0 2-26,6 22 6,-8-18 0,-2 0-6,-3 20 1,-3-2 5,-5-3 0,-8-3 0,-5-6-331,-14-3-1428,0-8 1759,-3-9 0,15-12 0,5-7 0</inkml:trace>
  <inkml:trace contextRef="#ctx0" brushRef="#br0" timeOffset="127861">8789 9683 12892,'28'-13'2581,"2"1"-2490,-2 2-91,7 2-287,6 0-911,7 1-1015,12-2-3656,0 1 5869,2-3 0,-29 6 0,-11 0 0</inkml:trace>
  <inkml:trace contextRef="#ctx0" brushRef="#br0" timeOffset="128036">8859 9830 10483,'-10'8'1585,"10"-2"-1585,20-6-34,18-6-4501,17-6 0,6-2 4535,-15 2 0,-1-1 0,10-1 0,-5 1 0,-7 0 0</inkml:trace>
  <inkml:trace contextRef="#ctx0" brushRef="#br0" timeOffset="128711">10134 9471 10612,'-16'-25'1478,"-5"4"-1455,-9 12-23,-3 4-6,-1 3-55,1 4 49,4 6-21,5 6-12,3 4 39,6 2 1,4 0-1,4 0-72,4 9 78,3-6 78,11 7 12,6-8-1,32 9-89,-6-7-78,15 4 28,-18-12-74,-9-3-77,-10-4 38,-10-1 163,-7-2 286,-11 0-152,-8 3-134,-13 0-1136,-34 4-410,7-5 1467,18-4 0,2 0 0,3-3 0,11-1 0</inkml:trace>
  <inkml:trace contextRef="#ctx0" brushRef="#br0" timeOffset="129017">10285 9405 12023,'7'-2'1563,"0"2"-1608,-7 2 45,0 9 241,0 10 22,0 15-83,0 12-91,0 13-44,0-28 0,0 2-6,0 2 0,0 1-506,0 2 1,1 0 516,1 2 1,0-1-29,0 1 1,1-1-1,0 0 0,0 0-22,0-1 0,0 0 0,-1-3 0,1-1-627,3 30-543,-1-11-596,0-15 1766,0-13 0,-3-15 0,0-7 0</inkml:trace>
  <inkml:trace contextRef="#ctx0" brushRef="#br0" timeOffset="129303">10451 9469 9660,'20'-8'1506,"0"2"-1433,0 6-73,3 0-45,2 7-22,0 3 34,-4 9-12,-5 3 0,-7 2 45,-4 3 39,-5 0 34,-2 1 56,-6 0 56,-7-1-1,-8 0-77,-6 0-107,-7-2-454,-4 0-632,-7 0-2044,4-3 3130,2-2 0,20-9 0,8-5 0</inkml:trace>
  <inkml:trace contextRef="#ctx0" brushRef="#br0" timeOffset="130203">11036 9453 11956,'-7'-15'1216,"-6"5"-1211,-15 9-5,-4 9 0,-5 6 0,2 13 6,1 7 5,4 5 28,4-1-39,7 1-11,5-4 6,7-6-51,4-5 56,2-9 39,3-4 101,5-7-51,6-2-89,7-4-50,4-7-224,1-5 167,2-9 107,-4-5 0,-3-1 107,-5 0 66,-5 3 68,-4-1-241,-3 14-218,-2 1 139,-1 11 90,-1 18 45,-1 12-56,1 8 6,-1 3 61,3-14-28,5-2 51,6-5 16,9-5 1,6-7-107,6-3-45,5-8-134,2-6-370,14-18 319,-17 1 191,6-13 39,-22 10 39,-6 0 101,-5 2 56,-4 6-196,-4 5-212,-1 9 100,-1 5 100,-5 18 12,0 1 6,-4 16-6,1-1 11,2 0-5,2 1-6,2-2 5,1-3 1,1-5 44,0-3-16,3-5 56,3-5 38,3-4-55,2-3-17,1-4-22,2-7 27,2-5-27,1-10-28,2-8-6,1-5 39,2-8 6,0 0 145,1 1 135,-2 4-56,-1 10 50,-5 7-11,-4 10-168,-4 5-140,-3 6-123,2 1 123,1 1 5,4 5 6,4 4-5,4 7-6,3 4 6,14 15-197,-7-5-374,7 10-309,-14-12-476,-5 1-1405,-5-4 2755,-4-2 0,-5-12 0,-1-4 0</inkml:trace>
  <inkml:trace contextRef="#ctx0" brushRef="#br0" timeOffset="131533">12169 8967 7375,'1'-6'1899,"0"0"-1188,-1 1 185,0 0-101,0 2-241,0 0-554,0 2-5,-4 0-1,-2 5-5,-5 4 0,-4 7 11,-1 8 0,-3 6 56,1 9 62,0 7-85,7-8 1,2 3-1160,-3 19 1128,5-20 1,2-1 8,2 7 12,3 2 5,0-17-23,0 1-5,0-20-5,0 0-6,-3-4 1148,1-3-1137,-1 1 96,2-4 38,0 0-44,-2-1-46,0-2-4,-1-4-40,-1-2 0,0-5 39,1 2 17,0 0-107,2 6-10,2 1-214,0 4 275,6 2 6,4 6 0,8 6-6,4 7 0,0 3-6,-2 6 0,-5 2 6,-5 4 107,-5 1 94,-3 3 275,-2 19-117,-2-12 72,1 15-39,-1-20-112,1 2-112,1-1-11,3-3 0,2 0-101,3 9-56,-2-10 0,6-3-1988,30 1-1944,-4-13 3932,23-6 0,-34-14 0,-5-4 0</inkml:trace>
  <inkml:trace contextRef="#ctx0" brushRef="#br0" timeOffset="132077">12706 8945 10164,'4'-10'1854,"3"0"-1854,9 3-79,6-1-363,8-2-230,3 2-336,4-1-1295,6 1 523,-16 3 1780,-2 1 0,-19 3 0,-5 1 0</inkml:trace>
  <inkml:trace contextRef="#ctx0" brushRef="#br0" timeOffset="132644">12788 8911 7789,'-7'6'677,"1"0"-469,3 1 224,2 1 156,0 2 123,1 3-129,0 4-195,0 4-119,0 7-100,0 5-39,0 8-39,0 5 50,0 6-5,0 3 83,0 5-44,0 0 78,0-1 61,-1-1-205,0-4 149,-1-2-10,1-2-102,0-3-38,1-2-102,0-2 46,0-2 72,0 0 6,0-2-56,1 1-1,1-2 29,3 17-95,-1-14 27,1 11-27,-3-18 0,1-1 44,-1 0 0,-1-2 218,1-1-262,-2-2 27,1-2-27,-1-3 39,2 4-40,-1-11 1,2 2 5,-2-9-5,1-2 27,-1-1 91,1 1-74,0-4-5,0 1 73,0-3-23,0 0 23,1 0 5,1-1-17,2 1-55,2 0-12,15 0-549,-2 0-756,17 1-1445,9-2-1719,3 0 4224,12-3 1,-30 2 0,-7-3-1</inkml:trace>
  <inkml:trace contextRef="#ctx0" brushRef="#br0" timeOffset="133276">13161 9000 10679,'-10'0'3910,"2"0"-3429,8 0-162,0 0-268,10-1-51,2-1-17,15-2-565,2-1-880,7-2-616,11-4-2151,-3 0 4117,4-3 1,-23 7 0,-8 0 0</inkml:trace>
  <inkml:trace contextRef="#ctx0" brushRef="#br0" timeOffset="133620">13436 8783 8427,'3'-6'1183,"4"2"-1183,6 4 0,4 1-96,3 4-88,0 4-68,-2 5-24,-6 3-48,-6 2 156,-4 4 168,-9 2 846,-13 16-454,-1-11-22,-8 8-29,12-16 656,1-4-364,7-7-129,3-3-296,5-5-141,1-3-17,3 1-291,21-1-795,11 0-863,18-3 1899,-2 0 0,-23-1 0,-8 2 0</inkml:trace>
  <inkml:trace contextRef="#ctx0" brushRef="#br0" timeOffset="133983">13316 9310 12981,'4'14'101,"1"3"-95,-4 6-465,1 19-606,-2-2 1065,0 24 0,0-35 0,0 3 0</inkml:trace>
  <inkml:trace contextRef="#ctx0" brushRef="#br0" timeOffset="134549">13304 9952 9677,'0'-10'2553,"0"2"-2485,2 3-62,6 2-6,5-2 0,16 4-6,-6-1-62,7 2-32,-13 1-404,4 20 364,-11-4 100,2 17 40,-11-10-5,-4 0 5,-3-1 39,-4-3-5,-3-3 78,-1-4 95,1-5 151,0-3 35,1-3-57,0-2 22,0-7-95,0-2-167,0-10-96,1-5-252,2-21 252,4 9 224,2-12-118,3 19-100,1-2-421,3 14-542,2 1-422,2 11-418,5 3-1435,2 1 3232,2 1 0,-8 0 0,-2 0 0</inkml:trace>
  <inkml:trace contextRef="#ctx0" brushRef="#br0" timeOffset="135167">13416 10353 9839,'-1'-13'2223,"0"3"-2200,1 7-23,0 2-73,2 0-22,4 1-34,4 0 17,2 3-78,3 2 44,-1 5-39,1 2 6,-3 4 45,-1 1-1,-5 4 62,-2 1 73,-3 3 73,-3 0 6,-4 2 16,-4-3 34,-3-1 55,-3-4 141,1-3 162,-1-4 74,0-4 145,1-4-34,-1-2-152,1-2-133,0-6-130,0-4-27,2-7 51,1-5-13,2-2-122,3-1-112,4-1-393,2-7-263,3 8-688,5-6-819,9 8 2129,14-6 0,-13 13 0,5-2 0</inkml:trace>
  <inkml:trace contextRef="#ctx0" brushRef="#br0" timeOffset="136337">13901 8901 8724,'0'-5'2274,"0"1"-1882,0 3-341,3 1-12,1 0 0,10 0 12,-1 0-46,5 0-5,-4 0 0,-3 0-106,-3 0-12,-1 2 34,-4 3 84,-1 4 107,-1 6 21,-1 4 24,0 6 10,0 3-22,0 5-50,0 1 44,-1 2-10,1 1-18,-2 3 85,1 1 5,-1 2-23,0 3-22,1 0-67,0 3-28,1 0 0,0 0-5,0-1-6,0 0 22,0-1-62,0 0 7,0-2-12,0-1 5,1 1 85,-1-3 11,1 1 33,-1-2-16,0 0-62,1-2-51,0 0 40,2-1-39,-1 1 5,2 0-6,-1-1 29,1 1-28,0-2-1,-1-2 6,1-2 68,-1-4-23,0-2 106,-1-2 29,-1-3-12,-1-1-56,0-1 6,0-3-28,-1 0-45,-1-2-51,-2-1 68,-1-1-62,-1-1 23,-1 0-23,-3 5 45,0-3-50,-3 3 38,4-5-32,0-2-12,1-1-264,0-2-738,-1-3-1138,-2-1-3522,0-4 5662,-1-6 0,5 3 0,3-3 0</inkml:trace>
  <inkml:trace contextRef="#ctx0" brushRef="#br0" timeOffset="137611">14821 8783 10550,'-5'-3'3199,"0"0"-1822,5 3-1371,6-1 33,7 1-39,10-1-196,7 1-386,5 0-135,1 0-106,-2 0-130,-5 0-408,-9 0-342,-9 4 85,-5 4 1618,-8 3 0,1-3 0,0-3 0</inkml:trace>
  <inkml:trace contextRef="#ctx0" brushRef="#br0" timeOffset="138514">14895 8871 6697,'-6'5'1881,"0"-2"-1208,6-3 1416,0 0-1859,0 9 22,0 1-34,3 10-67,0 2 7,4 6-97,-1 4 29,1 5 111,-1 1 29,0 1-45,-1 1-28,1 1-6,-2 1 28,1 2-5,-1 1-46,-1 2-32,0 1-46,-1 0-11,1 0 6,-1-2-39,2-1 33,-2-4-34,1-2 51,-1-2-50,0-3 0,-1-3-1,0-1 40,0-2-39,0 0 33,1 1-34,1 0 1,0 0 0,1 0-1,0-2 1,0-1-1,0-2 7,-2 7-7,0-8 1,-2 5 5,0-10-11,0 1 0,1 0 0,0 2 0,2 0 11,1 0-11,0 0 0,0-3 0,0-1 0,-1-4-45,0-2 34,0-3 6,-1 0-7,-1-2-32,-1 2 10,0-1 28,0 2 6,0 0 0,0 1 0,0-1 0,0 0-5,0-2-40,0-1 39,0-1-5,0-1 6,0 0-1,0 0 0,0 1 6,0 0-5,0 1 5,0 0-6,0 0 6,0-1 6,0-2-6,0 0-6,0-1 6,0 0-5,0 0 5,0 2 0,0 1 0,-1 2 0,0 0 0,1 0 5,0-2 46,0 0-46,0-2 51,0-1 112,0-1-168,4-1-134,4 0-510,8 0-476,5-1-611,14-7-1955,-1 0 3686,9-6 0,-21 7 0,-5 0 0</inkml:trace>
  <inkml:trace contextRef="#ctx0" brushRef="#br0" timeOffset="140477">15465 9282 9587,'-11'-6'1210,"2"0"-1199,4 6 23,-1 3 5,0 4 62,-1 5 100,0 5 18,1 3-113,0 2-33,4 2-6,0 0-67,2 0 0,0-3 67,5-1 12,2-5 49,6-4 63,3-4-40,2-4 79,1-2 140,1-3-45,-3-5-62,0-4 50,-4-7 57,-3-3 100,-3-4 46,-4-1-51,-1-3-23,-2 1-190,0 0-100,-5 5-96,0 2-56,-6 5-135,1 3-414,-1 3-420,2 3-756,-1 1-1087,-3 1-1287,0 0 4099,-3-1 0,8 3 0,0 0 0</inkml:trace>
  <inkml:trace contextRef="#ctx0" brushRef="#br0" timeOffset="154216">15194 8829 8209,'11'-10'2784,"-2"2"-2420,-9 6-34,2-1-268,-2 2 2604,3-1-2257,-3 1 1344,1 1-1798,1-1 40,1 1-34,4-1 39,1 0 5,2-1 1,1-1-6,1 0-67,0-1-23,2-1 6,-3 0 50,4-2 34,-7 3 0,0-1 0,-5 4-5,-2 0-1409,0 1 1,-1 0-1</inkml:trace>
  <inkml:trace contextRef="#ctx0" brushRef="#br0" timeOffset="155401">15408 8596 14404,'26'6'56,"-1"-2"-258,-4-1-190,-1-1-11,1 1 67,-3 0-6,-1-1 12,-4 1-264,-2 2 331,-6-1 11,-1 2 89,-4-2 90,0 6 73,-2-2 0,-2 4 79,-3-4 66,-3 0 57,0 0-45,-2-1-6,2 1-33,0-2-62,2 0-51,1-1 12,1 0-11,2-2 10,1 1-10,3-3 5,-2 1 28,1-1-44,0 1-6,-1-1-51,2 1-28,-1-1-89,1 1-6,0 0 152,0-1 33,0 1 61,0-1-27,3 1-28,1 0 33,4 0-28,-2 0-5,2 0 27,0-1-27,2 1-6,2-2 0,2 2 0,1-1 0,2 2-51,-2 0-61,1 2-11,-4 0 28,-1 2 45,-4 0 10,-1 1-16,-2 0 51,-1 0-40,-1 0 39,-1 0-5,-1 0 11,0 1 39,0 1 17,0 0 180,-3 8 4,-1-6-27,-4 6-62,-1-6 80,-1 0-13,0-2 23,1 0 28,-1-4 5,2 0 6,-1-3-118,1-1-38,-1-1-63,1 0-5,-2 0-22,0-1-34,-1 0-241,-1 0-577,-1 0-918,1 0-3646,-1-1 5382,4-2 0,4 1 0,3 0 0</inkml:trace>
  <inkml:trace contextRef="#ctx0" brushRef="#br0" timeOffset="156974">15284 10090 10231,'4'0'2980,"1"0"-2930,-1 0-50,3 0-128,3-2-46,4-1 84,3 0 57,2-1 22,0 0 11,-1 1 0,-3-1 11,-3 2-11,-2-1-11,-3 1-57,-1 0-55,-2-1-84,0 1-292,-1-1-363,0 1-410,1-1-470,0-1 1742,-1-1 0,-1 3 0,-1 0 0</inkml:trace>
  <inkml:trace contextRef="#ctx0" brushRef="#br0" timeOffset="157384">15481 9950 15087,'2'-2'1149,"0"0"-1250,-1 2-45,0 0 107,2 5-11,0 4 50,2 8 0,-1 5 0,1 4-286,-2 4-387,0 1-273,-2 2-443,0-2-779,-1 1 2168,0 7 0,0-19 0,0 2 0</inkml:trace>
  <inkml:trace contextRef="#ctx0" brushRef="#br0" timeOffset="157874">15513 10497 11838,'7'-6'2263,"1"1"-2263,-8 5-347,2 0 297,0 0 89,2 8 67,-2 3 34,1 9-33,-3 2-12,0 27-95,0-19-375,0 16-1020,0-28-2179,0-4 3574,0-6 0,0-3 0,0-4 0</inkml:trace>
  <inkml:trace contextRef="#ctx0" brushRef="#br0" timeOffset="159516">15747 8855 9985,'7'-5'2901,"-2"-1"-2671,0 5-157,3-1-73,6-1-62,6-1 23,3-1-17,3-1 39,5-2 6,-11 4-34,-1-1 34,-13 4 5,-4 1-503,-1 0 548,-1 5 34,0 0 83,0 7 7,0 0-12,1 5-67,0 1 39,0 5 28,1 3 6,-1 2 151,1 19-112,0-10-28,0 15 6,0-16 78,1 18-146,-1-14 57,1 12-40,-1-16-45,-1-2-44,0 0-23,-1-2 51,0-1-57,0-1-5,0-1 56,0-1-50,0 12-6,0-9 0,0 7-6,0-12 6,0-1 6,0-1 44,0 0 1,0-1-46,0-2 1,0-1 5,0-1-5,0-1 5,0 1-6,-1 0 1,0 2 5,-1 0-5,0 1 33,0-1-39,0 0 6,0-1-6,0-1 5,0 0-5,0-1 6,-1 1-1,0 0 1,-1 0 5,0-1-11,0 2 11,0 0-5,0-1 5,0 9-11,1-8 11,1 8-4,1-10-7,0 10 11,0-8-11,-1 5 0,2-9 5,-1-3 1,0-2 0,-1 4-1,2-5-5,-1 3 0,0-2 0,0 6-5,0-4 5,0 5-6,0-6 6,0 0 6,0-2-1,0 3-5,0-5 0,0 2-5,0-4-7,0-3 12,-1 2-5,-2-1 55,-1-1 40,-2 1 139,0-2 46,-12 0-242,1-1-33,-11 1-218,5-2-600,-1 1-795,6-2 1613,4-15 0,8 12 0,4-11 0</inkml:trace>
  <inkml:trace contextRef="#ctx0" brushRef="#br0" timeOffset="160731">16387 8881 9806,'8'-11'4407,"1"1"-3651,-7 8-330,1 0-224,0 0-123,0 2-79,2-1-73,2 1 5,1 0 12,3 0-17,1 3 6,1 6 28,1 5-17,0 10 11,-2 5-67,0 6-50,-4 5-18,-2 4-72,-1 1-61,-3 1-29,2-1 34,-1 0 0,2-3 90,0-1 33,1-3-5,0-5 61,-1-4 50,-1-4-61,-1-5-146,1-2-296,1-4-286,7-3-420,6-2-79,9-2 336,6-3 763,4 1 268,-5-3 291,-6 1 280,-10-2 207,-8 0 192,-5-1 10,-4 0-235,-6 0-230,-2 1-34,-6 0-10,-1 2-90,0 0-146,1 2-22,2 1-67,0 2-62,2 2 11,1 2 62,0 3 50,2 1-28,-1 4-61,0 1-45,0 4-12,0 3-50,0 4 23,2 4 5,2 4 12,2 3-46,2 1 85,1 4-34,2 0-429,2 4 418,2 1 33,1 1 85,0 0 50,-3-2 16,-1-4 113,-2 6-190,-5-20-24,-6 0-128,-10-22-515,-24-6 56,5-9 1,0-1 0,-6 2 0,-12-7-1</inkml:trace>
  <inkml:trace contextRef="#ctx0" brushRef="#br0" timeOffset="162614">8444 11867 11978,'12'-26'4151,"-2"2"-3417,-6 14-185,0 1-258,-2 3-291,0 3-28,-1 1-252,0 2 224,3 8 56,1 9 73,4 16-6,1 14-11,2 11-559,-3 8 519,-5-32 1,-1 0-17,-1 1 0,-1-1 34,1 30-29,-2-4-5,0-7-84,0-10-313,-1-7-202,0-10-17,1-8 150,0-7 57,0-6 431,0-3-1433,0-11-163,0-5-722,0-35 1505,0 5 774,0-24 17,0 14 443,3 1 179,2 1-56,3 3 50,0 3 134,3 4 17,0 3-206,1 4 105,-1 4 51,-1 6-157,-3 6-263,-2 7-275,-2 5-22,-2 4-218,1 2-51,2 14 269,4 7 112,5 19-56,3 7-5,3 7-18,2 4-27,2-1-473,0-4 517,1-5-50,-1-7 12,-2-7-12,-3-10 33,-3-7 85,-5-8 380,-4-5 388,-3-2-366,-1-2 104,1-7-456,2-26-168,0-5-73,1-26 73,0 4 22,-3 27 1,1-1-390,-1-2 0,1-1 367,-1 1 0,0-1 0,-1 2 0,1 0-84,-1-27-218,0 11-342,-1 13-1703,-1 8-1042,2 16 3389,2 5 0,-1 9 0,0 1 0</inkml:trace>
  <inkml:trace contextRef="#ctx0" brushRef="#br0" timeOffset="163356">9152 12126 10321,'4'-17'3248,"-1"3"-3248,-2 10-184,-1 3-220,0 1 371,0 8 33,0 3 78,0 11 23,0 6-23,0 4-10,0 4 4,2 1-38,2-1-34,4-3 0,2-7 0,2-6-34,2-8-22,1-6-123,4-5-157,1-9-140,4-5 117,-1-11 225,1-5 134,-2-2 73,-5 2 72,-3 0 601,-3 1-746,-6 11-112,0 4-124,-5 10 236,0 4 17,0 6 95,0 15-56,0 2-22,1 10 16,2-9-44,3-1 55,2-2-10,2-3-46,1-4 102,1-6 55,-1-4-11,3-3-207,12-18-313,-4-1-623,6-17-867,-13-12-2364,-5-2 4051,-5-9 1,-3 27 0,-2 9 0</inkml:trace>
  <inkml:trace contextRef="#ctx0" brushRef="#br0" timeOffset="163720">9665 11572 11648,'3'-7'723,"0"0"-600,-3 15 258,0 7 50,1 13-44,0 11-29,1 11-741,-1 10 461,0-25 1,-1 0-35,0 1 1,0 1-23,0 1 1,0-1-18,0 0 1,0-2 0,0 31-127,0-27 1,0-1-1190,2 12 364,0 5-667,2-34-107,2-10-1410,-1-8 3130,2-12 0,-3 5 0,-2-4 0</inkml:trace>
  <inkml:trace contextRef="#ctx0" brushRef="#br0" timeOffset="164038">9936 11492 10758,'1'-5'1243,"0"0"-1243,-1 5 28,0 6 443,0 7 184,0 9 62,0 10-230,0 8-213,-1 9-61,-1 10-132,0-11 1,1 3-1001,0-12 0,0 0 924,0 13 1,0-1 6,1 16-43,2-25 0,0-2-344,3 18-269,3 8-331,0-32-464,-1-9-1620,0-7 3059,0-9 0,-4-5 0,0-4 0</inkml:trace>
  <inkml:trace contextRef="#ctx0" brushRef="#br0" timeOffset="164297">10198 11675 13788,'5'-10'3271,"-1"2"-3271,-3 8-375,2 0-247,0 0-146,3 0-766,0 5-662,1 10-1478,-2 4 3674,-2 8 0,-2-13 0,-1-2 0</inkml:trace>
  <inkml:trace contextRef="#ctx0" brushRef="#br0" timeOffset="164532">10234 12028 9979,'0'8'1792,"0"0"-1321,0 4 95,0 12-393,0-1-77,0 10-46,1-6 6,0 0-56,0 0-50,-1-1-690,2-3-851,2-3-1562,2-4 3153,0-6 0,-3-5 0,0-4 0</inkml:trace>
  <inkml:trace contextRef="#ctx0" brushRef="#br0" timeOffset="166021">10591 11522 10304,'2'10'1058,"0"5"-671,-2 6-96,0 9-56,0 6-72,0 7-17,0 7-1,0 4-38,0 2-68,0 2-28,0-1 28,0-3-5,0-3-28,0-4-6,0-4-34,0-6-39,0-6-11,0-7-33,0-8 33,0-6 39,1-5 45,1-3 0,2-2-207,3 0-68,1-4 174,3-3 95,-1-4 6,1-2-5,-3-5 5,0 1-213,-2-5-330,2 2-292,2-2 124,3-3 593,1 1 118,-2 3 577,-2 5 213,-4 5-241,-2 5-185,-3 3-6,0 2-49,0 0-214,0-2-62,2-1 18,0-2 44,1-1 515,1-6-302,-2 5-240,1-4-57,-3 7 39,0 1-44,-1 1 61,1 2 185,-1-1 106,1 1-16,-1-2-84,0 0-85,0-2 46,0 0-51,0-1-89,0 2-68,0 0-6,0 3-27,0 0 16,0-1-89,0 0-342,2-3 22,4-2 74,2-2 184,1-1 157,0-1 118,-2 4 128,-2 0-44,-2 5-113,-2 0-391,-1 2 263,0 4 39,0 4 5,-2 6 40,0 6 0,-2 3 11,0 4-51,2 2 29,0 2 5,2 2-39,0-3 6,0-1-1,2-5 7,1-2-12,3-6-12,4-2-100,0-7-212,4-3-376,-1-6-931,11-15 1161,-4-2 151,7-16 168,-9 2 151,-1-3 72,-3-3 1363,2-9-691,-8 16-212,0-1-252,-7 20-145,0 4-46,-1 3-83,0 1 44,1 1-16,-1 1 72,1 0-229,-1 2 123,0 7 84,0 6 84,-1 11-28,-2 5 6,1 7-12,-2 3-27,3 5-46,0 4-16,1 4-233,5 3 188,3 3 34,6 0-23,3 2 51,-1-2-389,-4-3 501,-6-5 39,-4-5 128,-2-6 68,-4-6 39,-3-5-56,-7-7-106,-3-3-113,-3-4-44,-4-4-73,-7-5-56,-7-3-364,-8-5-498,-6-6-302,-3-9 77,24 3 1,2-3-4353,-24-19 5392,27 14 1,4 0 0,-3-2 0,10 6 0</inkml:trace>
  <inkml:trace contextRef="#ctx0" brushRef="#br0" timeOffset="166745">10439 11955 16280,'12'3'566,"3"-2"-521,3-1 22,5 0-67,6 0-342,3 0-750,5-1-952,6-3-1804,-1-4 3848,-2-2 0,-18 4 0,-8 1 0</inkml:trace>
  <inkml:trace contextRef="#ctx0" brushRef="#br0" timeOffset="167486">11343 11981 11122,'-7'3'4682,"2"-2"-4060,5-1 453,0 0-907,8 0-84,5 0-50,13 0-34,8 0-392,9-2-879,9-2-710,-18 1 0,1-1-1108,0 1 0,0-2 3089,3 1 0,-1 0 0,2-1 0,-11 1 0</inkml:trace>
  <inkml:trace contextRef="#ctx0" brushRef="#br0" timeOffset="167749">11419 12174 10881,'-8'5'3758,"2"0"-3428,6-5-27,0 0 67,5 0 95,3 0-96,6 0-156,4 0-151,2 0-57,3-2-5,2 0-313,5-2-606,4 0-929,14-3-2888,2 2 4736,7-5 0,-26 6 0,-9 0 0</inkml:trace>
  <inkml:trace contextRef="#ctx0" brushRef="#br0" timeOffset="168302">12119 11663 11833,'17'-9'2420,"3"2"-2068,4 7-167,9 0-101,10 5-50,6 3-29,4 9 40,2 3-45,-2 4-201,-5 1-242,-6 4-78,-9 2 141,-11 3 55,-11 2 168,-9 2 84,-16 1 73,-12 1 0,-18 1 45,-7 1 72,24-22 1,0 1 336,-24 19 39,6-5-208,7-4-106,9-7-55,8-6 55,8-7 269,5-5 96,5-3-40,1-2-28,2-1 201,13 0-486,7 0 16,19-4-67,14-3-140,12-4-76,-29 5 1,2 1-1710,7 0 1,0 0-73,-3 1 0,0 0 1857,3 1 0,-4 0 0,4 0 0,-15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6T18:41:41.5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1645 904 12522,'2'-6'3669,"0"0"-3753,-2 5-101,0 0 291,0 5-33,-3 0-11,-2 5-29,-4 2-21,-3 2-7,-2 4 1,-3 3-1,-2 5-5,-2 4 6,-2 6 0,-2 7-395,-1 6 389,-1 7-6,0 4-33,2 3-107,4 0-207,3-4-202,6-6-189,3-7-248,5-10-268,2-10-611,2-11 1871,1-7 0,-1-6 0,1-1 0</inkml:trace>
  <inkml:trace contextRef="#ctx0" brushRef="#br0" timeOffset="359">1560 924 12169,'7'-11'3406,"-2"3"-3177,-5 7-520,0 1 212,4 3 85,8 20 39,2 3-40,7 22 6,-1 0 11,-6-7 1,1 1-949,-3-8 1,-1-1 928,4 13 0,0 0-463,3 18 272,-6-22 0,-1 0-467,5 17 240,-7-24 1,0-2-773,2 3-365,-3-9-419,1-9-886,-4-8 3295,0-7 1,-3-2-1,-1-1 1</inkml:trace>
  <inkml:trace contextRef="#ctx0" brushRef="#br0" timeOffset="638">1354 1462 11413,'-10'-6'2156,"2"2"-2156,8 4-296,0 0 296,5 0 78,4 0 17,7 0-95,6 2-213,4 0-554,7 1-544,13-2-800,2-7 1932,7-2 1,-26 1 0,-7 0 0</inkml:trace>
  <inkml:trace contextRef="#ctx0" brushRef="#br0" timeOffset="900">1791 1259 12197,'18'-14'2380,"0"2"-2329,-4 9-29,19-5-369,-2 0-347,13-6-460,-9 4 1154,28-12 0,-36 14 0,17-7 0</inkml:trace>
  <inkml:trace contextRef="#ctx0" brushRef="#br0" timeOffset="1156">1899 1364 10998,'-1'5'2364,"0"0"-2364,2-5 84,5 0 34,5 0-34,7 0-84,5 0-415,3 0-565,1 0-902,2-1 1882,5-5 0,-15 4 0,0-3 0</inkml:trace>
  <inkml:trace contextRef="#ctx0" brushRef="#br0" timeOffset="2637">2930 738 10242,'5'-5'3199,"0"2"-2600,-5 3 134,0 0-677,1 5 28,1 5-28,0 8-22,0 18-23,-1-5 23,2 11-34,-2-13-146,2-2-397,-1-4-515,1-5-752,0-2-1444,2-5 3254,0-2 0,-2-5 0,-1-2 0</inkml:trace>
  <inkml:trace contextRef="#ctx0" brushRef="#br0" timeOffset="3789">2857 1382 11480,'9'0'3002,"-2"0"-2767,-7 0-291,2 0-72,0 0 77,2 0 51,1 0 6,5 1-62,-1 4 5,3 4-38,-4 3-6,-2 4 89,-2 2 0,-2 2 6,-1 0 6,-2 2 0,-5-1 27,-2-1-22,-6 0 34,-2-3-39,0-2 55,1-1 96,-1-4 90,2-3-7,-1-4-44,0-1-56,1-2-78,-2-6-62,3-3 0,-1-9 134,0-10-134,5 4-5,1-5-107,6 11-129,1 2-213,1 3-190,2 0-106,5 0-163,3 1-611,11-7-655,1 1 2179,4-3 0,-12 10 0,-4 2 0</inkml:trace>
  <inkml:trace contextRef="#ctx0" brushRef="#br0" timeOffset="4575">2747 2075 11474,'-4'10'2163,"0"-2"-2163,4-7-140,0 0 235,7 0-28,2-1-67,8 0-482,1 0-425,2-2-4649,18-16 5556,-11 3 0,3-4 0,-19 10 0</inkml:trace>
  <inkml:trace contextRef="#ctx0" brushRef="#br0" timeOffset="4994">2942 1951 11766,'0'-4'1031,"0"0"-1166,0 4 135,7 0 45,4 0-45,9 0-17,6 4-240,0 1-338,8 13 248,-13 0 39,-2 9 118,-15-1 179,-6 4-45,-7 4 61,-17 20-1111,-1-14 1123,-8 12-11,11-22 425,-6 3-89,11-12 50,-1-2-39,12-13-107,5-3-38,1-2 184,2-1 702,9 0-1794,12-9-174,6 1-604,19-11-1435,-7 5 2913,4-2 0,-19 8 0,-8 2 0</inkml:trace>
  <inkml:trace contextRef="#ctx0" brushRef="#br0" timeOffset="5656">2954 2611 12746,'6'-9'2565,"0"3"-2565,-6 5-62,-1 1-5,-2 0-28,-3 0 39,-3 6 45,-4 4 5,-1 8-27,-3 4 27,2 3-50,1 3-56,3 0-258,4 1-134,3-2-252,11 6 532,5-13 68,10 1 49,6-16 107,4-3 51,0-2 111,0-6 28,-3-3 130,-3-9 144,-5-1 276,-6-2 60,-5 2-161,-6-1 17,-2 3-40,-6 2-73,-3 1-252,-3 4-218,-4 1-73,2 3-543,-6-2-465,6 2-718,-3-4-1696,6-5-2380,1-1 5802,1-6 0,3 11 0,2 2 0</inkml:trace>
  <inkml:trace contextRef="#ctx0" brushRef="#br0" timeOffset="7744">4210 706 10741,'0'-13'3568,"-13"3"-3568,4 10 5,-13 5 51,5 4-22,-2 6 55,-2 2-10,0 3-6,-2 2 11,1 1-51,-1 1-33,3 1-5,2-1-63,4 1 12,5-2-33,4-2-163,11 10 201,6-12-61,10 6 34,4-17 16,3-4-50,3-2 17,0-2 90,-1-5 5,-6 0 106,-6-6 432,-5-6-376,-8 2-22,-1-5-45,-5 2 62,-3-3-67,-1 1-90,-4 0-124,-1 1-340,1 2-673,1 0-1109,4 1 2246,0-2 0,3 9 0,0 0 0</inkml:trace>
  <inkml:trace contextRef="#ctx0" brushRef="#br0" timeOffset="8878">3832 1602 12247,'-12'0'3462,"4"0"-3227,8 0-358,0 0 90,7 0 33,2 0-146,9 0-353,4 0-531,6 0-774,8-4-1910,1-3 3714,2-5 0,-17 5 0,-8 1 0</inkml:trace>
  <inkml:trace contextRef="#ctx0" brushRef="#br0" timeOffset="9121">4100 1472 12483,'6'-11'1999,"-3"2"-2206,-2 9 145,0 3-402,1 19-35,0 1-408,-1 17-958,-1 3-2386,0 1 4251,0 5 0,0-23 0,0-8 0</inkml:trace>
  <inkml:trace contextRef="#ctx0" brushRef="#br0" timeOffset="9975">4042 2168 12853,'0'17'50,"0"2"-11,0 4-5,0 3 11,0 3-45,0 1-325,0 3-801,0 6-1098,0 0 2224,0 1 0,0-19 0,0-6 0</inkml:trace>
  <inkml:trace contextRef="#ctx0" brushRef="#br0" timeOffset="10728">3948 2727 10478,'-3'-11'2727,"0"2"-2721,4 7-6,2 1-73,2 0 73,6 1 0,4 0-162,6 0-90,4 0-45,2 1-56,0 2-123,-2 2 95,-4 3 62,-6 0 50,-4 2 118,-6-2 151,-3 2 291,-7 5-73,-3-1-27,-8 3 5,-3-5-73,-1-1-11,2-1 39,2-2 6,4-2-62,3-2-5,3-2-79,2 0-17,2 0-100,1 0-169,1 1 96,0 0 50,0 1 23,5 2 16,4 1 18,6 1-24,3 2 24,0 0-1,0 1 67,-4 0-55,-2 1 61,-2 0 39,-4 0 101,-3 1 151,-3 0 179,0 1 108,0 0 111,-5 0 50,-3-1-151,-6-2-135,-4-1-94,-15-3-359,5-3-448,-10-1-706,10-4-1109,-2-12-3326,3-1 5589,2-12 0,12 13 0,4 2 0</inkml:trace>
  <inkml:trace contextRef="#ctx0" brushRef="#br0" timeOffset="12825">4962 928 11872,'-2'-2'1630,"0"0"246,2 2-2049,6-1-214,2 0-2285,23-6-133,-2-3 2805,12-3 0,-22 5 0,-6 2 0</inkml:trace>
  <inkml:trace contextRef="#ctx0" brushRef="#br0" timeOffset="13217">5119 808 8937,'1'-12'1109,"4"3"-1114,13 8-1,0 1-39,11 0-95,-7 4-78,0 3-34,-3 4-11,-4 5-29,-5 2 169,-5 3 78,-3 4 45,-6 2 101,-17 18-40,1-9-10,-12 11 21,10-17 41,3-5 173,3-5-29,5-5 130,5-7 66,4-2-111,1-5 67,1 0-409,6-1-84,5 0-459,12 0 543,43-6 0,-38 4 0,24-4 0</inkml:trace>
  <inkml:trace contextRef="#ctx0" brushRef="#br0" timeOffset="13651">4806 1694 12046,'-2'5'2095,"0"-2"-1709,2-3-352,3 0-34,4 0-34,8 0-302,6-3-515,6-3-757,11-10-1882,1-1 3405,6-6 1,-21 12 0,-7 1 0</inkml:trace>
  <inkml:trace contextRef="#ctx0" brushRef="#br0" timeOffset="14160">5133 1474 10461,'0'-10'1333,"0"2"-1401,0 8 68,5 0-5,3 0-174,8 0-40,4 0-106,1 0-22,-1 2 67,-3 2 28,-4 3-45,-6 2 135,-3 1 162,-3 3 84,-4 1 34,-4 0-34,-5 1-79,-3-2 57,-6 5-62,9-7 0,-1 2-45,9-6-22,2-2 61,1 0-78,1-1 84,5 1 0,4 0 0,8 0-89,5 1-113,0-1 62,3 2-34,-3 0 85,-3 2 89,-5 0 73,-6 3 386,-5 1 230,-3 3 50,-7 2-190,-4 2-6,-17 9-476,5-8-67,-7 3-487,6-13-1160,3-3 1647,-1-5 0,10-1 0,4-2 0</inkml:trace>
  <inkml:trace contextRef="#ctx0" brushRef="#br0" timeOffset="16617">5076 2356 10265,'0'-4'2554,"0"0"-2100,0 4-337,1 6 1,0 2-45,0 9-23,-1 2 34,0 3-84,0 4 6,0 0-6,0 0-6,0-2-386,0-2-498,0-3-690,1-1-1255,2-5 2835,1-2 0,-1-6 0,0-2 0</inkml:trace>
  <inkml:trace contextRef="#ctx0" brushRef="#br0" timeOffset="17327">5143 2976 10332,'0'-18'2257,"-3"3"-2111,1 11-79,-3-1-67,1 2-89,0 1 55,-2 1-22,0 1 50,-4 0 6,-1 0-5,-2 0 5,-2 1 0,-1 4 0,-2 3 0,1 3 0,0 1-73,3 1-39,1 2-90,4-1-129,3 1-5,3-2-16,2-1-1,11-2 157,2-5-129,13-1-129,2-7-100,3-4-7,2-7 253,-3-4 263,-4-2 45,-5 1 404,-5 2 257,-7 2 157,-2 3 11,-5 2-202,0 4-353,-1 3-263,0 3 40,-5 7 10,1 3 63,-5 9 33,1 3-45,-1 6-73,1 3 28,1 2-67,2-1-308,3-2-403,1-4-656,1-7-1613,0-7 2980,1-6 0,-1-5 0,1-1 0</inkml:trace>
  <inkml:trace contextRef="#ctx0" brushRef="#br0" timeOffset="20252">6191 764 11194,'1'-3'3820,"0"0"-3091,-1 3-915,2 0 186,-1 3 113,1 17-113,-1-4-73,-1 15-622,0-10-744,0 1-645,0 6 2084,-1 9 0,1-16 0,-1 2 0</inkml:trace>
  <inkml:trace contextRef="#ctx0" brushRef="#br0" timeOffset="21258">6237 1337 11609,'4'-1'1658,"-2"0"-1860,-2 0 202,0 4 73,0 4-34,0 7 29,0 5-63,0 5 29,0 3-34,-1 3-67,0 2-1491,-3 11 46,3-13-521,-2 3 2033,3-19 0,0-8 0,0-4 0</inkml:trace>
  <inkml:trace contextRef="#ctx0" brushRef="#br0" timeOffset="22502">5949 2434 11553,'-6'1'3181,"1"0"-2105,5-1-1076,9 0 6,1-1-6,10-1-73,2-1-230,6-2-324,4-2-538,3-2 1165,1-4 0,-1-1 0,-6 3 0,22-12 0</inkml:trace>
  <inkml:trace contextRef="#ctx0" brushRef="#br0" timeOffset="22768">6219 2258 10797,'11'-10'1131,"-1"3"-1137,-9 13 6,2 5 0,0 8-212,1 6-354,-1 5-492,-1 10-646,-1 0 1704,-1 5 0,0-22 0,0-7 0</inkml:trace>
  <inkml:trace contextRef="#ctx0" brushRef="#br0" timeOffset="23584">6173 3040 10438,'0'-7'1507,"-1"1"-1507,-2 3-135,-4 2 130,0 0 5,-6 3 0,2 4 5,-5 6 51,0 6-44,-1 4 49,1 2-61,2 3-5,3 0-35,3 0-189,5 0-79,2-2 17,2-3-23,5-5 275,13-5 162,1-6-5,10-4 50,-6-11 33,1-2 141,0-10 95,-4-2-39,-1-2 128,-5-1 135,-3 2 101,-4 0 481,-5-8-727,-2 10-214,-1-6-128,-4 13-124,-2 2-50,-3 3-392,-2 0-370,4 4-526,-3-1-1434,5-1 2722,-2-5 0,4 5 0,-1-1 0</inkml:trace>
  <inkml:trace contextRef="#ctx0" brushRef="#br0" timeOffset="25906">6981 806 9033,'0'-11'2710,"-1"2"-2329,0 7-247,0 1-134,-1 0 0,1 1 0,-2 0 85,0 0-35,-3 0-44,0 4 22,-4 2-22,1 6-6,-3 3 0,1 4 0,1 3-12,1 2-190,4 3-106,3-1-33,2-1-169,10-1 454,2-9 56,12-2 67,-1-11-5,1-1 61,0-4 56,-3-3 264,-4-4 134,-3-4-34,-6-2 34,-3 0-112,-3-2-68,-2-2-201,-1 0-196,-3 2-28,0 0-420,-3 5-459,2 0-773,1 3 1680,2-3 0,1 7 0,1-1 0</inkml:trace>
  <inkml:trace contextRef="#ctx0" brushRef="#br0" timeOffset="26759">6845 1345 7923,'4'-17'3574,"1"3"-3384,-5 12-134,1 1-89,0 1-12,1 0 45,3 0 39,2 0 6,4 0-34,4 0 0,4 0 23,3 0-34,2 0 0,-1 0-39,-2 2-107,-4 1-162,-3 1-101,-6 2-117,-3 0 274,-3 1 252,-2 2 185,-5 1 106,-5 2-6,-7 2-72,-3 0-34,-1-2-55,1 0 38,-2 0-134,9-5-22,0 1-6,10-6-101,1-1-913,2-1 964,3 2 39,12 1-163,2 2 12,10 1 27,-7 0-44,2 1-6,-2 4 185,-8-1 62,-3 4 391,-8-3 169,-3 1-45,-5 1 50,-5 1-229,-7-1-163,-1-1-106,-2-2-129,1-2-369,-1-3-847,-3-2-2358,0-2 3574,-1-3 0,12 2 0,5-2 0</inkml:trace>
  <inkml:trace contextRef="#ctx0" brushRef="#br0" timeOffset="29384">6893 2262 11693,'-6'0'1826,"3"0"-2873,2 0 1047,5 1 11,4 2 62,6 2-28,3 2-1,3 1-4,12 3-203,-8-4-162,9 4-90,-13-5 51,-2 1 12,-5-1 83,-6 0 101,-4 1 168,-2 1 269,-4 1 50,-5 2-101,-5 0-106,-2 0-39,1 1-39,2-2-29,2-2 1,3-1-6,2-2 0,3-2-56,1-2-398,1 1 230,0-1 157,19 6-101,-6-2 6,16 4 50,-12-2 5,-3 2 107,-5 0 207,-5 0 197,-3 1 72,-1 0-6,-5 2 63,-12 4-393,-1-4-101,-9 4-39,5-7-1345,-12 2-480,8-4 1825,-6 1 0,20-6 0,5-1 0</inkml:trace>
  <inkml:trace contextRef="#ctx0" brushRef="#br0" timeOffset="29892">6823 3150 10769,'-4'6'3086,"2"-2"-2341,2-4-745,3 0-17,4 0 17,5-1-11,5-2-112,2-2-219,1-3-252,0 0-2139,15-10-594,-8 3 3327,10-8 0,-22 14 0,-5 1 0</inkml:trace>
  <inkml:trace contextRef="#ctx0" brushRef="#br0" timeOffset="30168">7079 2950 9811,'7'-3'874,"-2"2"-869,-5 1-5,1 0 68,0 4-7,2 4 23,0 8-17,1 6-16,-1 6-51,0 2-627,-2 15-549,0-10-880,-1 6 2056,0-19 0,0-11 0,0-5 0</inkml:trace>
  <inkml:trace contextRef="#ctx0" brushRef="#br0" timeOffset="30612">7193 2996 9156,'15'-7'498,"1"2"-492,-4 4 0,4 0-6,2 1-112,-1 0 5,-1 1 6,-3 3-16,-4 13 162,-4 0 78,-3 9 28,-7-5-39,-2 1-56,-5 0 17,-2 0 33,0 0 79,0-1 123,0-1-56,2-2-17,2-1 6,2-4-39,3-2-18,1-3 12,3-3-44,1-2 256,0-2-183,4-1-68,5 0-157,9-2-1714,30-15-2397,-10 2 4111,18-14 0,-34 17 0,-7 2 0</inkml:trace>
  <inkml:trace contextRef="#ctx0" brushRef="#br0" timeOffset="32476">7536 926 7923,'10'-9'1569,"-2"0"-1479,-2 4-51,0 1 45,2 0 11,0 1-5,0 2 72,0 0 6,0 1 28,1 0 78,0 0-106,-1 0-33,1 0-51,1 0-45,-1 1-33,0 1-1,0 3-5,0 1 39,-1 3-33,-1 2 84,-1 2 16,1 11-39,-2-3 34,2 8 0,-3-6-6,0 0-5,-1 2 38,1 1 52,-1 2 5,0 2-39,1 1 10,-2 1-44,1 0 12,-1 0-29,0 1-6,0 1-33,0 0 28,0 2-5,1 1-6,-1 0 16,2 2 12,-2-1-11,2 2 5,-2-2 11,1 2-50,-1-1 0,0 1-11,0-1 11,0-2-50,0 0 33,0 0-34,0-2 29,-1 2-23,1-3 34,-2 0-34,1-1-5,0-1-1,-1-2-5,1 0 12,-1-2 21,1 1 6,-1-2-39,1 1 34,-1-2-28,0 1-6,0-1 5,0 0-5,0 0 6,0 0 11,0 0-12,0 0 29,0 0-34,0-2 5,0 0 1,0 0 11,0 6 0,0-7-12,0 5 29,0-10-23,0 7 28,0-6-33,0 5-1,0-9 7,0-3-7,0-1-5,0-2 6,0 0-1,0-1 1,0 0 0,0 1-1,0 1-5,0 2 6,0 0-6,0 0 5,1 1-5,0 0 6,1-1-6,0 0 0,0-1 6,-1 0-6,1-1 11,-1-1 0,1 4-5,-1-3 5,0 3-6,-1-4 1,0 0 5,0-1-5,0 1 44,0-1-44,0 1-1,-2 1 1,1 0 28,-3 1-29,1-2-5,-1 1 6,1-1-1,-1 0 7,1-1 27,0 0-6,-2-3 124,2 2 101,-3-3-29,0 1-105,-2-2-124,-2 0-252,-4-2-840,-9-1-1821,-5-7 2913,-8-5 0,17 2 0,3 0 0</inkml:trace>
  <inkml:trace contextRef="#ctx0" brushRef="#br0" timeOffset="34678">2493 738 10091,'1'-20'2588,"0"4"-2392,-4 12-34,0 1-106,-1 0-5,0 1-12,2 1-33,1 0-1,-1 1-5,-2 0 0,-2 0 6,-3 2-1,-2 2 1,-1 3 0,-2 3-1,1 0 12,-1 2-11,2-2-1,0 1 1,1-2-6,2-1 0,2-1-11,1-2-34,2 0 0,2-2 0,-1 0 34,3 0 11,-1 1-34,1 2 34,0 2 45,0 1-11,0 2 16,-1-1-50,1 2 56,-2-1 34,1 1-6,-1 2-6,0 1-5,1 3-11,0 2 5,1 13-28,0-7-28,0 10 45,0-12 67,0 13-61,1-7 0,0 11-51,2-10 28,-1 0-33,1 1 27,-2-1-22,1 1-11,-1-1 6,0-1-6,1 1 56,-2 14-50,1-8 44,-1 9 12,0-12-62,0 0 5,0 0 1,0 2-1,1-1 29,1 0-28,0 0 33,1 0-34,-2 0 1,1 0 33,-2 18 0,1-13-39,-1 12 6,0-17 0,0 0-1,0-1 1,0 0-1,0-1-5,0 0 34,0-2 5,0 0 12,0-2-46,-2 1 6,0-3 1,-1 2-7,1-3 1,1-1-1,1 0 1,0-2 0,0 8-1,0-8 1,0 5 39,0 2-40,0-9-5,0 9 0,0-10 6,0 0-6,0-2 5,0 0-5,0-3 0,0-1 0,0-1 6,0-1-6,0-1 11,0-2-11,0-2 0,0-2 0,0-1-5,1-2-7,0 0 7,1 1-1,0 0 1,0 0 5,0 0 0,0 0 5,0 0-5,1 0 0,-1-1 0,1 1-5,0 0-7,-1 0 7,2 0 5,-1 1 0,1 0 0,0 0 5,0 0 40,-1 1-45,1 0-5,-1-1 5,1 1 0,1 0-6,0-1-5,5 3 11,-1 0 0,2 3 0,-2-3 11,0 1 28,-1-2-33,0 0 44,0-1-16,-1-2 22,-1-1 39,-2 0 11,0-2-22,0 1-67,2-1-17,2 0-767,3-1-1137,12-6-2477,0-3 4381,7-7 0,-15 8 0,-3 1 0</inkml:trace>
  <inkml:trace contextRef="#ctx0" brushRef="#br0" timeOffset="38305">8480 1801 10388,'9'-5'2101,"-2"0"-1961,-4 1-101,3 0-28,5 0 0,20-3 40,-1 2-12,16-1-9,8 0 1,2 1-25,10-2 11,-5 1 0,-2-1-17,-5 0-1074,-3 1 951,-5 2-834,-5 2 374,-8 1-163,-5 1-184,-5 2-313,0 1-505,-4 2 1748,1-2 0,-10-2 0,-3-1 0</inkml:trace>
  <inkml:trace contextRef="#ctx0" brushRef="#br0" timeOffset="38612">9340 1618 8954,'5'-10'1064,"-1"2"-1092,-1 8 28,4 0 12,5 2-1,6 5 22,7 3-33,5 7 6,5 3 0,1 3-6,-1 4-68,-4 1-38,-8 3 16,-11-2 34,-7 1 17,-17-1-146,-11 3-599,-30 4 784,8-11 0,1-1 0,-7 3 0,-10 1 0</inkml:trace>
  <inkml:trace contextRef="#ctx0" brushRef="#br0" timeOffset="40084">10265 1113 8494,'8'-17'1659,"0"4"-1508,-6 12-145,2 0-1,3 1 29,5 0-23,5 0-5,7 0 38,6 0-44,4-1-61,-1-2-135,0 0-168,-6-3-123,-7 3-52,-8-1-183,-7 3-616,-3 0 1030,-15 1 207,0 2 101,-13 3 39,5 1 34,2 2 106,2-2-28,5 0 12,3 0-29,3-2 185,3 4-112,1 0 23,1 3-62,1 0 257,0 7-139,0-2-23,0 7 24,0-4-19,0 3-21,3 5-1,1 2 17,4 7-61,2 3-40,0 5 18,0 2-18,-1 1-33,-2 2-34,0 1-536,-2 2 492,0 1-7,-1 2 40,0 1-8,-1-16 0,1 1-1406,0 22 1422,0-22 1,-1-1-713,1 18 755,-1-3-85,0 0-10,-1-7-29,0-1-74,-1-6 69,1-2 0,-2-2 33,2-1-28,-2-2 28,1-1 17,-1-1-50,0 0 5,0-1 1324,-2-2-1295,-2 10-40,1-13-6,-2 7 930,4-14-907,0 0 635,1-1-652,0 0 0,0 0 0,0 0 0,0 1 11,0-2 29,-1 0-29,0-1 0,-2-1 34,1 0-6,-2-2-33,1 1-1,0-3 1,-1 2 5,2-4-5,0 1-1,1-3 1,1 0-6,0-3 0,0 1 5,0-3 1,0 1 0,0-1 50,0 0 28,0 1 11,0 0 0,0 0-45,0 1 18,0-2 1018,0 0-968,2-1-74,4-1-38,4 0 0,6 0 5,4 0-6,3-2-5,5 0-106,1-1-600,4-1-688,5 0 1394,9-4 0,-21 4 0,1-1 0</inkml:trace>
  <inkml:trace contextRef="#ctx0" brushRef="#br0" timeOffset="41817">11048 950 12701,'11'-8'1574,"-2"0"-1574,-8 8-129,0 0-84,2 0 213,-1 6 34,1 4-28,-1 9 5,0 5 39,0 5-195,0 10-455,-2-8-649,0 5-812,4-13 2061,0-4 0,1-7 0,-1-5 0</inkml:trace>
  <inkml:trace contextRef="#ctx0" brushRef="#br0" timeOffset="42584">11692 971 10382,'-4'-16'2622,"-2"4"-2443,0 10-179,-3 1 6,-2 1-6,-2 2 0,-10 12-6,5 0-5,-6 11-34,10-3 39,1 3-61,2 1-11,4 1-169,2 0-207,3-2-95,1-3 79,5-4 257,5-5 79,5-5-17,7-5 22,3-4 129,1-5 28,0-5 369,-3-5 275,-4-2 40,-6 1-62,-4 0-157,-5 0-45,-1 1-168,-2-2-168,-1 3-73,-3-1-39,1 3-112,-3 3-303,2 2-346,2 1-393,0 0-784,2-3-2408,0-2 4346,1-2 0,-1 6 0,1 0 0</inkml:trace>
  <inkml:trace contextRef="#ctx0" brushRef="#br0" timeOffset="44461">12498 1081 10976,'-9'2'2756,"2"0"-2235,7-2 89,0 0-616,3 0-509,12 0-168,3-1-168,10-1-729,1-4-1462,-2-1 3042,2-4 0,-14 5 0,-5 1 0</inkml:trace>
  <inkml:trace contextRef="#ctx0" brushRef="#br0" timeOffset="44912">12690 950 9022,'3'-3'1831,"1"0"-1826,-1 3 1,3 0 11,8 0-12,2 0 7,7 0-12,0 2-6,0 2-274,2 3 6,-4 3-29,-4 3 6,-6 3 101,-5 4 118,-4 4 151,-18 14-68,2-8 85,-15 9 16,6-14 202,-7 3-28,10-8-44,-4 2-68,12-11-51,3-2-5,1-2-17,4-2-5,1-2 112,2-1 1232,1-1-1020,20 0-341,-1-6-73,22-2-269,-3-6 269,9 0 0,0 0 0,-9 2 0,-3 1 0,1 0 0</inkml:trace>
  <inkml:trace contextRef="#ctx0" brushRef="#br0" timeOffset="47171">13903 856 14012,'3'-1'-79,"0"25"119,-3-8-29,0 23 39,0-14-11,-1 3-27,-1-1 27,0 0-34,-2-3 1,2-2 5,-1-3 23,2-5-34,0-3-213,1-4-274,0-3-415,0-2-3904,0-1 4806,5-6 0,-3 4 0,3-3 0</inkml:trace>
  <inkml:trace contextRef="#ctx0" brushRef="#br0" timeOffset="48346">14787 880 9201,'0'-7'3607,"0"0"-2924,0 6-375,0 0-314,-3 1-106,-6 9 112,-2 1 17,-10 21-17,7-7-17,-3 10-61,8-7-157,3-2-101,3-2 84,2-3-45,1-3 95,5-5 202,3-3 45,7-5 0,3-2 5,1-2 6,11-8 17,-10-1-6,7-8 152,-13 0 122,-1 0-33,-4-1 90,-2 0 190,-4 0-101,-1 2-39,-2 0-128,0 2-107,-1 2-34,-1 3-39,-2 1-39,0 3-68,-1-1-27,1 2-6,0-1-381,-2-1-123,0-1-398,-2-2-761,-2-3-1603,1 0 3266,-1-4 0,5 8 0,1 2 0</inkml:trace>
  <inkml:trace contextRef="#ctx0" brushRef="#br0" timeOffset="62876">11145 1666 7722,'1'-4'2011,"0"-1"-1703,-1 5 3310,1-1-3176,1 1-386,0-1-56,0 1-11,-1-1 11,1 0 11,-1 1-11,0-1-100,1 1-96,0 0 162,0 0 28,0 0 6,2 0-5,1 3-1,-1 0-5,1 3-23,0-1-44,-2 1-28,2-1 22,-3 2-68,1 6 147,-1-1-6,-1 4 5,0-1 0,-1 1 6,0 0 0,0 1 0,-2-1 6,-2 1 0,-2-1 27,-3 0-27,-5 6-6,3-4 0,-3 3 0,4-7 0,0 0-6,-1-2 6,-1 1-5,1-2 5,0-1-6,1-1-50,0-2 11,2 0 45,2-3 73,-1 0 45,2-3-12,-1 0-44,2-1 10,-3-2-60,2-3 27,-4-3-39,5-1 0,-1-2 5,1 0 68,0-1-34,1-1 29,0 0-63,2-2 85,-1 1-57,2-7 35,-1 5-12,1-4 16,0 8 24,0 1-91,0 2 57,0 0-62,1 1 11,3-1 67,1 0-72,3-1 33,1-1-33,0 0 67,0 0-1,0 0 24,-2 2-63,0 0 1,-1 2-29,0 0-5,0-1 6,0 1 5,0-1 0,-2 3 1,0 0-12,-1 3-45,-2 1-582,0 1-208,0 0-330,2 0-330,5 0-1922,1 0 3417,3 0 0,-6 0 0,-1 0 0</inkml:trace>
  <inkml:trace contextRef="#ctx0" brushRef="#br0" timeOffset="66475">11784 1690 9895,'0'-3'2279,"0"0"-867,0 3-1109,0 6-74,0 1-100,0 8-56,0 5-6,2 3 11,0 23-72,1-8 5,0 13-5,-1-16 5,0 9 6,-1-16-17,0 5-84,-1-20-213,0-4-207,1-5-162,-1-2-253,3-1-761,2-3 1680,1-7 0,0 4 0,-3-3 0</inkml:trace>
  <inkml:trace contextRef="#ctx0" brushRef="#br0" timeOffset="67716">12438 1690 11329,'4'-9'2173,"0"1"-2173,-2 7-173,3 1 89,2 0 78,4 0-61,15 0-23,-1-1 23,13 0 5,-6-1 29,2 1-6,-1 0-118,-3 1-45,-3 0-67,-8 0-129,-6 0-27,-7 0 133,-3 3 248,-2 0 44,-5 3 134,-5 2 12,-7 1-1,-5 3 1,-2 1-34,0 2-6,-1 1-11,4-1-55,1-1-40,3-1-84,-1 4-62,8-7-95,1 2-33,7-10 111,1 0 113,1-1 44,5 1-167,6 0-79,8 0 17,5-1-146,16 2 252,-10-1 11,6 3 18,-20 1 27,-7 2 73,-5 1 11,-3 2 107,-1-1 94,-1 0 130,0 0 190,0-3 90,-2 2-34,-4-3-84,-5 1-229,-4-1-113,-4 0-95,-3 0-33,-1 0-376,-9-1-857,8-1-2206,-4-2 3405,11-1 0,8-1 0,3 0 0</inkml:trace>
  <inkml:trace contextRef="#ctx0" brushRef="#br0" timeOffset="69647">13568 1803 12062,'-13'1'3591,"2"0"-3238,11-1-577,0 0 218,7 0 6,2 0-72,10 0-209,1 0-234,5 0-454,2 0-476,6-6-1903,0 0 3348,-1-6 0,-14 5 0,-6 2 0</inkml:trace>
  <inkml:trace contextRef="#ctx0" brushRef="#br0" timeOffset="69917">13833 1638 10830,'10'-3'919,"1"14"-874,-6 4-45,3 16-68,-2 2-660,-2 3-806,-1 6-2220,-2-3 3754,-1 0 0,0-18 0,0-8 0</inkml:trace>
  <inkml:trace contextRef="#ctx0" brushRef="#br0" timeOffset="70466">14234 1779 10578,'-7'0'3607,"3"0"-3299,3 0-582,1 0 61,10 0-375,1 0-470,12 0-908,3-6-2033,1 0 3999,4-7 0,-15 6 0,-4 1 0</inkml:trace>
  <inkml:trace contextRef="#ctx0" brushRef="#br0" timeOffset="70961">14516 1568 9722,'0'-10'1349,"0"2"-1349,4 8-89,4 0-354,6 0 6,6 3 85,4 1-954,20 10 992,-19-3 23,7 5 84,-26 0 224,-5-2 84,-7 4-45,-2-5-12,-5 0 18,-1-1 95,-2 4-157,5-5 0,1 1 0,7-6 5,3-1 35,0 0 44,0 1-84,15 2 0,1 0 5,14 1 1,7 4-12,-10-3-89,2 6 95,-18-3 493,-6 0 398,-3 1-51,-4 1-112,-5 0-364,-5 1-174,-5-1-117,-2-1-73,-2-1-997,-8-4-3741,-2-1 4738,-5-5 0,17-1 0,3-2 0</inkml:trace>
  <inkml:trace contextRef="#ctx0" brushRef="#br0" timeOffset="75317">11183 2547 13463,'6'0'134,"1"0"-128,0 0-6,2 0 0,1 0-34,2 0-66,1 0-108,1 0-105,0 1-102,-2 3 12,-1 2 83,-3 3 119,-4 1 61,-1 1 11,-3 0 84,0 1 45,-3 0 6,-3 1 44,-3-1-50,-4 1 6,-1-1 33,-2-1 17,-2 0-17,0-2 34,-1 0-67,2-3 150,0-1 80,3-3 4,0-1 13,2-1-158,-1-3 6,2-4-28,1-4 39,1-3-56,2 0-56,2-1-107,2 0-145,2 0-79,1-2-369,4-1 23,4-1-1,6-2 45,4 0-157,1 2-229,-2 2 1019,1 3 0,-8 7 0,-1 1 0</inkml:trace>
  <inkml:trace contextRef="#ctx0" brushRef="#br0" timeOffset="76050">11834 2470 9850,'-1'-8'958,"0"0"-1031,1 8-100,0 0 178,3 0 46,3 0-51,3 3 39,4 2-39,-1 4-39,1 3-17,-1 1-34,-1 2 17,-2 1-84,-2 1 23,-3 0 28,-3 1-46,-1 0 102,0 0 44,-5-1 6,-3 0 73,-5-3 106,-1-1 1,0-3-29,1-2 78,0-2 119,2-1-18,1-3 152,0 0 56,2-2-241,-1 0-85,0-4-77,1-3-130,0-6 169,1-2-84,3-1-90,0-1-174,3 1-218,0 1-348,1 1-1780,7-5 671,2 6 1849,8-3 0,-8 10 0,-1 3 0</inkml:trace>
  <inkml:trace contextRef="#ctx0" brushRef="#br0" timeOffset="76983">12592 2472 11368,'9'0'62,"1"2"-51,2 2 22,0 3-33,2 1-95,-3 2-67,2 0 16,-4 2 34,0 2-50,-4 1-34,-2-1 5,-2 2 107,-1-2 84,-3 1 0,-3-1 6,-4-1 50,-2-1 45,-1-1 28,1-3 95,1-1 84,-1-3-28,1-1-68,-3-1-83,0-1-17,-2 0 45,0-1-6,0 0-10,1 0 133,-4-3-184,6-3-51,-1-4 118,8-3-45,2-3-23,1-1-89,3-1-39,0-1 6,0 1-7,1 1-38,4 0-79,3 1-44,4 2 44,-1 2 101,1 2-1,-2 2 57,-1 2-5,-1 2-74,-4 2-313,0 1-565,-1 1-152,4 0-701,2 0 1810,5 0 0,-7 0 0,-1 0 0</inkml:trace>
  <inkml:trace contextRef="#ctx0" brushRef="#br0" timeOffset="79249">13590 2340 10730,'-5'3'3203,"0"0"-3124,5-3-191,0 3 112,0 2 33,0 12-27,0 1 5,0 8 51,0-1-6,-2 16-51,0-11-5,-1 12-106,1-19-1591,1 2-34,1-10-1322,2-2 3053,3-10 0,-2-2 0,1-1 0</inkml:trace>
  <inkml:trace contextRef="#ctx0" brushRef="#br0" timeOffset="80028">14400 2500 10125,'-8'15'1954,"2"-3"-1864,6-12-90,0 0 0,2 2 78,4 1 7,3 0 10,6 1-56,2-1-39,3 0-275,2-2-761,8 0-845,-1-1 1881,4-3 0,-16 2 0,-4-1 0</inkml:trace>
  <inkml:trace contextRef="#ctx0" brushRef="#br0" timeOffset="80324">14793 2396 10976,'4'0'1434,"0"0"-1451,-4 0 17,0 3 45,0 6 0,0 19-39,0 1-6,0 14-62,0-10-784,0 5-1215,1-6 2061,3 1 0,-3-17 0,3-5 0</inkml:trace>
  <inkml:trace contextRef="#ctx0" brushRef="#br0" timeOffset="81667">11167 3100 8304,'9'-5'1591,"0"0"-1591,-4 3-95,4 1 39,4 0 50,3 1-5,1 0-28,-1 0-17,-1 0 56,-3 1-6,-2 3-33,-3 1 0,0 4-6,-4 0 0,2 1-27,-4-1-12,1 1-28,-2-2 106,0 2-50,0-1 56,-3 1 67,-2 1 118,-4 1-56,-3 0-79,-1 2 23,-2-1-34,0-1-39,0-1 6,2-1-6,1-4 101,3 0 162,0-4-11,1 0 537,-4-2-609,1 0-68,-2-4-96,1-2-16,1-5 0,1-3 96,1-2 44,4-1-68,2 0-38,2 1-28,1 1-1,0 1 46,0 1 21,1 2 18,1 0-90,2 3-11,1 0-157,2 2-191,1 0-251,0 0-230,2 0-578,4-4 1418,0 1 0,-5 1 0,-2 3 0</inkml:trace>
  <inkml:trace contextRef="#ctx0" brushRef="#br0" timeOffset="82725">11993 3102 9419,'-10'0'2240,"2"0"-2016,7 0-179,1 0-101,9 6-157,-1-1 17,8 7-140,-3-2-33,-1 1 61,-2 2 106,-2-1 90,-3 2 101,-2-1-40,-2 0 51,-1 1 6,-2-1 28,-5 0 55,-2 1-16,-7-1 33,0 0 6,-2-2 84,1-1-11,0-2 45,1-3 39,1-1 106,1-3-11,1 0-128,-1-1-52,2-7-49,-1-2-124,2-8 135,2-3-18,2-1-66,3-5-124,2 8-78,1-2-39,3 9 50,4 0-72,4 0-237,5-1-172,2 0-96,0-1-397,3-1-578,-2 0 1681,0 0 0,-9 6 0,-3 3 0</inkml:trace>
  <inkml:trace contextRef="#ctx0" brushRef="#br0" timeOffset="83854">12636 3162 8108,'-4'-8'2806,"0"-1"-2453,4 7-230,0-1-123,3 2 0,3 0 0,6 1 0,4 0 0,5 0-106,0 0-129,2 3 11,-2 2-39,-1 4-29,-4 2 113,-4 2 34,-4 0 16,-3 2 0,-3 0-33,-2 1 162,0-1 5,-6 1 1,-2-1 33,-5 0-39,1-2-6,-1 0 6,2-3 0,0-1 51,1-3 78,1-2 173,-1-2 118,1-1 34,-1-1-29,-1-1-190,2-5 45,-1-3-179,2-6 84,2-4-56,-1-1 0,4-3-17,-1 1-5,3 2-107,0 3 0,1 3-118,0 3-185,0 0-134,4 3-16,1-2-85,5 0-403,7-3 941,13-4 0,-13 7 0,4-1 0</inkml:trace>
  <inkml:trace contextRef="#ctx0" brushRef="#br0" timeOffset="84836">13636 3138 9845,'-3'0'2644,"0"0"-2734,3 0 90,6-1 34,2 1-29,9-1 6,3 1-11,3 0-44,2 0-97,-3 5-128,-2 2-28,-3 5-5,-5 3 128,-2-1 85,-6 2-113,-1-2 90,-3-1 146,-10 5-23,0-6 45,-10 5 11,3-6 129,-11 3-50,8-5 72,-4 1 96,11-7 11,3-2-17,2-1-112,2 0-162,1-5 61,2-3-28,0-6-61,2-6 106,0-12-112,1 6 0,0-6-17,0 13-39,1 3-381,2 2-1344,5-2 409,2 6-628,4-3 2000,-2 6 0,-5 3 0,-2 1 0</inkml:trace>
  <inkml:trace contextRef="#ctx0" brushRef="#br0" timeOffset="85625">14589 3126 7957,'-5'-2'1019,"6"1"-1013,9 0 28,7 1-34,5 0-96,2 0 6,-1 1-111,0 4 38,-5 2 74,-3 5-57,-5 10 146,-5-4 56,-2 7 252,-12 2-145,-1-7 55,-10 6 1,1-12 61,-1 0 79,0-4 542,-6 0-358,8-5 118,-2-1-44,10-3-7,0-1-212,1-5-197,2-3 29,0-7-107,1-4-44,2-4 10,0 0 18,3-6-107,0 12-611,1-3-621,0 13-622,1-2-1137,7-1 2991,1-2 0,0 6 0,-2 0 0</inkml:trace>
  <inkml:trace contextRef="#ctx0" brushRef="#br0" timeOffset="87223">15258 1023 11642,'-4'0'2891,"0"-1"-2662,4-1-184,0-1-17,0 0-28,5 0-73,3-1 28,7 0 6,4 0 34,3 2-46,9 0-94,-8 2-40,2 0-67,-14 0 45,-4 0 95,-3 1 5,-2 2 46,-1 3 16,0 0 39,-1 0 6,0 0 6,0 5-6,0-1 0,0 6 5,0-2 51,0 10-56,0-3 6,0 8 39,0-5-40,0 2 35,0 2-40,0 1 5,0 2 34,0 1-27,0 2 60,0 3-66,0 1 39,0 0-45,0 2 11,0-1-5,0 2 50,0-1-56,0 2 5,0 17-1080,1-13 1063,1 12-643,1-19 655,0-2 5,0 0-5,-1-2 0,-2-1 6,0-1-6,0-1 6,1 0-1,0 1 1,0 0-1,1-1-5,1 1 0,0-2 0,-1 1 994,-1-2-994,0 15 0,-1-11 5,0 10 1,0-14-6,-1 0 738,-1-1-733,-1-2-5,-2 0 0,1-2 40,1-1-40,0-2-6,1-1 6,0-2 6,-1-1-6,0-1 0,0-2 5,-1 5 1,1-6-6,-1 2 0,2-7 33,0 2-27,1-4 84,0 1-6,0-4-40,0 0 40,0 0-50,0-1 11,-1 0 16,0 1 29,0 1-17,0 0 16,-1 2 74,-2-1 55,-2 0 79,-3 0-28,-4 0-112,-5 2-67,-3 1-2628,-22-1 2538,17-4 0,-7 0 0,27-5 0</inkml:trace>
  <inkml:trace contextRef="#ctx0" brushRef="#br0" timeOffset="88864">16998 1815 11553,'8'-4'1451,"-2"2"-1664,-6 2 123,1 6 51,1 9 34,2 14-1,-1 13 0,1 10 9,-3-13 0,-1 1-952,1 16 949,-1 11 6,0-35 5,0-5 118,-1-14 279,1-3 264,-2-9-50,1-1 327,-1-6-966,0-6-134,1-14-39,0-11 55,1-10 79,7-6 56,3-1 39,8 3 17,0 6 6,1 8-62,-2 6-67,0 7-241,-1 5-392,0 5-516,2 2-615,9 3-1255,1 1 3086,8 2 0,-17 3 0,-4 1 0</inkml:trace>
  <inkml:trace contextRef="#ctx0" brushRef="#br0" timeOffset="89794">17491 1793 11122,'-13'2'1669,"-1"0"-1669,0-2 0,-2 1-6,-16 15 6,6 0 0,-10 16 0,2 11 6,10-8-6,-3 11 0,14-13 0,5-1-6,3-2-290,3 6 100,3-14 100,4 1 96,4-16 39,14-8-84,-1-9-72,7-8 111,-6-8 6,-2-6 123,-2-4 287,2-20-1063,-9 16 871,0-9-28,-8 25-190,-2 7-33,-1 8-113,-1 6-408,0 2 509,0 9 888,0 4-882,0 11-85,0 4-128,0 3-207,0 2-50,0-2-203,6 4 561,0-15 112,6 1 33,-2-16 1,1-3 5,-1-1 5,1-6 203,-2-2 156,0-8 16,-2-3-10,0-3-202,-2-3-28,1-1 22,-1-1 6,1 3-67,-1 4-101,0 6-28,-2 6-157,-2 4-201,-1 3 375,0 12 5,0 5 1,0 12 5,0 3 0,1 1 0,0 0 0,-1-3 0,0-6 5,0-5 130,1-8 38,0-5-167,2-4-6,3-6-258,2-8-89,6-10-163,4-10 141,4-7 369,5-1 39,-2 1 241,-2 7-6,-4 9-145,-6 8-129,-5 8-56,-3 5-123,-4 2 117,0 4 62,-1 8 6,0 9 39,0 11-34,0 6-5,0 3 44,0 0-50,0-1-34,0-4-111,0-6-68,1-6-11,1-8-302,1-6-258,3-5-1239,0-5 2023,2-6 0,-4 4 0,0-3 0</inkml:trace>
  <inkml:trace contextRef="#ctx0" brushRef="#br0" timeOffset="90102">17908 1566 9302,'7'-14'2273,"-2"2"-2155,-4 12-113,-1 0 119,1 10 21,-1 6-22,0 15-61,0 12-51,0 10 23,-3 8-34,1-27 0,0 1-199,-2 0 0,0 0-179,1 0 0,0-1-792,-3 33-399,0-2 1569,3-8 0,0-23 0,2-11 0</inkml:trace>
  <inkml:trace contextRef="#ctx0" brushRef="#br0" timeOffset="90469">18031 1819 10595,'1'-12'1350,"-1"3"-1350,0 8-45,0 1 39,-5 1 1,-3 6 5,-8 4 0,-4 9 0,-4 3 5,0 1 1,1 0 5,2-1-5,4-4-6,3-4 0,4-3 11,4-5-5,2-2-1,3-2-5,0-2-229,1 0 167,0 3 62,0 0 56,5 5 17,3 1-73,8 2-303,8 1-1057,19 3-2091,6-1 3261,13-1 0,-30-7 1,-6-3-1</inkml:trace>
  <inkml:trace contextRef="#ctx0" brushRef="#br0" timeOffset="90844">18363 1610 11021,'2'-21'3523,"0"3"-3445,-2 14-78,0 2-364,0 1 359,-6 6 5,-4 7 44,-8 10 46,-3 10 0,-4 6-85,1 8 6,-2 7 29,4 5-40,3 3 0,4-1-325,6-2-493,5-5-302,5-6-521,17-6-611,5-8 2252,16-8 0,-18-11 0,-4-8 0</inkml:trace>
  <inkml:trace contextRef="#ctx0" brushRef="#br0" timeOffset="91140">18646 1588 11536,'0'-7'1104,"0"2"-1099,0 8 124,-9 21-50,-3 4-7,-10 25-38,-2 3-31,11-25 0,0 2-3,0 1 0,0 2-852,0-1 0,0-1 597,2 0 0,0 0-524,-6 26 86,5-8-657,4-10 1350,5-9 0,1-16 0,2-6 0</inkml:trace>
  <inkml:trace contextRef="#ctx0" brushRef="#br0" timeOffset="91385">18710 1530 10534,'7'-6'750,"3"11"-604,0 10-40,5 17-56,4 10-10,3 11-40,1 5 0,0 6-303,-4-1-509,-4-2-537,-7 2-634,-3-9 1983,-5-4 0,0-24 0,0-10 0</inkml:trace>
  <inkml:trace contextRef="#ctx0" brushRef="#br0" timeOffset="91578">18524 1935 9363,'-9'-6'1719,"2"1"-1719,7 4-78,4-1 67,8 0-157,10-1-286,13 0-358,21-3-2029,5 0 2841,-24 2 0,-2 0 0,3-1 0,-10 2 0</inkml:trace>
  <inkml:trace contextRef="#ctx0" brushRef="#br0" timeOffset="91928">19019 1482 11099,'3'-8'1770,"2"2"-1736,0 6-34,4 2 39,6 6-33,5 8 123,18 35-51,-5-1-75,-11-13 0,-1 2-3,-6-5 0,-2 0-754,-1 2 0,-2 0 748,-3 1 1,-1 0-18,-2 0 1,-1-1-23,-3 0 1,-2 0-77,-3-2 1,-3 0-222,-14 29-1010,-12-5-1586,3-21 1,-4-2 2937,-11 10 0,-3-2 0,32-32 0</inkml:trace>
  <inkml:trace contextRef="#ctx0" brushRef="#br0" timeOffset="92358">19514 1761 13250,'0'-5'3109,"0"2"-2818,0 3-325,4 0 34,5 0-128,8 0-259,8 2-381,7 1-637,9-1-1513,10-1 2918,-17-5 0,-1 0 0,4 2 0,3-7 0</inkml:trace>
  <inkml:trace contextRef="#ctx0" brushRef="#br0" timeOffset="92552">19458 1937 7688,'-11'9'3131,"2"-2"-2761,9-7-45,1 0 44,17 0-369,1 0-543,20-1-739,10-4 1282,-11-1 0,-1 0 0,5-2 0,7-2 0</inkml:trace>
  <inkml:trace contextRef="#ctx0" brushRef="#br0" timeOffset="93751">20157 1612 12965,'-6'-7'3612,"1"0"-3293,4 6-638,1 0-381,9 1 611,5 0-18,12 0-28,6 4 1,4 0 5,-1 4-50,-2 2-247,-8 0-128,-6 2 162,-8 1 246,-6 0 146,-3 1 67,-11 2 185,-6 0-33,-12 2-40,-5 1-67,-2-1-50,2 0-62,5-1-12,6-2 7,5-2-51,7-4-207,4-1-169,3 0 393,6 0 34,6 4 5,9-1-236,27 12 147,-6-3 33,14 8-39,-20-6-51,-6-1 146,-10 0 39,-9-2 667,-6 1 173,-12-1-28,-8 1-262,-15-1-304,-11-1-801,-9-2 376,-8 0-701,23-10 1,-1-1-1546,2 0 1,0 0 2385,-1-3 0,3 0 0,-4 1 0,14-3 0</inkml:trace>
  <inkml:trace contextRef="#ctx0" brushRef="#br0" timeOffset="99920">2555 4819 13250,'4'-1'1971,"0"0"-1881,-4 1-577,1 0 487,1 2 0,0 6 11,1 6 62,0 8-68,0 4 1,2 5 0,1 3 44,0 0-50,0 0-39,-1-3 0,-1-4-51,-2-5 40,1-7 50,-3-5 56,1-5 67,-1-4 308,0-1-599,0-8-28,0-5 34,1-10-18,0-4 57,2-2 78,1-2-22,2 2-162,3 1-208,7-5 330,0 10 23,4-3 45,-3 11 39,0 3-33,-1 2-35,0 2-4,-4 4-91,-1 3-178,-3 1 156,-1 0 0,2 15 129,-2 0 45,0 15 11,-1-2 5,0 18-5,0-10 0,-1 11 0,-2-18-146,0-4-218,0-5-381,0-4-347,0-7-224,2-4-1484,2-4 2800,2-7 0,-4 5 0,-2-6 0</inkml:trace>
  <inkml:trace contextRef="#ctx0" brushRef="#br0" timeOffset="100170">3008 4857 9100,'2'-7'2374,"2"3"-2329,-2 3 67,4 1-39,3 0-39,4 0 10,15 0-150,-2 0-381,11 0-538,-7 0-510,3 1 1535,-2 0 0,-12 0 0,-7 0 0</inkml:trace>
  <inkml:trace contextRef="#ctx0" brushRef="#br0" timeOffset="100362">3032 4995 7817,'-10'5'1647,"2"-1"-1574,8-3 22,10-1-95,3 0-274,13 0-293,13 0-978,2-4 1545,9-3 0,-23 1 0,-7 1 0</inkml:trace>
  <inkml:trace contextRef="#ctx0" brushRef="#br0" timeOffset="100888">3479 4660 11357,'1'-9'784,"0"2"-879,0 7 50,0 2 45,2 6 0,0 4 0,0 9 0,1 4 0,-2 3 0,1 3 0,-1-1 0,1-2-67,0-3-152,2-5-178,2-3-124,3-5 28,5-4-582,19-1 822,-4-3 180,14 2 68,-13 0-85,-3 2 34,-7 2-17,-3 1 23,-7 1 50,-4 0 257,-4 0 399,-2-1 179,-1 0-40,-8-1-129,-3 1-155,-11 0-192,-6 0-168,-6 1-480,-7-2 329,-6-1-146,-7-3-499,-3-3 144,23-2 0,0-2-1403,-28-8 1904,2-4 0,28 2 0,12 1 0</inkml:trace>
  <inkml:trace contextRef="#ctx0" brushRef="#br0" timeOffset="101079">3312 4684 11945,'11'0'2190,"1"0"-2084,-1 0-100,8-2-6,9 0-302,10-4-583,9 0 42,-14 0 0,2 0-2186,-1 0 1,1 0 3028,6-3 0,-3 1 0,3 0 0,-10 1 0</inkml:trace>
  <inkml:trace contextRef="#ctx0" brushRef="#br0" timeOffset="101238">4000 4955 8472,'1'3'2,"1"-3"1,-1 0 0,1-3 0</inkml:trace>
  <inkml:trace contextRef="#ctx0" brushRef="#br0" timeOffset="103399">6197 4839 9307,'7'8'297,"-2"2"-297,-5 3 11,0 6 28,0 8-5,0 7 44,0 3 85,0 3-1,-2-1-16,0-2-1,-2-4 18,0-7-18,2-5-27,-1-7 263,3-6 330,-1-4 824,1-3-1535,0-9-325,0-4-100,5-11-13,3-3 147,8-5 213,5-2 33,4-1-363,3 2 408,1 2 0,-1 4 0,-3 4-11,-3 4 5,-3 4-44,-4 6-6,-3 4-6,-2 2-27,-2 2 5,0 0 430,-1 5-430,0 4 78,-2 9 6,-1 4 34,-1 4-29,-1 3 7,0 4 27,0 0-34,1 2 1,0-2-6,2-4-291,0-5-224,1-6-152,2-7-206,3-5-1122,3-9 1995,3-6 0,-8 3 0,-2-2 0</inkml:trace>
  <inkml:trace contextRef="#ctx0" brushRef="#br0" timeOffset="104179">6660 4935 8601,'0'-7'2145,"0"2"-2122,0 5 16,0 0-39,0 3 106,0 4-27,0 7-12,0 7-67,0 3-134,3 2-376,1 1-100,4-4 134,1-3 139,2-7 247,-1-4-89,2-7-583,0-2 119,1-7 167,1-5 476,1-9 420,-1-3 453,-1-1 102,-3 0-51,-2 1-157,-2 5-375,-3 4-392,-1 7-134,-2 5 56,0 3 78,0 5 39,0 6 6,0 34-286,0-13-246,4 21 44,3-28 118,5-7 185,2-6 84,4-6-162,3-5-113,1-8-22,3-6-50,10-27 386,-9 1 17,4-19 95,-13 8 28,-4-4 370,-2-3-16,-4 4 72,-2 4-135,-3 10-156,-1 7-124,-1 9-16,0 8-79,0 5-39,0 5-101,0 3-537,0 1 503,0 6-66,0 0-18,0 6-10,0-4 78,0 1 95,0-2-52,1 0 103,-1-2-29,1-1 993,-1-2-1251,0 0 186,0 1 89,0 1 12,0 0-1,-1 1 6,0-3 6,-1 2-6,1-3-408,0 1 1,1-1 0</inkml:trace>
  <inkml:trace contextRef="#ctx0" brushRef="#br0" timeOffset="104523">7073 4616 8690,'0'-6'2807,"0"0"-2354,0 5-626,0-1 178,0 9 124,0 4-17,0 13-39,0 9-62,0 8 28,-1 8-5,-2 4-31,2-11 0,-1 0-3,-1 20-98,2-22 0,0-2-401,1 10-1528,6 4 867,3-22-1141,5 0 2301,0-24 0,-6-3 0,-3-3 0</inkml:trace>
  <inkml:trace contextRef="#ctx0" brushRef="#br0" timeOffset="104869">7326 4484 10282,'1'-7'884,"0"2"-884,-1 5 73,0 10 112,0 3 11,0 13-17,0 4-28,-2 6-61,-1 7-300,-2 6 221,0 5 23,-1 5-29,2 2-5,1 0 0,2-2-117,0-3-314,1-4-191,0-7-179,1-8-274,6-9 1075,6-10 0,-4-9 0,1-5 0</inkml:trace>
  <inkml:trace contextRef="#ctx0" brushRef="#br0" timeOffset="105137">7596 4570 12489,'2'-4'2755,"-1"0"-2755,0 4-1557,0 0 549,1 0-471,2 5-1411,1 3 2890,-1 5 0,-1-5 0,-2-2 0</inkml:trace>
  <inkml:trace contextRef="#ctx0" brushRef="#br0" timeOffset="105363">7522 4843 8674,'-2'8'997,"0"1"-666,2-2-113,0 2-22,0 4-28,2 4-90,-1 5-33,1 2-45,-1 4-89,-1 1-522,0 0-526,0 0-874,0-4 2011,0-4 0,0-11 0,0-4 0</inkml:trace>
  <inkml:trace contextRef="#ctx0" brushRef="#br0" timeOffset="105691">7825 4474 9296,'1'-5'526,"0"2"-486,-1 12 10,0 4 40,-1 12-51,-3 5-34,0 7 35,-4 5-29,1 6-11,0 4-67,0 2-219,0 3-212,1-2-338,0-2-278,2-2-112,2-8 1226,1-8 0,1-17 0,0-9 0</inkml:trace>
  <inkml:trace contextRef="#ctx0" brushRef="#br0" timeOffset="106729">7905 4829 6787,'9'-13'308,"-3"4"-241,-5 9 123,-1 3-84,0 3-100,0 7 44,0 3-33,0 2-17,3 0-39,0-1 33,3-2-5,0-2 11,0-4 6,-1-3-6,1-3 0,-1-2-196,3-1-330,-1 0-247,3-2 1176,2-6 252,-4 0 95,0-4-178,-6 4-214,-1 0 119,-1-4-281,0 3-79,0-2 12,0 3 67,1 1 17,0 0 67,0 2-78,0 0-135,0 2-67,-1 1 0,1 1 73,1 0 106,-1 0-269,1 1 57,-1 0-7,1 0-10,0 3 16,-1 1 29,1 1-1,-2-2 6,1-1 56,-1 0 101,1-2-235,1 1 78,1-1 5,0 0 46,0 0 38,0 0 225,0 0 111,-1 0-49,0 0-108,0 0 13,0-2-29,0-1-62,-2-2-38,1-1-40,0 0 50,-1 1-78,0 2-84,0 2-672,0 0 711,0 4 12,0 2 44,0 6 28,0 1-5,-2 1-1,0 2-10,0 2 5,0 3-23,1 3-16,0 5-45,0 2-22,0 6-6,-1 1 5,0 27 6,1-16-8,1-14 0,-1 0 8,1 11-5,0-2 167,0-4 57,0-6 78,0-7-6,0-7 40,-2-7-23,0-4 57,-2-5 16,-2-2-129,-13-4-358,0-7-471,-12-8-689,4-12 1255,4-26 0,2-3 0,1 17 0,6-8 0,0 1 0</inkml:trace>
  <inkml:trace contextRef="#ctx0" brushRef="#br0" timeOffset="107404">7640 4827 15743,'15'0'504,"2"0"-504,5 0-605,4-1-1165,15-6-2526,2-1 4052,7-7 1,-23 7 0,-7 1-1</inkml:trace>
  <inkml:trace contextRef="#ctx0" brushRef="#br0" timeOffset="108037">8663 4829 11357,'-15'4'3624,"4"0"-3300,11-4-413,0 0 83,5 0-459,21 0-498,4-3-1617,8-2 1,3-1 2175,8-5 1,6-1-1,-37 6 1</inkml:trace>
  <inkml:trace contextRef="#ctx0" brushRef="#br0" timeOffset="108229">8643 5011 7649,'-7'9'2028,"2"-2"-1670,5-7 68,2 0-85,5 0-195,7 0-146,10 0-913,18-7-1378,4-1 2115,10-9 0,-26 9 1,-7 0-1</inkml:trace>
  <inkml:trace contextRef="#ctx0" brushRef="#br0" timeOffset="108814">9290 4632 12455,'2'-10'1322,"0"2"-1474,-2 8 108,0 6 44,0 5 5,0 9-5,0 4 0,0 3-5,0 1-51,1-2-68,4 5 1,1-12 67,6 2-39,3-11-62,5-3-44,6 1-231,20 2 325,-11 0 7,9 4-7,-21-3 23,-6 2 84,-7 0 73,-5 1 134,-3 0 74,-4 0 139,-6-1 28,-8 1-118,-9-3-184,-8 1-146,-7-3-398,-6-1-615,-13-4 1013,20-4 0,1 0 0,-5-1 0,-3-3 0</inkml:trace>
  <inkml:trace contextRef="#ctx0" brushRef="#br0" timeOffset="109006">9214 4614 10640,'5'0'2117,"1"0"-2010,3 0 50,6 0-73,9 0-84,11 0-342,11 0-450,-12-1 1,2-1-833,1 0 0,1-1 1402,6-1 1,-2-1-1,4-1 1,-12 1 0</inkml:trace>
  <inkml:trace contextRef="#ctx0" brushRef="#br0" timeOffset="109249">9767 4817 11217,'-1'5'1132,"0"0"-1076,7-5-56,5 0-399,10 0-603,15 0-896,5-4 1898,7 0 0,-22-1 0,-6 2 0</inkml:trace>
  <inkml:trace contextRef="#ctx0" brushRef="#br0" timeOffset="109788">10353 4634 11945,'-5'-3'1484,"2"0"-1663,3 3 252,11 5-28,0 0-163,21 11-33,-12-3-28,5 3 16,-12-6 57,-5 0 44,-4-2 1,-2 1 22,-2 0 39,0 0 0,0 2 0,0 0 0,0 0 0,0 0-6,0-1-50,0-1-28,0 0-40,3 1-229,4 1-139,17 10 329,0-4 46,11 6-79,-10-6 56,-2-1 5,-6-1 135,-7-1 185,-4-1 549,-6-1-23,-9 0-274,-6-1-224,-34 5-342,3-6-580,8-4 1,-1-1-3650,-23 0 4358,-5-3 0,32-1 0,11-1 0</inkml:trace>
  <inkml:trace contextRef="#ctx0" brushRef="#br0" timeOffset="110271">11203 4837 11402,'-14'0'3769,"4"0"-3763,10 0 5,10 0-11,5 0-179,15 0-465,6 0-762,17-3 1406,-14-1 0,-1 0 0,5 0 0,7-3 0</inkml:trace>
  <inkml:trace contextRef="#ctx0" brushRef="#br0" timeOffset="110456">11259 4991 10724,'-6'3'2526,"2"0"-2526,8-3-162,8 0-393,11 0-392,13-1-755,24-6-3795,5-2 5497,-25 1 0,-2 1 0,3-1 0,-9 2 0</inkml:trace>
  <inkml:trace contextRef="#ctx0" brushRef="#br0" timeOffset="110985">11820 4776 10864,'-1'-15'1383,"1"3"-1383,6 11 0,4 1 0,6 0-11,5 0 11,1 1-39,3 5-12,0 2-5,-1 7 45,-2 1-28,-4 3-11,-2 1-96,-6 1 17,-4-1 84,-3 1 34,-3 0 11,-7 0 17,-4 2 0,-10 0-12,-2 1 91,-4-1 122,-1 1 68,0-2 5,0 1-33,0-2-62,1 0-50,1-2-57,3-3-22,4-3 23,4-4 61,6-3 191,3-3 117,4-2 897,1-1-1295,7 0-94,3-1-23,10-2-51,4-2-56,8-2-94,6-1-163,8 1-219,7 1-391,5 1 360,-21 3 1,0 1-872,-2 0 1,0 1 1380,3-1 0,-3 2 1,2-1-1,-11 0 1</inkml:trace>
  <inkml:trace contextRef="#ctx0" brushRef="#br0" timeOffset="112985">634 1005 10506,'-8'-4'1092,"-1"2"-1092,3 2-34,-1 0 34,-3 1 11,1 6 51,-3 3-29,1 5 7,0 2-7,1 1-16,2 1-11,2 0-1,2 1 1,2 0-6,1 0-303,1-2-77,0-1 21,4-4 102,0-3 156,6-5 22,0-2-139,3-3 33,0-7 157,1-4 28,-1-7 95,-1-3 353,-3 0 112,-2-1 124,-3 0 33,-1 2-51,-2 4-251,0 4-365,-1 4-212,0 5-113,0 2 270,0 5 5,1 5 5,0 7 7,3 4-12,0 2-157,3 2-342,0 1-190,2 0-336,-1-2-352,3-3 1377,0-3 0,-4-8 0,-1-3 0</inkml:trace>
  <inkml:trace contextRef="#ctx0" brushRef="#br0" timeOffset="113322">428 1063 9162,'-6'-6'957,"2"2"-716,1 4-146,1 4 62,-3 4 11,2 5 0,-3 3 28,1 3-11,0 2-73,-1 3-56,2 3-45,1 1-11,2 17-353,0-11-571,4 12-505,10-14 1429,3-4 0,-2-11 0,-4-6 0</inkml:trace>
  <inkml:trace contextRef="#ctx0" brushRef="#br0" timeOffset="113614">767 942 8679,'18'5'1625,"-3"6"-1496,-10 12-28,-2 7-40,0 25 23,-2-9-84,-2 17-17,-6-17-1215,-10 6-2453,-6-5 3685,-7 1 0,14-23 0,2-8 0</inkml:trace>
  <inkml:trace contextRef="#ctx0" brushRef="#br0" timeOffset="114938">1097 7273 9106,'4'4'548,"-2"3"-312,-2 13-68,0 4 285,0 34-330,0-15-61,0 20-56,0-18 33,1-4-28,0-5 34,1-2 61,0-16 107,-1-3 297,0-13-169,0-1-162,0-12-139,1-3-29,1-14-11,2-2-34,3-4-11,3-2 45,2 1 45,1 6-45,-1 7-50,-2 7-12,-3 6-11,-1 5-11,1 2-11,1 2 6,1 1 16,4 6-28,2 3 6,0 8-146,2 15 196,-8-7 45,-2 10 123,-7-14 85,-6-2 94,-3-3-84,-7-3-139,-5-3-79,-4-3-381,-4-3-3025,-32-3 3406,16-6 0,-4 2 0,29-3 0</inkml:trace>
  <inkml:trace contextRef="#ctx0" brushRef="#br0" timeOffset="115241">959 7379 10713,'-7'-13'1333,"0"2"-1221,2 18 140,-4 16-33,2 5-63,-1 16-94,4-4-28,1 5-29,2 0-5,0 2-414,2-4-640,5-1-687,11-6-1833,5-6 3574,8-10 0,-14-9 0,-4-7 0</inkml:trace>
  <inkml:trace contextRef="#ctx0" brushRef="#br0" timeOffset="115512">1476 7303 9727,'17'-5'1316,"0"0"-1137,-2 10-78,2 7-90,4 10 23,-1 6-28,-3 7-1,-3 2-5,-7 3 0,-2 0 17,-4 0-11,-5-2-6,-5-1-73,-5-3-582,-11 1-1301,0-4 1956,-3-3 0,13-14 0,4-5 0</inkml:trace>
  <inkml:trace contextRef="#ctx0" brushRef="#br0" timeOffset="116222">1883 7430 12825,'9'0'3114,"-2"0"-2896,-7 0-1103,0 0-1742,3-1 398,0 0-1255,3 0 3484,-1-1 0,-2 1 0,-1 0 0</inkml:trace>
  <inkml:trace contextRef="#ctx0" brushRef="#br0" timeOffset="116393">1841 7678 10091,'0'5'1831,"0"-2"-5376,0-3 3545,0-6 0,0 4 0,0-4 0</inkml:trace>
  <inkml:trace contextRef="#ctx0" brushRef="#br0" timeOffset="122547">2893 7307 13054,'0'-5'2083,"0"1"-2077,0 3-84,-2 1 66,-22 18 7,7-5 5,-15 18-45,16-8-17,3 3 29,3 3-40,4 2-179,3 1-151,2-2 56,2-2 78,4-6 129,3-5 151,2-9-11,1-3-90,-1-14-324,3-6-23,2-12 45,7-29 498,-7 7 104,-6 13 1,-2-1 259,-1-23 188,-5 15 0,0 0-1661,0-19 1283,-1 25 0,0 3-38,0 2-113,0 13-129,0 10-50,0 6-96,0 4-252,0 1 2044,0 20-1651,-1 0 5,0 24 0,0 0 0,1 10 0,0 1 0,0 3 83,4-5-396,0-4-107,3-8-73,0-6-129,0-9-184,-1-6-315,-1-8-368,1-6-91,1-3 1580,0-6 0,-3 2 0,-1-1 0</inkml:trace>
  <inkml:trace contextRef="#ctx0" brushRef="#br0" timeOffset="122806">3046 7199 11071,'1'-7'3546,"0"2"-3126,-1 5-2851,0 0 1271,3 2-688,-2 8-1977,3 2 3825,-4 8 0,0-10 0,0-2 0</inkml:trace>
  <inkml:trace contextRef="#ctx0" brushRef="#br0" timeOffset="123054">3074 7464 10450,'3'3'1019,"0"0"-1042,2 4 18,-2 1-1,3 4-134,-2 1-252,0 3-1484,2 8 487,-1-4-515,1 4 1904,-1-12 0,-3-5 0,0-4 0</inkml:trace>
  <inkml:trace contextRef="#ctx0" brushRef="#br0" timeOffset="123622">3226 7427 9240,'4'-7'1770,"-2"0"-1770,-2 7-353,0 0 353,0 5 117,0 2 29,0 8-28,0 4-62,1 4-23,1 3 6,1-2-33,1-2-6,1-5 0,0-5 0,0-5 129,5-4-129,-2-6-51,5-5-5,-1-5 56,1-6 6,0-1 56,0-1 22,-1 1-51,-4 5-33,-1 4-84,-3 5-252,-1 3 263,-1 3 73,0 6 0,0 2 12,2 5-7,0 1 12,1 4-11,-2-6 44,1 0 73,-2-9 476,1-1-599,3-3-184,5-6-108,4-4 74,4-6 218,0-3 190,0 1 292,-4 4-336,-6 5-146,-4 5-124,-4 3 124,-1 3 101,0 6-39,0 3-51,0 7 45,-1 3-56,1 2-549,-1 1-778,1 0-1468,0-1 2795,3-3 0,-3-8 0,3-5 0</inkml:trace>
  <inkml:trace contextRef="#ctx0" brushRef="#br0" timeOffset="124080">3882 7379 12377,'0'-6'2016,"0"0"-2011,2 6 85,2 0-17,6 0-29,4 0 24,5 0-68,4-1-146,5-1-375,3-1-397,4-1-2482,18-4-61,-13 2 3461,6-3 0,-29 6 0,-8 1 0</inkml:trace>
  <inkml:trace contextRef="#ctx0" brushRef="#br0" timeOffset="124306">3972 7464 9436,'-17'8'3125,"4"0"-2917,13-8-74,3 0-33,4 0-101,9 0-207,8-1-623,8-4-654,16-6-1664,3-4 2897,8-4 1,-28 9 0,-7 2 0</inkml:trace>
  <inkml:trace contextRef="#ctx0" brushRef="#br0" timeOffset="125432">4449 7141 11284,'-7'-13'1294,"2"4"-1294,5 9-145,0 0 145,3 0 39,5 0 22,8 0-61,7 1-39,4 3-112,1 4-102,0 2-88,-4 4-1,-4 2 79,-6 2 101,-5 2 128,-5 0 34,-4 0 95,0-2-5,-6-2 44,-2-2 62,-4-2-28,1-2-50,1-2-57,2-2-10,3-2-51,1-2-11,3-1-561,0-1 449,1 3 118,4 0 5,4 5-6,6 0-168,5 4 23,3 0 62,-1 3 16,-3 0-28,-4 1 101,-5-1 174,-5-1 279,-2 0 96,-6 0-84,-5 0-168,-8 1-123,-8-2-62,-7 1-112,-5-3-617,-12-5 617,-17-1 0,28-5 0,-4 0 0</inkml:trace>
  <inkml:trace contextRef="#ctx0" brushRef="#br0" timeOffset="127949">5744 7279 12757,'4'1'3159,"0"0"-3590,-4-1-667,1 2-319,1 1-504,2 4-1194,0 1 3115,1 2 0,-3-4 0,0-2 0</inkml:trace>
  <inkml:trace contextRef="#ctx0" brushRef="#br0" timeOffset="128130">5714 7620 9313,'6'14'1954,"-2"-3"-1887,-3-9-375,0-2-487,5 1-482,1-1 1277,3 0 0,-3 0 0,-3 0 0</inkml:trace>
  <inkml:trace contextRef="#ctx0" brushRef="#br0" timeOffset="129263">7771 6880 10461,'4'-10'3954,"0"2"-3400,-4 6-716,0 1 162,0 5 45,0 10-40,0 3 1,0 6-6,0-3-381,1 1-364,0 0-1299,2 7 627,-2-7-365,1 4 1782,-2-9 0,0-8 0,0-2 0</inkml:trace>
  <inkml:trace contextRef="#ctx0" brushRef="#br0" timeOffset="129906">7739 7395 8842,'15'-5'1126,"-3"0"-1126,-6 4-50,-1 0 38,5 1 1,-2 0 6,4 1 5,-5 3 0,0 1-40,-2 3 29,-1 1 6,-2 1 5,-1 2-6,-1 2 6,0 0 62,0 2 145,-2 0-6,-3 0-100,-2-1-39,-3-1-51,0-1 62,0-4 95,1 0 89,-1-4-16,0-1-101,-1-2 51,-3-1 72,-7-1 17,4-2-107,-5-4 30,8-3 15,3-6-112,2-3-33,4-2-73,2-2 0,2 0-5,1 3-91,4 3-133,1 2-136,5 4-217,2 0-359,0 1-235,4-2-303,0-1 1479,3 0 0,-9 5 0,-3 2 0</inkml:trace>
  <inkml:trace contextRef="#ctx0" brushRef="#br0" timeOffset="130444">7486 8051 11491,'15'1'532,"-3"0"-493,6-3-27,-3 0 21,2-1-33,0-1-431,2 1-723,4-5-1137,0 2 2291,2-6 0,-12 7 0,-3 0 0</inkml:trace>
  <inkml:trace contextRef="#ctx0" brushRef="#br0" timeOffset="130864">7747 7873 8237,'12'-16'2369,"0"4"-2313,-7 12-50,5 0-6,5 0-106,4 0-219,4 4-174,-1 2 169,1 3 67,-5 2-108,-6 14 371,-7-2 79,-8 10 16,-7-5 12,-7 2 22,-2-1 17,-1 0 33,2-4-34,3-4 51,4-5 101,3-6 834,4-4-621,2-4 202,1-1-1060,14-1-374,1-3-410,16-2-352,5-4-2198,3-1 3682,5 0 0,-20 5 0,-7 1 0</inkml:trace>
  <inkml:trace contextRef="#ctx0" brushRef="#br0" timeOffset="131544">7731 8591 10483,'0'-7'1736,"-1"1"-1736,0 6-73,-2 0 73,0 1 0,-3 4 0,0 3 34,-3 6-28,0 3 5,-4 12-11,5-5-45,-1 7-129,7-11-89,2 0 73,5-5 139,4-1 12,9-7 39,5-2 6,2-4-1,2-2 51,-1-5-50,0-4 0,-3-7 44,-1-1 112,-5-2 298,-2 0 207,-4-1 89,-5 1-118,-2-3 17,-3 1-140,-1 0 40,0 0-62,-3 4-162,-2 2-180,-2 5-78,-1 2-73,1 3-6,0 1-263,-2 1-890,-3-2 313,1-1-84,-4-3-627,3 0 1557,-12-23 0,15 21 0,-8-16 0</inkml:trace>
  <inkml:trace contextRef="#ctx0" brushRef="#br0" timeOffset="133054">8779 6848 9761,'-9'-2'817,"-1"0"-710,2 5-34,-2 3-1,-1 5 102,-1 4 140,0 2-68,1 2-117,0 0-51,3 1-44,1 1-29,3 0 35,2 2-7,1 0-22,3 1-5,5-2 50,6-3-6,6-4 6,2-6 34,0-4 0,-1-4-28,-3-4 223,3-11-117,-9 1-44,1-11-68,-7 4-23,-2-3-27,-1-5-6,0-2 5,-2-1-5,1 3-33,-1 4-74,0 7-453,0 5-616,0 5-622,-3 4-1310,-2 1 3108,-2 2 0,3 0 0,1 0 0</inkml:trace>
  <inkml:trace contextRef="#ctx0" brushRef="#br0" timeOffset="133848">8541 7550 10534,'-5'0'3187,"1"0"-1810,4 0-1601,19-5-560,-3 2-431,19-5-785,-2-2-1685,0 1 3685,0-2 0,-15 5 0,-6 2 0</inkml:trace>
  <inkml:trace contextRef="#ctx0" brushRef="#br0" timeOffset="134060">8761 7476 9358,'2'-10'1736,"0"2"-1703,-2 10-33,0 3 0,0 3-61,0 5-511,0 5-531,0 13 1103,-1 16 0,1-19 0,-1 4 0</inkml:trace>
  <inkml:trace contextRef="#ctx0" brushRef="#br0" timeOffset="134886">8737 7955 12690,'0'11'0,"0"4"6,0 5 44,0 2-39,1 2-11,1 1-369,1-2-539,1 2-666,0 0 1574,-1 8 0,-1-16 0,-1 2 0</inkml:trace>
  <inkml:trace contextRef="#ctx0" brushRef="#br0" timeOffset="135545">8691 8502 9873,'5'4'1904,"3"-3"-1904,2-3-185,5-2-50,6 2-6,3-1-213,4 2-94,0 0-57,0 1 353,-4 0 101,-4 2 78,-8 4 73,-5 3 336,-5 5 61,-3 1 309,-12 9-504,2-6-124,-9 5-28,8-10-38,1-1-1,5-4-6,0 2 1,5-6-6,0 0-11,1 0-45,0-1 56,1 1 45,6 1-34,3 1-11,8 1-67,4 3-62,2-1-39,10 9 95,-13-4 73,2 5 134,-17-5 242,-3 1 83,-4-1-6,-7 1-72,-3-1-195,-11-1-114,-3 0-72,-6-3-807,-8-2-1905,2-5 2712,-2-2 0,18-1 0,8 0 0</inkml:trace>
  <inkml:trace contextRef="#ctx0" brushRef="#br0" timeOffset="138171">7328 7014 7470,'-4'-1'638,"2"0"-224,2 1-44,-2 0 107,0 0 49,-2 0 219,-4 0-549,2 2-106,-1 1-46,2 3-4,0 1-1,1 1-34,-2 1 1,1 0 67,0-1 33,0 2-33,1 1 123,-2 10-50,2-1-34,0 9-56,2-3-6,2-1-44,0 2 44,0-1-44,0-2 33,0 1 17,0-3 0,0 2 33,0-1-77,0 2 77,0 1-49,0 2-1,0 1 17,0 2 28,0 1 157,0 14-191,0-10 6,0 9-5,0-15 22,0 12-73,0-11 11,0 9 45,0-11-23,1 0-21,-1-1-12,0 0 5,0-1 1,0-2-1,0 0 1,0-2 39,0 13-28,0-9 22,0 10 11,0-10-44,0 1-1,0 0 1,0-2 5,0-1-11,0-2 28,0-1-28,0 0 0,0 0 0,0 1 11,0 1 23,0 0-28,0-1-6,0 0 5,0-3 1,0-1-6,0-2 5,0-2 1,0-2 0,0-1 10,2 4-16,0-4 0,1 5 0,0-5 0,1 0 0,0 2 0,1 0 0,3 6 0,-1-4 0,2 2-11,-2-2-22,0-5 27,1 4 6,-1-5 0,0 1 0,1 1 0,3 6-106,-2-4-141,5 2-27,-2-8-600,13-3-638,5-3-2717,9-10 4229,-4-6 0,-15 4 0,-7 0 0</inkml:trace>
  <inkml:trace contextRef="#ctx0" brushRef="#br0" timeOffset="139862">7971 7117 7598,'2'-10'2913,"0"2"-2179,-2 8 83,0 0-1029,3 0 212,-2 0-185,4 0 112,-2 0 73,1 0 0,0 0 0,0 0-95,0 0 22,-1 1 17,0 2 50,-1 4 1,-1 3-1,1 3 6,-2 1 0,1 2 11,0-1-11,-1 4 6,2-2 0,-1 2-1,1-1 6,1 7-11,-1-5 6,0 4-6,-1-7 6,1-1-1,0 0 1,-1 0-6,0 0 5,-1 1-5,0 0 12,0-1 156,0 7-45,0-7-45,0 7-27,0-8-46,0 1 29,0 0-29,0 0 35,0 1-35,0-1-5,0 2 0,0 0 51,0 0 38,0 2 23,-1-1 1,0 2-80,-1 1-21,1 1 44,0 1-23,1 2-22,0 1 40,0 2 61,0 0-34,0 1 6,0-1-45,0 0 12,0-2-51,0-1 5,0-1 35,-1 9-40,1-9 0,-1 6-6,1-11 0,0 0 6,0-1 0,0 6 0,0-6 6,0 5-6,0-8 17,0 7 16,-1-4-27,1 4-6,-2-6 6,1 0-6,-2-1 5,0 10-5,1-8-28,0 7 17,2-9 0,0 6 11,0-6-11,0 4 11,0-6 0,0-2 11,0 0-11,0 2 0,1-4 0,0 4 0,1-5-39,0 2 27,0-1-21,-1 2-29,1-2 57,-1 0-1,0 0 0,1-2-5,-2 2-34,2-1 40,-2 0-1,1 1-50,-1-1 51,0 0-191,0 0-1485,-1-1-2195,-5-4 3876,-2 0 0,2-4 0,1 0 0</inkml:trace>
  <inkml:trace contextRef="#ctx0" brushRef="#br0" timeOffset="141431">8440 7064 7554,'7'-4'1904,"-2"0"-1685,-5 4 184,0 0-397,2-2-6,-1-1 5,2-2 40,-1 1 157,-1 1 89,0 0-560,-1 2 269,-2 0 34,-3 1 55,-4 2 85,-2 2-29,1 2-38,0 2-12,1 0 0,1 1-5,1 1-6,0 0-11,1 1 22,-1 8-84,2-3 45,0 5 6,2-6 10,1-1 124,0 1 28,0-1-33,0 2-84,0 0-46,-1 0-5,1 3-5,-2-1-1,1 4-11,0 0-5,0 2-28,2 1 50,0 0 0,1 1 16,0 1 29,0-1-6,0 1 6,-1 1 17,0 0-17,-1 2-45,-1 1-6,1 2-11,-2 1-33,2 1-1,-2 18 1,1-13 56,0 13-12,-1-20 6,2 1 0,-1-4-6,1 0-44,0-3 11,0 0-12,0-2 1,0 1 44,-1 8-16,0-7-23,0 5 28,0-10-33,1 0 33,0-3-33,1 2-1,0-3 1,1 0-6,-1 0-6,1-1 6,-1 2 6,0-1-6,1 10 0,-1-8 6,1 6-1,0-10 40,0 4-45,0-6 6,0 3-1,0-5-5,0 1 6,0 0-6,0 1 0,0-1 5,0 0-5,0 0 6,1-1 0,2 0-1,0 0 1,3 0-6,-1-1 5,1 1 1,-1-1 0,1 0-1,3 4 6,-2-4-5,4 4 0,-3-5-1,1 0 1,1 0 44,1-2-50,1-1-50,1-3-376,2-2-638,7-4-1776,3-8 2840,3-7 0,-12 6 0,-5 0 0</inkml:trace>
  <inkml:trace contextRef="#ctx0" brushRef="#br0" timeOffset="142965">9096 6960 10511,'4'-3'1137,"0"0"-1137,-4 3 0,1 0 0,2-1 0,2 1 39,4-2-39,1 2-11,2-1-23,-1 1-44,-2 0-6,-2 0 84,-3 0 45,-1 3-34,-2 1 79,1 4-18,-2 1 35,2 8-51,-2-4 89,2 5 18,-2-1 67,1 0 28,-1 6-57,0 1-27,0 5-79,0 1-5,-1 1-40,-1 1 40,-1 0 5,-1-1 28,0 0 73,1-1 39,0 1-56,2 0 40,0 2-1,1 1-5,0 3-51,0-1-61,0 1-39,0-1 39,0 14-34,1-12 11,1 10-5,2-17-28,-1-2-40,2-3 46,-2-2-17,1-2-28,0-1 27,0-1-16,0-1 22,-1 1 12,-1-1-12,0 0-28,-2 0 23,1-1-34,-1 0 44,0 0-44,0 8 28,0-7-22,0 6-6,0-8 0,0 0 0,0-1 11,0 1-11,0 0 0,0 0 6,0-1-6,0-1 0,0 0 5,0-1-5,1 0 0,0 0 6,1-1-6,0-1 6,0-1 5,0 3-11,0-2 0,2 9 0,-2-5 0,3 3 0,-3-2 0,2 0 0,-2 0 0,2 0 5,-2-1 7,1 0-12,0 0 5,0 1 1,1-1-6,0 2 5,-1-1 1,1 1 0,-2-2-1,2 0-5,-2-1 0,1-2 11,-1 0-5,0-3-6,0-1 6,-1-2-1,0-2-5,-1 1 6,0-1-6,0 1 5,0 0 1,0 0-6,0-1 11,0 0-11,0-1 0,0-2 0,0 1 6,0-3-57,-2 2 46,-6 0-841,-5 1-1075,-11 0-3020,0-1 4941,-5-1 0,14-1 0,4 0 0</inkml:trace>
  <inkml:trace contextRef="#ctx0" brushRef="#br0" timeOffset="144599">9731 6876 12018,'0'-4'1182,"0"1"-1277,1 2-269,1 1 173,3-1 146,4 1-39,5-3-140,5 0-112,4-3-263,2-1-85,0-1-206,-4 0 235,-3 1 49,-5 1-139,-7 2-447,-2 2 436,-4 1 756,-7 1 0,6 0 0,-5 0 0</inkml:trace>
  <inkml:trace contextRef="#ctx0" brushRef="#br0" timeOffset="145588">9731 6872 8652,'17'62'254,"0"0"0,-2-11 0,-4-3-148,-11 12-10,2-16-45,0 2-46,2 0 35,1-1-29,0 1 22,2 0 847,0 1-784,3 19-18,-4-16 555,3 14-565,-6-23-1,0-3 300,-2-3-328,0-3-39,0-3 776,0-4-776,1-1 216,-1-4-211,1 8 1,0-8-6,0 5 11,-1-9 6,-1 7-17,2-6 6,-1 6 5,1-6-11,-2 1 5,2 2-5,-2 2 6,1 0-6,-1 1 6,0-1-6,0-3 11,0 2-11,0-7 5,0 1-5,0-7 12,1 0-7,0 1-5,1-1 0,0 1 0,0-1 0,0-1 0,0 0 11,-1-1-5,0-1 0,-1 0-1,0 0-5,0 0 0,1 2 0,-1 1 0,1 2 6,-1 1-6,0 1 0,1 0 0,1 0 0,0 0-11,2 0 11,-1-1-6,1 0 6,0 0 0,-1-1 6,1 0 5,-2-1-6,1-2 1,-2-2 0,1-2 5,0 1 0,0-2-5,1 1-1,-2-1 29,1 0-29,-1-1 7,2 0-7,0 1 6,1 0 40,0 1-6,1 0-40,0 1-5,1 0-11,3 3 11,-3-2 6,3 2-1,-3-2 6,0 0-5,1 0 5,1 0-5,1 0 33,1 0-33,0 1 38,1 0 35,5 1-23,-4-4-11,3 1-45,-5-4-157,1 0-874,5-8-2240,-1-3 3271,5-9 0,-10 8 0,-2 2 0</inkml:trace>
  <inkml:trace contextRef="#ctx0" brushRef="#br0" timeOffset="150333">10333 6708 11782,'2'-6'3305,"0"2"-2688,-2 4-461,0 16-94,0-2-51,0 15 23,0-6-29,0 1-5,0-1-123,0-1-1339,0 6 40,1-7-539,6 5 1961,9-4 0,-7-11 0,4 0 0</inkml:trace>
  <inkml:trace contextRef="#ctx0" brushRef="#br0" timeOffset="150998">10359 7237 10282,'0'-6'2145,"0"2"-1921,0 4-118,0 9-72,0 0 28,0 11-51,0-2-11,0 2-90,0-1-795,0 1-885,7-2-2072,2 0 3842,5-4 0,-6-6 0,-2-5 0</inkml:trace>
  <inkml:trace contextRef="#ctx0" brushRef="#br0" timeOffset="151683">10220 7811 9761,'0'8'2318,"0"-1"-2150,0-7 6,0 0-56,3 0 44,2 0-61,5 0-28,3 0-73,5 0-101,3-1-443,5-5-531,8-4-935,0-3 2010,3-1 0,-16 8 0,-8 0 0</inkml:trace>
  <inkml:trace contextRef="#ctx0" brushRef="#br0" timeOffset="152000">10501 7720 11945,'2'10'319,"0"3"-234,-2 6 27,0 19-112,0-7-421,0 13-800,0-9-1725,-2-1 2946,0-1 0,0-15 0,0-6 0</inkml:trace>
  <inkml:trace contextRef="#ctx0" brushRef="#br0" timeOffset="152666">10393 8380 10248,'7'-17'879,"2"1"-873,3 11-1,11-2-16,-4 3-50,5 1-7,-9 3 24,-3 2-29,-1 4 73,-3 5 5,-1 5 46,-3 2-34,-2 1 50,-1 1 34,-1-1 139,-4 0 85,-4-1-112,-4-1-84,-2-1 0,0-2-17,1-3 51,0-1 72,2-3 302,1-2 96,0-3-302,1-2-85,-1 0-106,-1-5-84,-1-3 146,0-6-23,0-2-106,1-1-12,2-1-61,1-1 0,2-1-280,2-2-224,3-1-218,1-1 5,0 2-320,2 1-307,7 3-964,3 3 2308,4 2 0,-7 6 0,-3 3 0</inkml:trace>
  <inkml:trace contextRef="#ctx0" brushRef="#br0" timeOffset="154016">10663 6902 10506,'0'-16'2795,"0"4"-2706,0 12-358,0 0 208,5 0 16,1 0 39,5 0 1,0 0-40,-3 0-11,-1 0-50,-3 0-1,-2 0 18,-1 0 49,0 3-10,0 2 50,-1 4 11,0 4 23,0 3-29,0 3 63,0 5 38,0 18-28,0-3 46,0 14-12,0-10 0,-1 2-6,0 0-33,0-1-68,0-1 7,1-2-7,0 0 1,0-1 33,0 1 0,0 1 51,0 0 33,0 1-45,0-1 12,0 1 11,0-2-62,0-1 11,0-1-44,0-3 50,0-2-50,0-1 33,3 11-34,1-10 1,0 8 0,-2-14-1,-1-1 6,0 0-11,0-1 0,-1-1 6,0 0 28,0-3-34,0-1 0,1 9 0,0-7 5,1 6-5,-2-9 6,0-2-6,0 0 11,0-2-5,0-1-6,0 0 5,0-1 6,0 1-5,0 0-6,0 1 0,2 0 0,2 0 11,-1-1-11,0-2 0,-1-1 0,-1-2 0,1-2 0,-2-2 0,1 0 6,-1-2-1,0-1 85,0-2-622,-2 0-4711,-17-13 5243,4-1 0,-5-1 0,12 4 0</inkml:trace>
  <inkml:trace contextRef="#ctx0" brushRef="#br0" timeOffset="155096">11215 6848 10853,'0'-13'3338,"0"3"-3164,0 8-443,0 1 269,4 1 33,3 4-21,11 15-63,-4 4 6,4 14-27,-8 1 49,-6-4 1,-2 4-1544,2 23 1563,-4-18 0,-2 1-131,-3 18-208,-2-3 17,0-4 51,3-5 72,2-6 74,7-5 116,4-6-44,6-4 23,1-5-12,0-5-6,-3-3 17,-2-5 1483,-2-3-1505,-2-2 50,1-4-27,0 0 33,-2-2-107,-1 1-44,-3 0 39,-2 2 112,0 1 106,0 2 146,-3 2-33,-2 2 50,-4 1 6,-2 3-18,-2 0-94,0 3-1,0 2-22,-1 1 56,-2 17-140,5-8-17,-1 12-33,9-8 83,0 4 23,3 2 0,0 3 45,3 2 62,3 2-116,1-11 1,1 1 8,6 20-40,-5-18 1,-1 0 135,1 14 83,-4 0 12,-2-2 10,-3-2 1,-3-4-23,-13 8-291,-1-17-185,-13 2-638,4-24-1059,-17-10-4060,-2-13 5942,-14-13 0,28 8 0,6-1 0</inkml:trace>
  <inkml:trace contextRef="#ctx0" brushRef="#br0" timeOffset="156426">6895 7189 10808,'0'-8'2862,"0"3"-2263,0 4-319,0 1-280,0 3 6,-3 6 28,-1 8 5,-4 6-34,-1 4-5,-1 4 6,1 3-6,3 5 62,4 28-1442,1-12 1380,3-17 0,3 0-251,5 15 223,3-16 0,2 0 23,8 16 5,-8-19 0,0-2-51,3 7 46,-5-6-68,-4-4 39,-5-4 29,-2-4 5,-4-2 5,-5-2 1371,-5-3-1365,-8 0 317,-1-4-317,-3-1-6,1-4-5,1-2 0,3-2 0,5-1 34,3 0-34,5 0-90,3 0-890,3 0 930,7 1 0,0 3 44,7 1-50,-2 5 17,5 10 33,-5-2 6,3 11 95,-9-5 314,2 21-106,-6-7 5,2 16-34,-4-9-50,0 2-73,0 3-62,1-13 1,0 1-1409,5 21 1347,0-20 0,1-2-700,10 13 448,6-6-515,7-6-1197,19-16 1936,-8-14 0,-1-3 0,7-4 0,9-3 0</inkml:trace>
  <inkml:trace contextRef="#ctx0" brushRef="#br0" timeOffset="158236">12865 7197 12925,'5'-18'3551,"0"5"-3271,-5 11-644,0 1 280,0 8 84,0 8 45,0 13-39,0 12-1,0 8 1,-5 4 0,0 4-6,1-18 0,-1 0-886,0 16 847,1 9-314,4-31 348,0-9-1,0-7 23,3-4 56,1-6-23,5-3 741,13-3-931,-1-3-112,10 0-118,-6-3-106,0 1-29,0 0-2279,14 1 516,-11 1 2268,9 0 0,-24 2 0,-3 0 0</inkml:trace>
  <inkml:trace contextRef="#ctx0" brushRef="#br0" timeOffset="158452">13253 7548 13121,'5'-1'208,"-1"4"-208,-1 3-208,1 4-996,3 1-1849,0-1 3053,2-1 0,-5-4 0,0-2 0</inkml:trace>
  <inkml:trace contextRef="#ctx0" brushRef="#br0" timeOffset="159505">13544 7042 11760,'-7'-9'1210,"2"1"-1210,5 7 0,5 1 79,7 0-68,7 0-6,5 0-173,16 0-218,-12 0-225,10 0-22,-17 0-543,-1 0 235,-10 0 375,-2 0 286,-8 2 280,-8 4 17,-2 3 246,-16 12-33,6-5 6,-4 6-136,12-6 91,1 7-1,5-3 118,1 11 34,4-4-135,1 6-117,0 3-51,0 4-28,0 2 28,0 0-39,0 1-252,0-3-1036,0 9 576,0-17 51,0 4 443,-2-17 173,-3-5 45,-4-1 112,-1-4 56,1-2 140,0-2 258,2-3 291,1-1-33,1-1-18,3 0 1866,0 0-2527,7 0-139,3-1 28,9-1-34,5-2-6,7 0-604,5-2-713,12-1 1323,-11 1 0,-1 0 0,3 0 0,7-2 0</inkml:trace>
  <inkml:trace contextRef="#ctx0" brushRef="#br0" timeOffset="159696">13989 7622 11211,'-1'4'1446,"0"1"-1402,1-1-44,2 2-240,2 1-775,3 2-973,1-1 1988,1-2 0,-4-2 0,-2-3 0</inkml:trace>
  <inkml:trace contextRef="#ctx0" brushRef="#br0" timeOffset="160139">14915 7399 11155,'-5'0'2067,"0"0"-2056,5 0 79,7 0 33,9 0-67,14 0-56,14 0-319,11 0-712,9-1-317,-27-1 0,0 0-489,-2-1 0,-1 0 1837,31-5 0,-30 4 0,-15 1 0</inkml:trace>
  <inkml:trace contextRef="#ctx0" brushRef="#br0" timeOffset="160336">14877 7592 8791,'-23'10'3445,"4"-2"-3170,19-8-90,5 0 11,8 0-67,14 0-129,15-2-538,15-4 204,-24 2 1,2-3-479,10-3 0,2-1-872,-3-1 1,1 0 1683,6-4 0,-4 2 0,4-2 0,-16 4 0</inkml:trace>
  <inkml:trace contextRef="#ctx0" brushRef="#br0" timeOffset="160614">15340 7281 9218,'8'-11'772,"5"2"-688,15 9-78,7 6 0,7 5 27,5 9-572,1 4 539,-4 5 171,-3 1-171,-10 1 11,-9 1 157,-12 0 325,-6 0 56,-15 0-163,-8 0-229,-17 0-157,-6 1-1919,4-8 1,-2 1 1435,-13 9 1,22-16 0,4-2-1,9-6 1</inkml:trace>
  <inkml:trace contextRef="#ctx0" brushRef="#br0" timeOffset="161369">16739 7163 12601,'0'-10'2172,"0"2"-2172,0 8-235,1 0 146,0 7 77,2 7 7,1 15-34,-1 11-222,-1 12 266,-1 6 12,-1 4-11,0-1 27,-3-5-33,0-7 0,-3-9 0,2-9 6,0-11 22,2-8 45,0-7-64,2-2-1051,3-14-84,7-7 168,7-13 415,10-5 325,4 0 218,2 2-6,-3 7 6,-4 10 0,-6 8 0,-4 5 17,-4 4 16,-2 7 7,-1 1-40,-2 10 72,-2 2 427,-2 12 50,-4-9 22,-7 7-201,-5-12-140,-8-2-174,-2-2-56,-2-2-448,0-3-611,2-3-476,2-3 1535,7-2 0,6-1 0,5 0 0</inkml:trace>
  <inkml:trace contextRef="#ctx0" brushRef="#br0" timeOffset="161777">17241 7522 9050,'-13'-3'1752,"-1"2"-1707,-3 1-45,-9 11 0,6 0 0,-3 13 0,11-4-28,3 1-134,5-2-34,1-4 134,4-4-5,7-5-174,5-3-218,10-2 84,3-8 229,4-4 146,-2-7 280,-3-4 532,-6 1 79,-6-1-7,-6 1-54,-4 3-181,-2 3-649,-1 6-33,0 4-214,0 4 242,0 11 10,-1 3 29,-1 24-34,1-9-286,-1 12-717,2-13-581,12-2-736,5-4 2320,12-6 0,-12-7 0,-4-6 0</inkml:trace>
  <inkml:trace contextRef="#ctx0" brushRef="#br0" timeOffset="162145">17618 7397 9257,'-24'0'1293,"6"0"-1360,-1 4 67,9 2 34,0 5-34,2 2-6,1 4 1,-1 11 5,5-3 0,-1 8-73,4-10-17,3-1 1,3-2 55,5-2-5,4-1 39,1-3-6,0-1 6,-3-3 331,-4 0-18,-4-4 57,-2-2 263,-4-2-22,-8 0-483,-6 1-128,-11 0-627,-7 0-729,-7-2-582,2 0 1938,3-1 0,17 0 0,6 0 0</inkml:trace>
  <inkml:trace contextRef="#ctx0" brushRef="#br0" timeOffset="162360">17784 7273 12102,'8'-12'5058,"-2"3"-4756,-5 6-3791,-1 2 1842,1 13-1854,-2 3 3501,-3 12 0,3-13 0,-3-3 0</inkml:trace>
  <inkml:trace contextRef="#ctx0" brushRef="#br0" timeOffset="162553">17736 7578 9436,'2'4'2632,"0"1"-2526,-1-1-5,0 4-101,-1 1-89,0 6-690,0 0-1041,0 4 1820,0-3 0,0-5 0,0-5 0</inkml:trace>
  <inkml:trace contextRef="#ctx0" brushRef="#br0" timeOffset="162936">18125 7437 9688,'-10'-11'2470,"-2"2"-2145,-5 9-219,-2 1-89,-2 5-17,0 4 0,1 5 0,3 4 0,2 2 6,4 0-6,3 1-118,4 0 6,2 0 0,8 0 44,5 0 68,9 0 0,6 0 0,4-2 0,-2-1 0,-4-3 0,-5-3 309,-8-4 223,-5-3 22,-4-4-16,-2-1 117,-7-1-319,-8 0-336,-11 0-5,-8 0-1211,-6 0-1097,-3 0-1625,5 0 3938,5 0 0,16 0 0,7 0 0</inkml:trace>
  <inkml:trace contextRef="#ctx0" brushRef="#br0" timeOffset="163118">18562 7766 19305,'2'-7'-7752,"0"-1"7752,0-5 0,-1 7 0,2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6T18:44:58.3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1454 10413 16980,'-5'-1'-11,"-3"0"0,2 1 5,-4 3-5,3 1 0,-1 3 5,0 2 1,0 0-12,-4 7 6,4-4 11,-4 4-11,4-4 5,1-1-341,0 3 112,3-3-6,1 2 28,2-5 51,1-1-29,0 0 45,0-1 23,4 0 67,2 0-51,6-1-55,2-1-208,3-2-369,3-1-364,2-1-443,2-4-425,3-6-1452,-1-4 3423,-3-6 0,-11 9 0,-5 2 0</inkml:trace>
  <inkml:trace contextRef="#ctx0" brushRef="#br0" timeOffset="448">1184 10431 9369,'-10'5'2111,"1"2"-1562,4 1-157,-2 4-95,-2 4-67,-1 4 83,-2 3 113,1 2-68,0 1-134,0 0-100,3-1-124,0-2 0,5-1 5,0-2-5,3-1 0,0-2-140,6 0-330,3-1-202,8-2-270,5-3-710,11-5-1512,2-3 3164,6-9 0,-19 4 0,-6-4 0</inkml:trace>
  <inkml:trace contextRef="#ctx0" brushRef="#br0" timeOffset="746">1619 10405 12174,'7'-8'3597,"0"2"-3513,-7 6-471,0 0 381,3 1 1,4 13-12,2-1 11,2 13-55,-5-3-46,-1 4-22,-3 2-123,-1 1-117,-2 0-298,-7 0-458,-2-1-853,-10 2-1242,1-5 3220,0-1 0,10-13 0,2-5 0</inkml:trace>
  <inkml:trace contextRef="#ctx0" brushRef="#br0" timeOffset="941">1739 10812 11049,'17'10'3405,"-3"-1"-3052,-13-9-230,-1 2-756,0 1-879,0 0-1456,0 1 2968,0-2 0,0-1 0,0-1 0</inkml:trace>
  <inkml:trace contextRef="#ctx0" brushRef="#br0" timeOffset="7168">3904 10165 10819,'3'-6'3204,"0"3"-2773,-3 2 633,0 1-1018,0 7-7,0 9-34,0 3 7,0 19 21,0-11-22,0 9 23,0-9-34,0-3-141,0-2-463,0-4-472,0-6-497,0-3-578,0-3-952,0-2 3103,2-2 0,-1-1 0,2-1 0</inkml:trace>
  <inkml:trace contextRef="#ctx0" brushRef="#br0" timeOffset="7939">3904 10672 8214,'-10'8'1200,"2"-2"-1105,8-6-62,4 0 40,4 0-34,6 0-39,2 0 6,8 0-6,-6 1-39,2 3 28,-10 2 11,-3 4 33,-3 3 141,-2 3-29,-1 2 1,-3 4-17,-4-1-40,-4 1 96,-4-1-39,-3-1 33,0-2-67,0-2 6,0-3 78,2-3 117,0-3 51,2-3-117,0-2-118,1-1-51,0-5 23,0-4-95,0-7 100,3-4-33,2-4 17,3 1-85,2 2-5,2 1 6,0 3-6,0 2-6,0 2-106,1 2-129,2 0-213,3 2-100,2-2-124,1 1-179,1-2-583,2-1 1440,3 0 0,-6 4 0,-2 3 0</inkml:trace>
  <inkml:trace contextRef="#ctx0" brushRef="#br0" timeOffset="8772">3581 11550 9621,'4'7'2122,"1"-2"-1982,1-7-95,3 0-39,2-2 5,3 0-6,1 0-5,2-1-800,8-1-304,-6 0-532,6-2 1636,-12 2 0,-6 2 0,-3 1 0</inkml:trace>
  <inkml:trace contextRef="#ctx0" brushRef="#br0" timeOffset="9180">3812 11414 9262,'18'-5'1300,"2"1"-1295,-1 3 12,4 1-17,1 0-129,-1 0-168,-1 3 29,-7 3 83,-5 6 185,-5 4 67,-5 6 62,-7 2 22,-6 3 51,-7 2-57,-3-1-33,0-1 34,1-2 83,2-4 57,2-3 56,4-5 72,4-4 96,4-2 33,3-5-89,3 0 168,0-2-622,5 0-140,4-3-168,9-2-381,6-4-611,12-3-789,0-1 2015,6 0 0,-20 6 0,-6 2 0</inkml:trace>
  <inkml:trace contextRef="#ctx0" brushRef="#br0" timeOffset="9764">3796 12072 9475,'0'-9'2666,"-2"4"-2666,-2 3 0,-2 2 0,-2 0 33,-2 5 74,0 3-11,-1 6-63,1 1 12,2 2-45,2 0-6,3 1 6,2-1 0,2 0-50,8-2-6,3-1 22,11-3-11,3-4 45,4-3 6,0-3 33,-1-4 314,3-10 196,-12 0 246,-1-8-95,-15 4 51,-2 0-101,-3-1-124,-6 0-123,-4 1-134,-7 3-213,-1 2-56,-1 4-599,-5 1-252,9 3-701,0-2-2111,12 0 3663,2-6 0,1 6 0,1 0 0</inkml:trace>
  <inkml:trace contextRef="#ctx0" brushRef="#br0" timeOffset="11264">4876 10237 8209,'-27'-15'891,"-5"11"-818,17 15 22,-7 9 118,8 4-79,1 2-22,4 2 11,3-1 6,3-1 11,2-2 45,6-2-73,4-2-56,7-4 67,5-5 6,4-4 67,1-4 263,2-3 51,-1-8 112,-1-3 358,-3-9-286,-4-2-150,-4-4-68,-4-2-157,-5-2-151,-2-1 0,-3-1-33,-1 3-135,-1 2 0,-3 5-90,-1 6-913,-2 1-145,0 6-857,0-5-1177,3 4 3182,2-2 0,1 5 0,1 2 0</inkml:trace>
  <inkml:trace contextRef="#ctx0" brushRef="#br0" timeOffset="12000">4589 10933 9626,'-2'2'3607,"0"0"-649,2-2-2779,7 0-22,3 0-152,6-2 51,2-1-56,0-2-257,2-1-454,3 0-455,0 0-855,3-3-2002,-3 1 4023,-1-2 0,-10 5 0,-5 0 0</inkml:trace>
  <inkml:trace contextRef="#ctx0" brushRef="#br0" timeOffset="12230">4860 10794 11911,'3'-2'1104,"0"0"-1171,-3 2 28,0 7 72,0 5-33,0 9-173,0 6-634,-1 3-1176,-2 8 1983,0-1 0,0-13 0,1-7 0</inkml:trace>
  <inkml:trace contextRef="#ctx0" brushRef="#br0" timeOffset="12958">4768 11358 11844,'2'-7'1972,"1"2"-1888,-3 5-84,2 2 0,-1 1 33,1 4 130,0 3-1,-1 7 23,0 4-95,-1 4-23,0 3-34,0 1-33,0-1-364,0-1-789,0-3-1065,0-1-2901,0-3 5119,0-4 0,0-8 0,0-3 0</inkml:trace>
  <inkml:trace contextRef="#ctx0" brushRef="#br0" timeOffset="14066">4688 11911 11049,'-6'-9'3624,"2"0"-3160,4 4-290,0 0-174,0 1-179,3-1-51,6 1 34,7-2-39,6 2-90,3 0-78,-3 2 5,-1 1 12,-6 1 207,-6 3 89,-4 4 90,-4 5 79,-5 5-7,-5 2-21,-4 1-12,-5-1-28,2-3-5,2-4 5,4-3-5,5-4-6,3-2-157,1-1 84,1-2 67,4 1 6,4 0 0,6 1 0,4 0-184,2 2 55,2 2 45,-1 1 5,-2 1 6,-4 2 73,-5 2 163,-5 0 240,-3 3-39,-5 0-95,-7 0-84,-6 1-34,-7-2-151,-1-1-325,-2-1-840,-3-7-2016,3 0 3181,2-6 0,12 1 0,5-1 0</inkml:trace>
  <inkml:trace contextRef="#ctx0" brushRef="#br0" timeOffset="15449">5231 10351 9083,'0'-11'2257,"0"1"-1831,1 4-264,1 2-156,2 0-1,1 0-5,3 1 0,1 0 34,2 0 5,1 2-39,0 0 6,1 1 27,1 0-16,1 0-11,1 0 10,7 2-10,-6-1-6,3 2 0,-11-2-84,-5 1 6,-3-1 44,-1 2 34,0 1 129,0 2-6,0 3-17,0 2 248,0 11-125,0-3 40,-1 9-45,0-6-61,-1 4 89,1 1-6,0 3-50,1 3-101,0 2 23,0 1-6,0 4 28,0 0-62,0 4 45,1 1-11,0 3 6,2 2-40,-1-13 1,-1 1-1101,2 19 1067,-2-19 0,0 0 22,-1 13-5,1-1 23,-1-1-18,0-2-17,0-1-50,1-3 51,0-1-18,1-2-27,1-1-1,0-3 1,-1-1 0,0-2 5,-1-1 0,0 0-5,0-2-6,0-1 11,1-2-11,-1-1 5,0-2-5,1-2 0,2 7 0,-1-8 0,1 6 1117,-1-9-1117,1 0 5,-1 0 1,0 0-6,-1 0 0,0 0-34,-2-1-16,0-2 0,0 0 50,0 0-40,0 1 35,0 0 5,0 1 0,0 2-6,-1 0 1,-4 12-7,0-9 7,-2 9-1,3-11 6,-1-2-11,-3 7 11,2-8-50,-3 4-34,0-10-135,-1-2-140,-4-2-772,-13-4-1877,-1-3 3008,-10-10 0,18 6 0,4-5 0</inkml:trace>
  <inkml:trace contextRef="#ctx0" brushRef="#br0" timeOffset="16943">3320 10385 8304,'-12'-8'1350,"-1"1"-1344,4 5 33,-1 1 84,-1 1 23,0 0 168,-1 3 100,0 0 28,1 3 124,0-1-124,3-1-245,-1-1-107,3-1-23,-2 1-6,2 0-49,-2 1 32,1 1-44,0 0 0,1 2 0,1 0 0,2 1-5,0 1 5,2 2 78,0 2 79,1 5 5,0 2-33,0 5 11,0 3-45,0 1 12,0 1-12,1-1-5,0 1 27,2-2-27,0 2-17,0 1 5,1 2 28,-1 3 68,0 3-79,0 2 45,-2 4-78,1-1-57,-1 2 29,1-2-28,0 1 22,1-2-28,0 0-6,1-3 6,3 15 0,-2-14 6,2 12-1,-4-19 6,2 0 23,-4-2-17,2 11-17,-3-10 5,1 6 35,-1-13-29,0 10-11,0-9 5,0 9-5,0-14 6,0 1 5,0-1 0,0 11 23,0-8 16,0 9 57,-2 0-74,-1-8-21,-2 6-7,1-10 1,0-1-1,1-2-5,1 0 6,1 7 44,1-7 23,0 7-17,0-10-22,0 2-29,0-1 68,0 1-28,0-1 0,0 0-40,0-1 1,0 0 5,0-1-11,0-1 0,0-1 0,0-2-5,2-1 10,0 0-5,4-2 90,6 1-56,2-4-34,5 0-331,2-5-571,5 0-1108,16-8-2707,4-5 4527,8-11 1,-25 10 0,-7 1 0</inkml:trace>
  <inkml:trace contextRef="#ctx0" brushRef="#br0" timeOffset="17832">5971 10548 9470,'-11'-4'1439,"2"2"-1053,2 3-111,-1 6 122,-2 4-27,0 5-78,-2 4 49,0 2-38,0 2-169,1 2-50,0 1-84,2 2 11,1-1 17,2 1-22,2-2-12,1-1-22,2-3-201,0-2-231,1-3 29,5-4-297,2-4-751,13-5-1792,3-4 3271,6-9 0,-13 5 0,-4-4 0</inkml:trace>
  <inkml:trace contextRef="#ctx0" brushRef="#br0" timeOffset="18059">6119 10790 8584,'1'13'2610,"0"-2"-2234,-1-7-124,2 0-135,0 4-61,1 0-56,1 4-543,-2 2-807,0 6-1943,-1 1 3293,-1 2 0,0-11 0,0-3 0</inkml:trace>
  <inkml:trace contextRef="#ctx0" brushRef="#br0" timeOffset="18559">5989 11500 10590,'-6'-9'1265,"2"2"-1259,1 7-6,-1 0 89,-1 5 180,-2 5 118,-1 6 274,-7 17-437,5-5-90,-3 10-78,8-9-50,3 0 61,1 0 62,2-2-23,6-2-50,12 2-145,2-11-774,11-1-750,1-12-1557,-1-6 3170,6-6 0,-18 3 0,-6-1 0</inkml:trace>
  <inkml:trace contextRef="#ctx0" brushRef="#br0" timeOffset="18868">6191 11689 9033,'5'-10'1333,"2"2"-1333,4 8-6,1 0-89,0 3 5,-3 3 85,-3 6 5,-3 3 291,-2 3-39,-2 0-101,-4 2 6,-2 0-68,-4-2-33,2-2-44,1-3-7,3-4 1,2-3 5,2-3-224,1-2-554,15-5-1171,2-5 1938,15-5 0,-15 5 0,-4 1 0</inkml:trace>
  <inkml:trace contextRef="#ctx0" brushRef="#br0" timeOffset="19802">6384 10491 10147,'7'-7'2532,"1"1"-2482,-2 6-50,4 0-5,2 0-51,8 0 22,-4 0 23,2 1 5,-8 2 1,-2 2-1,-1 1 6,-2 1-5,1-1-35,-3-1 1,2 1 39,-3 1 0,0 2 112,0 3 11,-2 4-27,1 2 77,-1 14-66,0-4 10,0 12 46,0-7 285,0 21-140,0-9-191,0 16-38,0-14 10,0 0 46,-1 0-23,1 1 50,-1 1-16,1-2 10,0 1-27,3-2 141,3 17-1256,0-15 1092,0 14-72,-4-20-28,0-1-626,-2 0 659,1-1-33,-1 0-6,0-1 11,0 0-5,0-1-1,0-1-5,0-3-335,0 0 341,0-3 5,1-2-11,-1-3-28,1-3 17,-1 1 968,-2-9-962,-4 0 640,-5-10-1079,-8-3-1012,-15-4-1630,-4-7 3065,-9-5 0,22 3 0,6 1 1</inkml:trace>
  <inkml:trace contextRef="#ctx0" brushRef="#br0" timeOffset="21103">5712 10642 9688,'0'-9'2268,"0"2"-2083,0 6-140,0 0-40,-3 2 46,0 2-51,-3 1 33,0 1 7,1 1-34,-1-2-1,2 1 29,-1 0 5,0 0-33,1 1 50,-3 3-45,3-3 22,-1 3-33,3-3 0,1 0 107,1 0 61,0 3 39,0 1 28,0 4-50,0 4-90,0 1 68,0 4 72,-1 0-45,1 1-39,-2 1-11,2-1-22,-1 2-40,1 1-22,0 13 0,0-8 45,0 11 101,0-1-141,-1-11-21,0 8-35,0-14 6,0 1 29,1 0-18,0 13-22,0-8 11,0 9 23,1-13 151,1 13-85,0-9-60,0 10 11,-1-12-46,-1 1 1,0 0 5,0 0 45,0-1-17,0-3-5,-2 0 5,1-2-33,-2-2 27,1 0 1,1-2-23,0 0 0,1-1-11,0 1 34,0-2-17,0 7-6,2-7-6,-1 2 7,2-9-7,-1-3 34,0-2-39,0-1 6,-1 0 0,1-1 5,-2 0-6,2-2 1,-2 0 0,2-1-1,-1-1-5,2 0-123,1 0-494,4 0-833,10 0-2095,5-5 3545,9-4 0,-14 1 0,-4 0 0</inkml:trace>
  <inkml:trace contextRef="#ctx0" brushRef="#br0" timeOffset="21691">6965 11027 14073,'16'1'224,"3"0"-364,4-1-884,3 0-954,7-1-1674,-3-2 3652,0 1 0,-14-1 0,-7 2 0</inkml:trace>
  <inkml:trace contextRef="#ctx0" brushRef="#br0" timeOffset="21878">6927 11193 9307,'-17'16'2655,"4"-4"-2156,13-12-141,4 1-50,6-1-134,9 1-174,9-1-633,6-1-1219,17-7-2142,2-2 3834,7-7 1,-28 8-1,-8 2 1</inkml:trace>
  <inkml:trace contextRef="#ctx0" brushRef="#br0" timeOffset="22622">7416 10331 8920,'8'-13'1933,"2"2"-1804,-1 4-73,5 2-51,2 0 1,5 2-6,3 2-286,2 0-324,2 1-141,-2 0 73,-3 0-89,-7 0-202,-7 0-285,-4 0 1254,-5 1 0,0 0 0</inkml:trace>
  <inkml:trace contextRef="#ctx0" brushRef="#br0" timeOffset="23493">7544 10325 7022,'-10'7'1562,"2"1"-1080,2-2 230,0 5-483,3-2 1,-2 4 83,4-3-21,0 2-124,1 1 123,0 3 39,0 3-11,0 2 46,0 3-68,0 2-28,0 3-40,0 1-33,0 4 11,0 1 57,0 2-80,0 0-133,2 1 38,1 1-16,2 0 6,0 2-18,1 2-16,-1-1 61,-1 1-38,1-2-18,-3 0-5,1-3 5,0 0 90,-1-2 23,1 0 89,-1 13-135,0-12-55,-1 10-6,0-14-51,-1-4 7,0 0-7,0-3 1,0-2-1,1-1 1,0-2 0,1-1-1,0 0 1,-1-1-6,1 1 0,-2-2 0,1 1 0,-1 5 0,0-5 5,0 5-5,0-7-28,0-2-33,0 1-18,0-2 23,0 1 0,0-1 51,0 0 5,0 0-6,0 0 6,-1 0-5,0-2 5,-1 1-6,1-4 0,0 1 1,1-1-29,0-1 34,0 5 0,0-4 0,0 2 6,-1-3-6,1 0 0,-1 0 5,0-2-5,1-2 0,-1-2 0,1 1 0,0-1-11,0 0-34,0 0 40,0 0 5,0 0 5,0 1 1,0 0-6,0 1 0,0-1-6,0 0 1,0-1-29,0 0 34,0 0 0,0 0 0,2 0 62,1 0-85,9 1-352,-1-2-392,5 1-829,3-2-1675,0 0 3271,2 0 0,-9 0 0,-4 0 0</inkml:trace>
  <inkml:trace contextRef="#ctx0" brushRef="#br0" timeOffset="24539">7925 10383 14757,'17'-2'-387,"2"-4"-4721,42-18 5108,-24 8 0,15-6 0,-37 16 0</inkml:trace>
  <inkml:trace contextRef="#ctx0" brushRef="#br0" timeOffset="24914">8138 10233 8909,'8'-6'863,"1"3"-846,1 2 56,11 1-45,-4 0-28,8 2 0,-12 3 11,-3 6 162,-5 5 354,-3 5 5,-6 3-101,-5 4-173,-6 0-18,-4 0 103,-9 7-80,8-12-22,-1 4-73,12-17-68,4-2-10,3-4-17,2 0 39,0-2 89,0-1-201,9-1-5,4 0-1026,22 0-1982,3-1 3013,13-4 0,-24 3 0,-6-3 0</inkml:trace>
  <inkml:trace contextRef="#ctx0" brushRef="#br0" timeOffset="25495">7949 10991 10399,'-2'3'2778,"0"0"-2447,2-3-275,20 0-56,-3-3-129,18-1-728,-6-3-975,5-5-2368,-2 1 4200,0-2 0,-15 6 0,-6 2 0</inkml:trace>
  <inkml:trace contextRef="#ctx0" brushRef="#br0" timeOffset="25922">8216 10842 7559,'16'-5'471,"-1"0"-684,-6 5-313,1 3 162,-2 2 196,-3 4 168,-2 2 151,-3 2 336,-1 0-62,-4 2-33,-4-1-61,-4-1-113,0 0-145,1-3-67,3-1 33,3-3-39,4-2 0,0-1 0,2-1 56,3 0-6,11 2-44,1 0 34,10 2-35,-4 1 46,-1 0 55,-2 2 169,-5-1 296,-7 1 454,-3-1-258,-6 0-319,-8 0-448,-8 0-17,-9 0-1254,-10 0 1271,-19 0 0,26-4 0,-4 0 0</inkml:trace>
  <inkml:trace contextRef="#ctx0" brushRef="#br0" timeOffset="26804">8172 11542 12012,'1'-3'2885,"0"0"-2880,-1 3-5,1 0 28,1 4 28,1 4-5,-1 7-12,-1 17-39,0-4-504,-1 10-739,0-9-1043,-6 3-2579,1-2 4865,-5-1 0,5-13 0,1-6 0</inkml:trace>
  <inkml:trace contextRef="#ctx0" brushRef="#br0" timeOffset="27371">8176 12064 10007,'0'-13'1367,"0"1"-1143,-1 1-191,-3 0 6,-1 1-5,-3 4 5,-1 2-33,-1 2 173,-2 2 39,-2 2-55,-2 5-56,-1 3-46,-6 15-61,9-6 0,-3 7-39,13-11 0,1-2 39,3-2 56,6-3 0,3-4-45,8-1-11,4-3-50,3-4-147,11-12 197,-9 1 40,4-9 117,-15 7 207,-6 4 173,-3 4-223,-4 4-62,-1 3 11,-3 13 224,-4 11-380,0 5-51,0 8-45,2-9-11,3 1-151,0-1-1468,1 3-403,3-12 2022,1-3 0,0-11 0,-1-3 0</inkml:trace>
  <inkml:trace contextRef="#ctx0" brushRef="#br0" timeOffset="28763">8697 10417 9621,'15'-8'1411,"3"-1"-1405,-2 5 5,5-1-6,0 2-5,3 1 6,-3 1 0,0 1-6,-3 0-6,-4 1 6,-4 0 73,-4 0 151,-3 0 123,-1-1 67,-2 0-363,0 3-46,0 1 343,0 5 139,0 3-111,0 4-141,0 5-62,0 4 29,0 6 67,0 3-34,-2 4 11,-1 3-22,0 2 34,-1 2-45,-1 1 73,0 1-84,0 2-79,0 1-6,1 1-21,0-1 38,0 2-28,0-1-16,0 1 0,0 0-51,1-2 6,0-3-40,1-1 34,1-4-5,0-1-23,1-3-5,0-2 27,0 0-33,0-2 6,0 1-6,0 0 17,0 24 33,0-22-50,-2 19 0,1-32 6,-3-1-6,1-3 0,-1-2 0,0-1 5,1-2 1,-1 1-6,1 5 0,0-4 6,0 4-6,1-5 5,0 0-5,0-1 6,-1 7-1,1-5-5,-1 4 6,2-8 0,-1 4-6,1-5 0,0 2 0,0-6 0,0-1-6,0 0 6,-2-1 6,1 0 27,-2-1 6,2 1 12,-2-3 44,1 2 28,-3-2-44,-1 0-18,-5 2-61,-4-2-521,-6 3-571,-6-1-1126,-9-2-3475,-2 0 5693,0-3 0,18 0 0,8 0 0</inkml:trace>
  <inkml:trace contextRef="#ctx0" brushRef="#br0" timeOffset="31379">9569 11085 10825,'-9'2'3047,"3"0"-2274,5-2 577,1 0-1350,5 0 84,5 0-17,11 0 28,12 1-53,5 0 0,3-1-763,-4 1 1,1-1 549,17 1 0,1-1-174,-11-2 1,0 0-219,-1-1 0,0-1-339,1-1 1,1-1 901,5-1 0,-3 0 0,6 0 0,-2 0 0</inkml:trace>
  <inkml:trace contextRef="#ctx0" brushRef="#br0" timeOffset="31696">9647 11267 7906,'-13'5'4426,"2"-1"-3592,11-4 555,0 0-1355,9 0-34,6-3 0,14-1 0,12-4 11,10-1-6,11 1-106,-12 4 1,2 0-497,-12 1 1,0 1-483,17-2 1,-1 1-793,-18 1 1,-3 0 1723,2-1 1,-3 0 0,4 1 0,-14-1-1</inkml:trace>
  <inkml:trace contextRef="#ctx0" brushRef="#br0" timeOffset="32062">10246 10828 7957,'37'1'1261,"3"6"-1183,-2 3-28,8 8-38,1 3-12,0 4-17,-3 3 17,-8 0 56,-7 2 213,-9-2 212,-8 1 79,-6-1 28,-5 0-185,-3 0 85,-6 1 5,-5 1-151,-8 1-23,-5 3-140,-4 2-216,3-9 1,0 1-1208,-19 21-1444,17-20 1,0 0 2687,-7 10 0,17-19 0,8-8 0</inkml:trace>
  <inkml:trace contextRef="#ctx0" brushRef="#br0" timeOffset="33783">11672 10124 12584,'12'5'3019,"-2"-4"-2812,-5-5-106,1-5-101,5-1 0,3-1-6,3-1 6,5 1-173,1 1-349,3 2-368,0 2-583,-2 1-3428,4 1 4901,-13 2 0,-1 0 0,-13 2 0</inkml:trace>
  <inkml:trace contextRef="#ctx0" brushRef="#br0" timeOffset="34752">11736 10086 9027,'-9'4'3288,"2"-2"-2728,7-2 342,0 0-914,0 3 12,0 3 140,0 5 40,0 7-40,-1 6 28,0 8-12,-2 7-27,1 8 50,-1 2-22,1 4-62,0-1-11,0 1 12,0-3-24,1-1-10,0-3 0,1 0-12,-1-2 1,1-1-12,-2 0 0,1-2-33,-1-1 28,0 11-29,1-14-5,0 8 6,1-17 5,0 10-5,0-10 33,0 6-39,0-13 5,0-1-5,1-3 0,0-1 6,0-1-6,1-1 34,-2 0-34,1-1 5,-1-1 1,0 0-1,0-1-5,0 1-5,0-1-1,0 0 1,0 0-35,0 3 40,0-6 0,1 2 12,-1-5-7,1-1 6,0 3 23,-1 0 5,1 0-33,-1 1-6,0 2 5,0-4 1,0 1-6,0-4 0,1-1-39,-1 0 39,1 0 0,0 1 0,-1 0 5,2 2 1,-2 1 50,3 5-11,-2-2-40,2 3-5,-2-3 0,1-2 0,-2 0 0,2-2 0,-2 0-5,2-1 5,-2-1 5,2 1 7,-1-2-7,1 1 1,-1-2 27,1 1-27,-1-2 84,1 2 16,1-1 124,1 0 10,1 1-49,2-1-34,0 0 22,1 1-34,0-2-44,1 1-34,1-1 1,1 0 27,9 0-84,-3 0 23,9 0-34,-5 0-68,4-2-346,1 0-258,0-2-706,0-1-2028,-3-1 3406,-2-2 0,-10 4 0,-4-1 0</inkml:trace>
  <inkml:trace contextRef="#ctx0" brushRef="#br0" timeOffset="35821">12213 9922 10858,'9'-2'3915,"-2"0"-3579,-7 2-257,1 0-46,1 0 163,0 4 35,3 6-35,-2 7-79,2 6-22,-1 5-39,0 3-5,1 18-18,-1-12-21,0 10-7,-1-21-5,-2-4-112,0-5-229,-1-5-259,0-4-61,0-3-235,0-3-3765,0-1 4661,1-11 0,-1 8 0,1-8 0</inkml:trace>
  <inkml:trace contextRef="#ctx0" brushRef="#br0" timeOffset="36807">12923 9950 9766,'-7'-9'1266,"-2"2"-1059,0 8-11,-3 5 79,-2 4 105,-2 6-77,-1 3-45,0 2 61,1 2-156,2 3 77,1 0-167,4 2-62,3-1-5,3-2 117,2-2-44,5-2-74,3-4 6,6-4 23,4-3 28,2-6 5,0-1-62,-2-3 63,-1-4-68,-2-3 0,-1-6-45,-3-3 39,-1-3-22,-4-1 28,-2-1 51,-2-1-7,-1 0-44,0 1-78,-2 2-370,-1 1-633,0-2-1165,1 2 2246,2-3 0,0 11 0,0 2 0</inkml:trace>
  <inkml:trace contextRef="#ctx0" brushRef="#br0" timeOffset="37531">13520 10119 11922,'-4'0'2829,"0"0"-2672,5 0 11,16 0-135,1 0 18,15 0-51,-4 0-168,1-2-409,0 0-465,-3-3-840,0-2-1652,-3-2 3534,-2 0 0,-10 4 0,-5 1 0</inkml:trace>
  <inkml:trace contextRef="#ctx0" brushRef="#br0" timeOffset="37933">13835 9952 7503,'24'-2'605,"1"0"-594,-6 2-11,4 0 0,-2 5-56,-1 2-50,-5 16 167,-7-2 208,-7 10 129,-10-5-50,-5 1-74,-7 1 51,0 0 101,0-3 173,3-2 22,2-4-55,3-3-202,4-4-89,2-3-45,4-4 61,1-1 90,2-3 16,2 0-251,6-1-146,7 0-521,7 0-1322,14-2-2470,3-3 4313,7-3 0,-22 2 0,-6 1 0</inkml:trace>
  <inkml:trace contextRef="#ctx0" brushRef="#br0" timeOffset="40592">12167 10688 10970,'-3'-7'4145,"0"0"-3534,3 3-208,0 1-224,0 0-179,0 2 0,3-1-50,1 2 50,4-1-39,0 1 0,2 0-23,-2 0-16,0 3-46,0 2-16,-2 4-5,-1 1-7,-2 1 46,-2 0 100,-1 0 6,-2 1 0,-4 1 6,-6 0-6,-5 1 5,-2-1 23,-1 0-28,0-2-11,2-3 5,2-2 146,-2-2 12,7-1-51,-3-3-28,5-6 123,-3-12-191,3-1 1,1-12 44,5 6-22,1-3-28,2 2-33,0 2-46,0 2-94,1 6-79,2 3-298,1 4-558,1 4-646,2 1-486,11 2 2240,12 0 0,-11 1 0,4 0 0</inkml:trace>
  <inkml:trace contextRef="#ctx0" brushRef="#br0" timeOffset="41200">12658 10746 14202,'8'2'364,"5"0"-257,5-2-35,5 0-72,2 0-72,2 0-645,1 0-762,3-1-1523,-3-3 3002,-1-1 0,-13 1 0,-5 0 0</inkml:trace>
  <inkml:trace contextRef="#ctx0" brushRef="#br0" timeOffset="41475">12957 10636 11407,'9'-7'2106,"-1"2"-2016,-7 5 67,1 0 117,0 4-5,0 5-51,0 7-61,-1 5-84,0 4-17,-1 18-308,0-10-857,0 12-1193,0-15 2302,0 1 0,0-15 0,0 0 0</inkml:trace>
  <inkml:trace contextRef="#ctx0" brushRef="#br0" timeOffset="42069">13568 10670 10875,'-7'0'2465,"2"0"-2118,5 0-190,9 0-68,2 0-83,9 0-6,1 0-521,0 0-823,6 0-958,-2 0 2302,3-2 0,-14 2 0,-3-2 0</inkml:trace>
  <inkml:trace contextRef="#ctx0" brushRef="#br0" timeOffset="42641">13863 10592 7666,'2'-8'1372,"3"2"-1360,3 6-12,5 0-6,2 0-146,1 3-66,0 2-68,-2 4 45,-3 0 112,-3 1 34,-4 0 95,-2-2 135,-2 1 94,0-3-55,0 0 5,-2-1 0,1-2 40,-3 0 45,1-1-12,0 0-112,-1 1-101,1-1-39,1 1-6,0 0-39,2 0 40,0 2-1,1 0 6,5 2-39,3 0-34,5 1-106,3 0 106,-1 1 28,-1 0 12,-2 2-6,-3-1 39,-4 1 151,-2 0 358,-2-1 376,-1 1 818,-8 4-1120,-1-5-242,-9 3-178,2-7-102,0-2-61,2 0-498,3-2-1166,2-1-2190,1-1 3854,3-1 0,1 0 0,2 0 0</inkml:trace>
  <inkml:trace contextRef="#ctx0" brushRef="#br0" timeOffset="44953">12099 11338 11178,'3'1'5041,"0"0"-3221,-3-1-1781,2 0-39,-1 0-6,2 0 1,-2 0-1,1 0-39,0 0-380,4 0-393,2 0-454,6-1-648,3-4 1920,13-5 0,-14 4 0,4-2 0</inkml:trace>
  <inkml:trace contextRef="#ctx0" brushRef="#br0" timeOffset="45457">12285 11211 12107,'6'-1'202,"2"0"-78,3 1-29,4 0-45,5 0-5,3 0-34,1 0-56,5 2-61,-12 1-6,0 5-73,-13 3 185,-3 6 61,-9 4 13,-4 5 26,-9 2-10,-3 1 11,0-1 5,0-1 236,0 2-51,8-11 79,1 1 122,11-14 29,2-2 656,1-2-1060,5-1-111,4-1 28,8-3-270,20-8-347,-2 0-346,13-3-606,-11 5-1265,1 1 2800,-5 2 0,-12 3 0,-7 2 0</inkml:trace>
  <inkml:trace contextRef="#ctx0" brushRef="#br0" timeOffset="46907">13151 11215 10506,'-3'-2'3679,"0"0"-3404,3 2-225,0 7 96,2 0-17,-1 7-85,3 1 12,-2 2-56,0 0-128,-1-2-746,-1 0-947,0 0-2256,0-2 4077,-1-1 0,1-6 0,-1-2 0</inkml:trace>
  <inkml:trace contextRef="#ctx0" brushRef="#br0" timeOffset="47759">13859 11263 17395,'-1'6'-67,"0"1"173,1 1-11,-1 5-28,0 3-33,-1 2-34,1 2 0,-1-3-526,2 7-410,-1-8-677,1 4-1507,-1-10 3120,1 0 0,-1-6 0,1 0 0</inkml:trace>
  <inkml:trace contextRef="#ctx0" brushRef="#br0" timeOffset="51135">12257 11833 10830,'-10'-16'3927,"2"3"-3440,8 8-218,2 2-168,2 0-62,3 1-39,4 0 0,3 1-11,11 0-56,-5 1-23,4 2 0,-10 3 17,-4 3 23,-4 3 44,-3 2 6,-3 0 6,0 1 33,-4 0-28,-2 1 34,-7-1 5,-1 1 1,-2-1-46,-1-1 29,-2-1-28,1-1 45,-2-2-51,2-1 0,0-2 0,2-1 5,1-1 34,2-2 45,-5-1 23,8 0-68,-3-1 51,9-3-46,1-4-32,1-17-85,1 1 73,1-11 0,0 9 0,0-5-6,1 11 1,0 0-46,1 11-5,0 3-33,1 0-35,-1 1-22,1 0-44,-1 0-101,-1 1-348,1 0-492,-2 2-589,4 0-1277,0 1 2997,3-2 0,-3 2 0,0-2 0</inkml:trace>
  <inkml:trace contextRef="#ctx0" brushRef="#br0" timeOffset="52157">12925 11657 13317,'17'-5'-151,"4"2"22,5 1 118,2 0-28,-1 0-51,-4 2-89,-6 0 11,-7 0 6,-6 0 162,-3 5 50,-5 2 45,-5 5-83,-5 3 21,-3 1 6,0 0-39,1 0 0,4-3 0,2-2 0,4-3-11,3-2-34,1-2-173,2-1 117,0 0 61,2-1-16,5 2-56,7-1 23,5 1-1,3 0-363,1 1-208,5 5 532,-12-1 129,-1 6 386,-13-4 225,-3 2-180,-6 0-213,-5 1-88,-6 0-80,-4-1-50,2-1-286,-2-2-722,2-2-1731,3-2 2739,3-2 0,7-3 0,3-1 0</inkml:trace>
  <inkml:trace contextRef="#ctx0" brushRef="#br0" timeOffset="52906">13905 11709 8086,'0'-15'3209,"-3"1"-2806,0 7-207,-5 2-151,1 2-45,-4 1 0,-6 2 6,2 0-6,-6 4-6,6 3-123,-5 10 6,8-3 0,-1 6-45,11-7 151,1 0 17,3-3-78,7-1-79,5-3 79,8-3 44,1-1 34,0-2 39,-2-5 359,-4 1 363,-4-4 18,-6 3-252,-3 1-253,-3 3-123,-1 0 443,0 4-247,-4 4-33,-1 6-73,-3 3-118,-1 4-61,1 1-56,2 1-1,-1-1-5,3-1-308,0-1-555,-1-3-4934,-7 6 5797,1-11 0,-1 2 0,7-11 0</inkml:trace>
  <inkml:trace contextRef="#ctx0" brushRef="#br0" timeOffset="54654">14336 9934 7375,'34'-6'1187,"-1"1"-643,-12 2-46,0 2 12,-4 0 16,-5 1-16,-3 0-18,-5 0-88,-1 0-23,-2 0 140,1 0-359,-1 0 269,4 4-319,-1 2-5,2 5-12,0 2 51,0 2-29,1 4-55,-1 1 44,-2 3 51,0 1 22,0 1-56,-1 3-44,0 1 10,0 2-16,0 2 34,1 2-18,0 1 12,1 1 78,-2 0 40,0 0-51,1-2-61,0-2-12,0 0 6,0-2-45,0 0-6,2-1-11,0-1 17,-1 1-11,1-2 45,-2 1 22,1 0-23,-2 0-44,1 2-45,-1 0 6,1 1-1,-1 0 12,1 12-11,-1-12-1,0 9 1,-2-15 33,-1-2-39,0-1 6,0 0-1,0-1 1,0-1-1,0 0-5,0 0 12,0 8-1,0-5-6,-1 4-5,0-7 0,-1-2 6,1 0 0,-2 7-6,2-7 0,-2 7-6,0-10 6,1 0 0,-2 0 6,2-2-6,-1 2 5,1-1 1,0 1-6,1 0 11,0 6-5,1-6-6,0 5 5,0-9-5,0 1 6,0 0-6,0 0 0,-1 1-45,0 1 45,-2-1-34,1 1 34,-4 5 6,2-4-6,-1 3 0,3-8 6,-1 3-6,0-5-12,0 2-94,0-3 56,-1-1 50,-2 1 5,-1 0 29,-1-1-23,-3 1 56,-3-2 6,-4 1-73,-2-2-106,-4-1-510,-1-2-427,-1-1-1169,-1-5-4408,3-6 6620,3-8 0,9 7 0,6 0 0</inkml:trace>
  <inkml:trace contextRef="#ctx0" brushRef="#br0" timeOffset="55455">15186 10947 11038,'-2'-13'4111,"0"2"-3971,12 8-96,5 1 52,37 0-46,-3 1-47,-12 1 0,1 0-1904,28 0 1847,-30 0 1,-1 0-272,3 0 1,0 0-270,-1 0 1,1 0-248,2 0 1,0 0-585,-4 0 0,-2 0 1425,31 0 0,-31 0 0,-12 0 0</inkml:trace>
  <inkml:trace contextRef="#ctx0" brushRef="#br0" timeOffset="55750">15864 10780 9615,'2'-12'717,"8"3"-717,8 8-6,9 1-5,6 2-34,2 6-5,2 5-6,-5 8-11,-4 4 67,-10 2 101,-8 2 291,-6 1 173,-12 0-206,-6 0-359,-9-2-68,-5-1-828,-4-1-1344,1-5 2240,3-2 0,13-9 0,6-5 0</inkml:trace>
  <inkml:trace contextRef="#ctx0" brushRef="#br0" timeOffset="57031">16621 9990 10186,'0'-17'1456,"10"-1"-1523,3 11-78,12-3 16,2 6-17,2 0 73,1 3 62,-5 0 6,-5 1-7,-6 0 12,-7 0 0,-3 0-252,-3-2-504,-1 0 107,0-2 285,-3 0 195,-6-1 208,0 3 119,-5-1 139,4 3-57,-1 0-111,2 0 134,0 5-106,3 0 17,-1 6 106,3-2 39,1 3 95,0 2-94,0 3 88,0 5 7,1 3-23,1 5-22,0 6 179,1 29-1898,0-10 1441,1-16 1,-1 0 64,4 17-189,1-17 0,1 1 329,5 18-154,-4-21 0,0-1 126,3 12-56,-4 0-17,1 0-39,-3 1-84,1 0 0,-1 1 11,1 1-217,-1-2 186,-1-15 0,0 0-19,1 16-29,0 12 46,-3-25-46,-1-2 29,0-4-28,0-2-1,0-3 1443,0 0-1409,0-3 667,0-1-706,0-1 281,-2-2-230,0 0 22,-2-2-23,0 0-5,-1 0-40,1-1 35,-1 1-35,1-1 1,0 0-1,0 0 1,2 0 0,1 0 5,0 0-6,-1-2 1,0-1 0,-1-1-1,0 0 1,-1 0 5,1 0-5,0-1-6,-1 1 0,2-1 0,-1 0 0,0 0 0,1-1 0,-1 0 0,2-1 0,-2 0 0,2-2 0,0 0 0,1-2 5,0 1 6,0-1-11,0 0 0,0 0 0,-1 0 0,1-1 6,0 0-6,0 0 0,0-2 0,0 1 0,0-1 0,0 0 123,0-1-50,5 0-34,2 0-39,6-1-89,3 1-382,2-1-632,2 0-992,3 0-2218,0-3 4313,1-1 0,-12 1 0,-3-1 0</inkml:trace>
  <inkml:trace contextRef="#ctx0" brushRef="#br0" timeOffset="77206">17295 9906 11726,'2'4'4067,"0"0"-3255,-2-4-829,0 1-61,0 1 173,0 6 62,0 1 22,0 6-39,0-1-17,-2 1-11,0 2-16,-3 0 21,0 3-50,-1 2-61,-1 3 33,1 3-28,-2 2 1,1-1 27,-2 6-39,3-13-487,2 3-146,3-19-342,1-1-929,1-5 1904,10-14 0,-7 10 0,8-10 0</inkml:trace>
  <inkml:trace contextRef="#ctx0" brushRef="#br0" timeOffset="78016">17790 10116 10545,'0'-5'1966,"0"0"-2476,0 5 487,-8 4 107,0 1 0,-8 5-78,3 2 28,-5 8-74,8-4-21,-1 6-51,8-7 28,2 1 33,1-2-21,5-1 66,4-1-5,7-5 11,2-2 11,2-3 51,-1-2 72,-1-1 247,-3-5 67,-1-1 101,-4-7 22,-1 0-106,-3-3 151,-3 0-56,-1-2 18,-2 1 32,0-1-184,0 3-74,-4-2-301,1 5-51,-4-2-73,4 6-2201,0-9 745,2 5-493,1-9 2022,7 7 0,-4 6 0,4 0 0</inkml:trace>
  <inkml:trace contextRef="#ctx0" brushRef="#br0" timeOffset="78571">18327 10225 13609,'-8'-1'2459,"2"0"-2375,6 1-112,0 0 95,6 0 17,3 0-23,6 0-61,3 0-112,2 0-717,4 0-963,10-1-1938,0-4 3730,5-2 0,-18 1 0,-6 1 0</inkml:trace>
  <inkml:trace contextRef="#ctx0" brushRef="#br0" timeOffset="79045">18620 10048 10752,'9'0'330,"5"1"-279,5 3-46,3 1-5,1 1-5,-2 1-68,-3 1-5,-5 1-12,-6 4 90,-5 1 56,-4 6 179,-6 2-39,-7 5-95,-7 1-45,-3 1 140,-1 1 73,1-1 101,2-1 72,1-3 393,-3 5-550,9-9-105,-2 1-124,12-12 16,2-2 40,3-3 202,2-2 123,6-2-152,6-1-150,10 0-102,7-1-33,6-3-414,2-3-555,1-1-756,2-1-1691,-5 1 3416,-3 0 0,-16 4 0,-7 1 0</inkml:trace>
  <inkml:trace contextRef="#ctx0" brushRef="#br0" timeOffset="84063">17187 10890 10774,'-4'4'3473,"2"-3"-3025,2-4-224,0-1-118,0 1-66,0 1-40,0 1-12,3 0-21,1 1 33,3 0-6,-1 0-39,0 0-11,0 0 17,-1 0-67,1 0 39,-2 0-45,2 2-124,-1 2-72,-1 4-33,0 2 106,-3 0 95,0 2 28,-1 0 106,-2 0-78,-2 1 84,-4-1 45,-1 1-45,-3-1-62,1-2-22,1 0-117,-3-3 167,4-2 34,-2-2 106,3-2 79,0-1-73,-2 0 241,-7-2-291,7-1 10,-4-2 12,9-1-16,1 0-63,1-1 62,1 0 51,1-3-73,1 0 16,0-3-61,0 0-33,3-1-74,1 0-167,4 1-208,2 1-61,1 1-253,2 1 796,24-7 0,-24 10 0,17-6 0</inkml:trace>
  <inkml:trace contextRef="#ctx0" brushRef="#br0" timeOffset="84963">17794 10786 9850,'3'-5'1921,"0"0"-1921,-2 5-39,-1 0 39,1 3 118,-1 1 100,0 4 63,0 2-18,0 3-17,0 2 113,-4 16-247,0-5-62,-4 10 23,3-9-28,0-2-34,1-1-6,1-4 29,0-3 5,2-5-33,0-3 27,1-4 51,0-2-509,0-2-976,0-5-1758,3-5 3159,1-4 0,-1 4 0,1 2 0</inkml:trace>
  <inkml:trace contextRef="#ctx0" brushRef="#br0" timeOffset="86102">18445 10736 10388,'-8'0'3053,"0"0"-2958,8 0-95,0 0 45,8 0 55,3 1-72,10 2-117,18 2 16,-8-1 67,9 0-55,-14-3 16,-5 0 34,-3-1 5,-6 1 1,-3-1-141,-6 0-504,-1 0 650,-9 2 129,-7 3-78,-3 0-7,-2 3-4,7-2-35,1 3-5,5-5-45,2 2-100,4-5 72,0 2-5,6 3 5,3 0-67,7 2-29,3-1-150,10 4 151,-6-2 73,5 4-6,-11-1 23,-4 0 5,-3 1 73,-6 1 235,-2-2 247,-2 1 101,-4-1-147,-3-1 500,-10 2-634,3-4-123,-3 2-106,7-6-67,1 0-6,0-2-1210,-3-1-1971,0-1 3181,-2-1 0,6 0 0,3 0 0</inkml:trace>
  <inkml:trace contextRef="#ctx0" brushRef="#br0" timeOffset="93468">17138 11402 9985,'-10'1'3181,"2"0"-2856,8-1-84,0 0-135,11-3-16,-3 3-85,9-4 1,-6 4-6,1-1 0,0 1-50,1 0-124,0 0-39,-3 0-39,-1 0-11,-3 0 50,-3 1 28,-1 2 135,-2 1 44,0 4 6,-1 0 0,-4 3-33,-6 5 33,-1-2 5,-3 3 1,5-6-17,-6 4-23,5-5-39,-4 1 73,6-4 34,2-3-34,0 1-6,2-4 6,0 1 40,1-2 116,0 0-27,-2 0 73,-2-2-113,1-3-49,-2-3-35,3-1 46,2-2 49,0 0-38,3-2-17,0 0-40,1-2-5,0 1 0,0 0 12,4-2-12,-1 7-124,1-1-391,1 7-460,1 0-391,9-1-556,3 1 1922,8-2 0,-12 3 0,-3 0 0</inkml:trace>
  <inkml:trace contextRef="#ctx0" brushRef="#br0" timeOffset="94308">17688 11426 7470,'19'-5'1512,"-1"-1"-1271,-6 4-50,0 0-63,2 1-10,-3 1 11,2 0 50,-4 0-33,1 0-74,-3 0-72,-1 3-5,-2 2 5,-2 4 73,-1 3 5,-1 2 62,-3 2-62,-3 2-22,-4 1-5,-3 0-46,-1 0 29,0-3 39,1-1 72,-4 0-105,7-6-40,-2-1 56,7-7 72,0-1 175,1 0-130,0 0-111,0-1 11,-1-4-28,1-3-34,-2-2 56,1-6-67,1 4 0,2-7-235,2 6-280,2-2-202,5 1-246,9-5-410,4 4 1373,5-4 0,-12 10 0,-2 2 0</inkml:trace>
  <inkml:trace contextRef="#ctx0" brushRef="#br0" timeOffset="95042">18548 11360 7117,'10'0'935,"1"0"-896,-1 0-33,1 1-6,0 1 0,0 2 61,-2 2 51,-2 1 34,-1 2-6,-3 1-67,-1 2-17,-1 1 0,-1 2-17,0 0 101,-4 0 107,-2 1 145,-5-3-39,-3 1-112,0-2 11,-1-2 50,2-1 141,1-3 94,2-3 18,1-1-84,1-2-158,0 0-61,0 0-17,0-3-78,0-4-67,1-3-90,3-4-213,3 0-207,1-3-50,2 0-270,5-1-128,4 1-359,7-1-420,-1 3 1647,3 1 0,-10 6 0,-3 4 0</inkml:trace>
  <inkml:trace contextRef="#ctx0" brushRef="#br0" timeOffset="96092">17138 11903 10304,'10'-12'2498,"0"1"-2391,-2 4-96,3 2-11,1 1 0,0 2-11,-1 1-57,-1 1-27,1 0 50,-4 4 45,2 2-11,-5 5-28,-1 3 0,-1 2-17,-1 1-45,-1 0-11,0 0 73,-5-1 39,-1-1 5,-6-2-5,0-2 0,0-1 0,1-4 0,1 0 17,0-4 129,-1 0 67,-1-2-51,0 0-22,0 0 50,0 0 40,0-2 117,1-5-212,4-1-135,-1-4-202,7 2-179,0-7-140,5 4-386,4-8-762,9 4 1669,12-8 0,-12 11 0,3-1 0</inkml:trace>
  <inkml:trace contextRef="#ctx0" brushRef="#br0" timeOffset="96851">17832 11881 10886,'9'-12'1440,"-1"2"-1429,-4 10-11,4 0-62,1 0-162,4 0 34,0 3 95,-1 2-17,-2 4-28,-3 3 61,-3 2 34,-2 1-33,-1 1-135,-1 0-67,-4 0 0,-4 0 280,-4 0 6,-3-2 134,-1-1-6,1-3 68,-1-1-57,5-3 18,0-3 61,5-1 84,0-2-207,2 0-29,0-3-72,0-4-16,0-6-180,1-5-174,1-4 264,1-2 16,1 2-571,0 1-324,6 2-455,2 5 1440,7 1 0,-7 8 0,-1 1 0</inkml:trace>
  <inkml:trace contextRef="#ctx0" brushRef="#br0" timeOffset="97547">18492 11879 8920,'0'-20'2437,"3"3"-2314,2 12-117,5 3-6,3 0 0,-1 2 0,2 0-6,-2 0-33,1 3 33,-1 2-27,0 5-23,-2 2-17,1 13 6,-6-6-45,0 9-152,-4-8 29,-1 0 84,-6-1 151,-3-2 84,-7-2 101,0-4 0,0 0 50,2-6 168,2 0 123,4-4-21,2 0 5,1-1-57,1 0-78,0-4-11,0-2 6,0-5-191,2-3-179,2-2-358,0-3-516,0-3-4122,10-22 4996,-2 12 0,4-2 0,-6 21 0</inkml:trace>
  <inkml:trace contextRef="#ctx0" brushRef="#br0" timeOffset="99347">19215 10157 8634,'0'-8'1894,"0"2"-1692,4 6 61,3 0-28,5 1 0,5 2-22,2 2 28,2-1-45,-1-1 230,3-2-252,-7 0-46,-2-1-49,-9 0-29,-3 0-95,-1 0-83,-1 5 128,1 1 5,1 6 1,1 3 11,2 18 22,-2-4-34,1 13 1,-3-11 78,0 0 22,-1-2 6,0 0-50,0-1-12,0 0 1,-2 1-18,0 1-33,-2 1 51,0 0-51,1 2 0,0-2 11,1 2-5,0-3-1,0 0 6,-1 13-11,0-11 6,-1 10 0,2-11 5,0 13-6,0-10 1,-1 10 28,0-15 16,0 0-11,0-1-28,0-1 34,-1-1-39,0 0 5,0-2 23,1 1-34,0 0 11,-1-1-6,1 0-5,0-1 6,-1 0 0,0-2-6,0 0 5,1-1-5,0-2 6,0 0-1,1-3 1,1 0 0,0-1-6,-1 0 0,1 0 0,-2 1-6,-1 0 6,0 1 6,-1 0 44,0 6-44,0-7-6,0 7 5,2-8 6,0 5-5,2-5-6,-2 4 0,3-8 0,-2 1 0,1-1 6,0 0-6,-1 0 5,1 0-5,0-1 0,-1 1 0,1 3 0,-1-2 0,1 3 6,-1-7 5,2 2-11,-2-3 0,2 2 0,-1-2 0,1 1-6,0-1 6,0 1 6,0-1 0,0 2-6,-1-2 11,1 1-11,-2-2-11,1 0-79,-1 0 90,-1-1 11,1 1 79,-3 0 16,2-1-16,-3 1-17,0-1-68,-2 0-5,-2 0-313,-2 1-645,-7-1 958,-12 0 0,13-2 0,-3-1 0</inkml:trace>
  <inkml:trace contextRef="#ctx0" brushRef="#br0" timeOffset="101805">19767 11099 12903,'7'4'95,"11"3"-168,-2-2-341,9 2-354,-7-2-665,6-3-1866,0 0 3299,5-2 0,-14 0 0,-3 0 0</inkml:trace>
  <inkml:trace contextRef="#ctx0" brushRef="#br0" timeOffset="102014">19682 11256 12197,'22'0'-95,"20"-3"-432,-5-1-481,27-4-751,-14-2 1759,8-1 0,-28 6 0,-8-1 0</inkml:trace>
  <inkml:trace contextRef="#ctx0" brushRef="#br0" timeOffset="102317">20029 11059 9145,'-2'-10'1825,"0"3"-1791,5 4-28,5 2-6,5 0 0,5 2-12,3 6-27,-1 6 0,-2 7-17,-3 4 22,-4 3 34,-5 1 0,-3 3 107,-3 0 22,-3 1 61,-6-2-44,-6-2-191,-19 6-734,0-9 779,-23 7 0,31-21 0,-2 0 0</inkml:trace>
  <inkml:trace contextRef="#ctx0" brushRef="#br0" timeOffset="103504">21216 10500 9156,'-17'-2'2212,"1"1"-1758,3 4-34,-2 4 17,-3 5 263,-1 6-106,-2 2-74,0 4-111,1 1 6,-5 13-326,9-8-22,-2 7 46,11-5-68,4-9 0,1 1-45,4-11-28,5-3-303,6-4-655,7-4-946,15-1-1384,1-2 3316,8-4 0,-21 2 0,-6-2 0</inkml:trace>
  <inkml:trace contextRef="#ctx0" brushRef="#br0" timeOffset="103736">21282 10708 9475,'2'7'1647,"-1"1"-1306,1 3-44,-2 3-101,1 2-84,-1 4-50,0 1-62,0 3-308,0 1-695,0 2-750,0-2 1753,0-4 0,0-10 0,0-4 0</inkml:trace>
  <inkml:trace contextRef="#ctx0" brushRef="#br0" timeOffset="104071">21523 10660 8674,'6'3'2621,"1"0"-2290,-2-2-152,2 0-67,3 2-62,2-1-50,4 1-425,5-2-863,9 0 1288,16-1 0,-19 0 0,4 0 0</inkml:trace>
  <inkml:trace contextRef="#ctx0" brushRef="#br0" timeOffset="104280">21543 10818 8976,'21'1'572,"3"0"-1200,15-1-968,3-3 1314,11-3 1,-25 2 0,-7-1-1</inkml:trace>
  <inkml:trace contextRef="#ctx0" brushRef="#br0" timeOffset="104913">22110 10686 9268,'-6'0'3523,"2"0"-2879,4 0-532,5 0-28,3 0-11,7 1-73,2 0-207,4 0-751,3 0-947,8-1-2586,2 0 4491,3-3 0,-17 3 0,-7-3 0</inkml:trace>
  <inkml:trace contextRef="#ctx0" brushRef="#br0" timeOffset="105287">22344 10572 6736,'22'0'1070,"8"8"-1070,-11 0-56,4 9-45,-12-1 101,-5 3 5,-4 2 449,-10 2 532,-17 14-549,-2-9 39,-12 8 599,3-4-599,11-9-16,-4 1-118,17-12-124,5-4-33,3-3 173,3-1-128,5-3-230,8 0-286,12-1-2047,14 0 0,5 0 2333,21-2 0,-25 2 0,-4-1 0,-5-1 0</inkml:trace>
  <inkml:trace contextRef="#ctx0" brushRef="#br0" timeOffset="106204">21434 11622 10998,'-13'4'3647,"1"-2"-3306,6-2-201,-2 0-28,-9 0-45,2 6-5,-8 3-28,6 7 33,0 5-101,-3 12 34,8-6 39,-1 11 6,9-12-39,2 13-180,1-10-274,5 7-336,6-15-515,16-6-1619,6-6 2918,13-6 0,-21-2 0,-5-1 0</inkml:trace>
  <inkml:trace contextRef="#ctx0" brushRef="#br0" timeOffset="106580">21543 11843 8578,'-10'-1'1793,"2"0"-1748,8 1 17,0 0-62,6 3-6,3 1-207,5 5-28,0 0 23,0 2 50,-2 0 62,-3 0-1,-4 2 102,-2 0 5,-3 1 179,-6 0-45,-2 1 6,-8-1 230,-9 7-169,5-7-27,-3 3-23,12-7 723,3-2-622,4-3-101,2-1 62,4-3-11,6 0-202,6 0-213,11-1-1199,20 0-1848,3-1 3260,14-5 0,-30 4 0,-7-3 0</inkml:trace>
  <inkml:trace contextRef="#ctx0" brushRef="#br0" timeOffset="106860">21897 11763 10293,'-8'-2'1585,"1"0"-1569,24 4-16,0 0-761,22 1-1250,-7-1 2011,6-1 0,-18-1 0,-5 0 0</inkml:trace>
  <inkml:trace contextRef="#ctx0" brushRef="#br0" timeOffset="107044">21893 11885 7828,'-3'4'1552,"4"0"-1390,9-2-162,8-1-252,18 0-863,5-1 1047,11-1 0,-24 1 1,-6-1-1</inkml:trace>
  <inkml:trace contextRef="#ctx0" brushRef="#br0" timeOffset="107547">22326 11558 9156,'-5'-1'2279,"0"0"-2223,21 1-28,-2 4-28,15 2-123,-7 4-168,-2 3-28,-5 0 134,-6 0 78,-4 1 107,-4 0 107,-9 2 72,-4 1-56,-8-1 17,-2 0-11,2-1-23,3-3-16,3-1-79,4-3-11,4-1-33,3-1 27,2 0 0,1 0 6,6 2 0,6 2-50,9 3-79,8 3 96,3 3-23,-1 0-23,-5 3 79,-8-3 342,-7-1 565,-7-2 214,-6-3-248,-7-1-397,-5-2-252,-5-1-117,-2-2-107,1-2-499,-2-2-1629,0-2 2128,2-1 0,9 0 0,3 0 0</inkml:trace>
  <inkml:trace contextRef="#ctx0" brushRef="#br0" timeOffset="108914">5139 14217 16236,'13'0'408,"8"0"-352,14-3-50,16-4-6,-18 2 0,1-1-28,6 0 0,0-1-219,2 1 1,0-1-116,-1 1 1,-1 0-146,-3 0 1,-2 1-1062,24-3-617,-15-1-1607,-14 3 3792,-13 0 0,-10 3 0,-5 1 0</inkml:trace>
  <inkml:trace contextRef="#ctx0" brushRef="#br0" timeOffset="109128">5435 14193 7828,'-38'19'2829,"8"-5"-2118,28-12-593,2-2 117,1 2 162,6-2-122,8 1-79,12-1-196,11 0-801,11 0-67,9-3 171,-21-1 0,0-2-726,0-1 1,-1-1 1422,3-2 0,-3 0 0,4-1 0,-14 2 0</inkml:trace>
  <inkml:trace contextRef="#ctx0" brushRef="#br0" timeOffset="109374">5792 13898 10114,'-1'-3'1937,"0"0"-2021,1 3-862,8 0-958,1 0 1904,8 0 0,-8 0 0,-2 0 0</inkml:trace>
  <inkml:trace contextRef="#ctx0" brushRef="#br0" timeOffset="109998">5794 13902 11402,'1'-3'2459,"0"0"-2269,0 3-190,1 0-17,7 0 23,1 5 44,8 4-11,4 6-33,3 7 0,6 2-1,2 3 6,4 2-5,0 2 0,0 0-6,-2-1-40,-5 0-139,0 6 112,-15-8 67,-2 5 134,-11-10 180,-7 3 151,-22 16-404,-2-7-61,5-11 0,-3 1-576,-19 14-371,20-17 1,-1 0-5042,-23 21 5988,5-2 0,22-20 0,9-8 0</inkml:trace>
  <inkml:trace contextRef="#ctx0" brushRef="#br0" timeOffset="112429">8214 13483 11368,'0'7'3305,"0"-2"-2930,0-5-157,0 0-179,4 0 6,4 0 6,7 0-46,5 0-10,4-1-68,0-2-297,1-2-363,-1-1-634,0-3-929,5-5-2431,-2-1 4727,3-4 0,-15 9 0,-4 2 0</inkml:trace>
  <inkml:trace contextRef="#ctx0" brushRef="#br0" timeOffset="112897">8587 13189 10237,'5'-4'644,"1"2"-611,4 2-33,5 0-246,1 0-101,10 5 218,-7 2-5,4 8-23,-11 1 28,-5 2 34,-3 2 84,-3 2 11,-2 1 0,-4 1 0,-4-1 33,-3 0 12,0-3 11,1-1 101,2-2 50,0-2 84,2-1-44,-1-1-102,2-1 214,-4 3-197,4-5-67,0 1-22,4-7 246,1-2 1115,1 0-1288,6-1-79,2-1-33,8-1-34,3-3-342,3-1-559,5-2-4437,26-10 5338,-15 4 0,4-1 0,-27 8 0</inkml:trace>
  <inkml:trace contextRef="#ctx0" brushRef="#br0" timeOffset="113488">8252 14097 10909,'-1'3'3254,"0"0"-2761,1-3-432,6 0 7,4 0-68,8 0-17,4 0-526,3-4-477,2 1-643,7-7-1502,-2 2 3165,3-4 0,-18 6 0,-5 1 0</inkml:trace>
  <inkml:trace contextRef="#ctx0" brushRef="#br0" timeOffset="113946">8597 13925 9503,'10'-16'2750,"1"4"-2694,-4 9-56,5 2-112,3 0-168,3 1-90,1 0 29,-1 1-63,-2 3-4,-4 2 88,-4 3 113,-4 2 39,-2 1 168,-6 0 62,-3 3 179,-5-1-107,-3 0-78,1-1-56,2-3 39,4-1-33,3-3-1,3-2 1,1-1 61,1-1 40,0-1 10,6 1-50,4-1-22,8 2-45,4 0 0,2 2-11,1 1-39,-1 1-6,-4 2-34,-5 0 90,-7 1 325,-5 0 336,-2 1-6,-3-1-352,-6 2-219,-5-3-84,-4 1-2526,-14-4 2526,9-2 0,-1-2 0,15-2 0</inkml:trace>
  <inkml:trace contextRef="#ctx0" brushRef="#br0" timeOffset="114480">8643 14803 10724,'1'-4'3753,"0"1"-3417,-1 2-549,2 1 213,-2 2 0,3 5-51,-3 7-542,1 6-684,-1 5-896,0 10-2465,0 1 4638,0 5 0,0-20 0,0-6 0</inkml:trace>
  <inkml:trace contextRef="#ctx0" brushRef="#br0" timeOffset="115048">8691 15238 9867,'8'-11'1120,"-2"1"-1120,-6 5-89,-5-3 89,0 3 151,-7-1-28,-1 4 6,-3 1 67,-11 7-191,6 2-5,-6 7 6,10 1 0,3 1-6,4 2 5,3-1-5,4 0-5,2-2-46,1-2-195,14-1 179,-2-6 11,14-2-224,-5-6-353,0-6-39,0-4 672,-2-6 123,-1 0 896,-6 1-33,-1 3-202,-6 3-476,-2 4-274,-2 3 112,-1 2 66,-2 9 119,-1 2 27,-3 10-22,0 2-11,0 4-191,1 3-83,2 4-51,1 1-286,1 0-739,1-4-622,3-7-2173,5-7 3820,3-9 0,-3-4 0,-2-3 0</inkml:trace>
  <inkml:trace contextRef="#ctx0" brushRef="#br0" timeOffset="116315">9064 13285 11390,'0'-9'2241,"1"2"-2241,0 7-101,3 0 96,2 0-7,4 0-66,5 0-12,3 1 34,2 1-61,2 1-90,3 1 151,-7-1-6,1-1-56,-12 1-5,-2-1 28,-3 3 33,-1 1 18,-1 3 44,0 3 67,0 4 28,0 4 140,0 20-162,-1-6 0,0 15 44,0-11 175,0 20-113,1-10-50,0 15-1,0-14-44,2 3-78,1 3 11,1 2-368,0 3 363,0-2-7,-1 0 68,0-1 0,1-2 67,-2-1 5,2-1-16,-1-2 11,1-1-33,0 1-1,1-1-28,-1 2 12,2-2-17,-1 1 16,0-2-44,1-1 6,3 19-1,-2-16-11,2 12 17,-2-20 102,0-2-18,-1-1-45,-1-3 322,-1-2-361,0-3-50,-1 1 0,1-3-1,-1 1 1,-2-2-1,0 0 35,-1-3-35,0-1 34,-2-3-39,-3-2-207,-3-5-566,-5-4-762,-7-6 1535,-12-10 0,13 4 0,-3-7 0</inkml:trace>
  <inkml:trace contextRef="#ctx0" brushRef="#br0" timeOffset="117601">8037 13425 9038,'-5'-17'1339,"-1"4"-1222,1 13-21,-2 0 10,0 0 96,0 2-29,-1 0 23,2 3 39,-3 2 23,1 2-90,-3 4 11,0 1-39,-5 11-94,4-7-46,-1 9 0,7-9 44,2 3-38,2 3 39,0 2-45,2 4 45,-1 1 55,1 2 130,0 1-12,0 1-55,0 0 22,0 2-12,0 0-83,0-1-1,3 1 40,0 0 90,7 19-147,-3-9-4,1 15-63,-2-16 46,-3 0-46,2 0 6,-2 0 34,1-1-39,1-2 39,-1-1 16,0 0 18,0-3 5,-2 2-12,0-2 7,-1 1 10,-1 1-55,0-2-34,0 1 6,1-2 5,0 0-6,1-2 1,1-1 5,0-2-5,1-1 27,-1-2-27,1-1 0,-3-4 5,1-2 0,-2 5 0,0-8 28,0 6 12,0-10 22,0 2-1,0 0 7,0 0-34,0 2-1,2-1 1,6 10-11,1-7 5,4 8 11,-4-9 57,0 1-11,-1 0 21,-2 0-5,-2 1-11,0-2-95,-1-1-1,0-1 34,1-2-33,1-1 28,1-2-29,2-1 46,1-2-51,2-1-213,6-4-841,14-3-1965,6-11 3019,12-8 0,-22 4 0,-6 0 0</inkml:trace>
  <inkml:trace contextRef="#ctx0" brushRef="#br0" timeOffset="118301">9769 14103 12191,'-3'4'1838,"0"1"-1777,3-5-27,0 2 16,4-2 73,5 2 12,7-1-18,9 0-117,7 0-324,6-1-729,7 0-928,7-4-1301,0-1 3282,-2-4 0,-23 3 0,-10 2 0</inkml:trace>
  <inkml:trace contextRef="#ctx0" brushRef="#br0" timeOffset="118528">9739 14376 7481,'-6'12'2207,"0"-1"-1367,13-7-174,6 0-285,11 0-134,7-1-169,7-2-78,5 0-2571,-4-5 1,2-2 2351,14-4 1,6-1 0,-40 4 0</inkml:trace>
  <inkml:trace contextRef="#ctx0" brushRef="#br0" timeOffset="119272">10587 14147 12780,'-8'7'1943,"2"-2"-1859,12-5-84,7 0-11,12-1-510,10-2-633,11-2-621,19-5-15,-31 5 0,-1 0 1790,5-2 0,-2 1 0,3-1 0,-12 2 0</inkml:trace>
  <inkml:trace contextRef="#ctx0" brushRef="#br0" timeOffset="119642">10966 13971 8270,'39'-14'987,"-2"4"-987,6 10-298,-3 2-206,-3 6 23,-4 6 117,-9 7 196,-9 6 78,-8 6 241,-19 23 90,-5-8-126,1-15 0,-1-2 120,-15 16 84,-1-3 112,2-5 85,5-3 464,0-2-700,11-13 11,3-3 107,10-13-45,2-3 39,7-2-224,7-1-168,14-5-622,12-4-867,19-11-2589,2-4 3868,-26 9 1,-1 1 0,2-2 0,-9 4 0</inkml:trace>
  <inkml:trace contextRef="#ctx0" brushRef="#br0" timeOffset="120003">11459 13132 6383,'37'-7'-11,"-3"1"0,-16 3 0,-4 1 0</inkml:trace>
  <inkml:trace contextRef="#ctx0" brushRef="#br0" timeOffset="120731">11598 13078 7067,'-13'7'1545,"2"0"-1282,7 2 175,0 1-74,0 5 17,1 3-1,0 3 337,1 19-426,0-7 51,0 16-135,1-13-33,0 4 95,0 0 241,1 22-1594,0-15 1275,0 15-188,0-20 394,0 20-251,0-14-40,0 18-16,0-20 10,2 3-10,1 1 75,-1-13 0,1 0-1048,2 19 953,-3-20 0,1 0 522,0 12-513,-1-1-23,1 0 5,0-2-16,1-1-39,0 0 27,-1-1 18,1 1 0,-2-1 55,1 2 6,-2-1-11,0-1 121,-1 0-183,1 15-28,2-14 45,0 11 17,1-18 11,-3-2-5,1-1-12,-2-1 1214,0-2-1157,0-1 27,0-2-28,0-1-45,0 0 667,0-1-745,0-2 11,0 0 26,0-4-26,0-1-6,0-4 12,0-1-11,0-4-1,0 0-5,0-3 12,0-1 38,0-1-50,0-1-6,0 0-5,0 0 11,1 0 6,1 0-1,2 0 152,9-1-157,0-1-50,10-1-337,2-1-1792,28-10-1097,-9-1 3076,20-10 1,-38 11 0,-8 2 0</inkml:trace>
  <inkml:trace contextRef="#ctx0" brushRef="#br0" timeOffset="121911">12133 12998 13351,'3'-7'2633,"0"2"-2633,-3 5-168,0 0 168,0 4 33,0 7-33,0 7 6,1 7-6,1 5-118,0 3-454,1 3-626,-1 2-443,1 9-2215,0-3 3856,0 4 0,-1-23 0,-1-7 0</inkml:trace>
  <inkml:trace contextRef="#ctx0" brushRef="#br0" timeOffset="122487">12201 13762 10763,'4'-2'1243,"1"0"-1321,1 2-135,3 0-151,15 4 219,-6 3 33,9 6 16,-12 3 35,-3 4 16,-5 1 45,-5 1 39,-1 0 196,-3-2 163,-6-1 0,-5-3-163,-6-2-78,-1-3-11,-3-2 39,1-4 72,-1-2 96,1-2-11,1-1 582,-10-26-852,14 8-4,-3-25-68,17 12-56,3-2-185,2-1-526,5 0-482,6 2-829,12-3-2498,2 5 4576,5 1 0,-14 14 0,-6 6 0</inkml:trace>
  <inkml:trace contextRef="#ctx0" brushRef="#br0" timeOffset="123165">12113 14430 11894,'-9'0'3204,"2"0"-2969,7 0-167,0 0-63,6 0-5,4 0-935,21 0-303,-4-1-493,16-1 1731,0-4 0,-19 3 0,2-1 0</inkml:trace>
  <inkml:trace contextRef="#ctx0" brushRef="#br0" timeOffset="123559">12305 14334 10394,'0'-7'1181,"0"2"-1125,6 5-50,5 0 5,8 0-11,7 0-112,3 2-146,1 2-201,-3 5 106,-7 1 180,-7 4 162,-7 5 11,-9 3 89,-9 5 57,-9 2-57,-7 2-16,-5-2 34,1 0 223,-7 4-112,14-12 62,-1 1 28,17-14-61,4-2-141,3-3-32,2-2 166,0 0-100,6-1-140,6 0-263,10 0-813,14-1 1076,22-2 0,-25 1 0,7-2 0</inkml:trace>
  <inkml:trace contextRef="#ctx0" brushRef="#br0" timeOffset="124038">12287 14999 11144,'0'-7'1983,"-3"1"-1983,-3 5-34,-3 1 29,-2 2 5,1 6 0,-1 3 0,1 7 0,1 1-6,2 2-33,2 1 33,3 0 6,1 0 6,21 8 33,-1-11-33,20 4 39,-6-16-1,1-3 46,-3-3-6,-5-8 118,-7-5 296,-5-8-22,-8-6-162,-2-3-225,-8-5-83,-7-3-6,-6 0-28,-9 4-224,-4 7-577,-1 7-745,0 5 1574,-2 0 0,16 8 0,2-1 0</inkml:trace>
  <inkml:trace contextRef="#ctx0" brushRef="#br0" timeOffset="125160">12720 12996 11430,'3'-8'2470,"0"3"-2470,-1 3-45,2 2-45,2-1 1,5 1-74,5 0-10,4 4-62,4 2 67,1 5 39,-2 5 28,-4 2 56,-4 4 40,-4 3 5,-4 2-34,-2 16 40,-3-9-6,-1 12 5,-1-11-5,0 3 6,0 4 44,0 3 45,0 2 79,0 2 78,-1 0 0,0 1 45,-1 0-433,0 2 237,1 1-96,0 2 79,1 0-28,0 2 17,0 0-6,3 0 29,1-1 77,3 0-22,-1 0 6,-2-1-17,-1 0-491,-2-2 402,-1-2 240,0-1-285,0-1 39,0-2-40,1 0 40,2 19 5,0-16-50,3 13 68,-4-21-35,1-4 1,0 1-29,-1-4 35,2 1-35,-2-3 29,0-1-29,0-1 12,-2 6 419,1-11-396,-1 5-34,0-13-1,0-2 1,0-2-1,0-1 7,0-1 21,0 0-22,1 0 23,-1 0-28,1 0-1,-1-2 40,0 1 45,0 1-46,0-3-38,0 1-6,0-5-274,-1-2-354,-3-1-828,-11-2-2711,-4-6 4167,-12-5 0,15 3 0,2-1 0</inkml:trace>
  <inkml:trace contextRef="#ctx0" brushRef="#br0" timeOffset="125937">13420 14119 10018,'7'0'2224,"13"1"-1972,0 2-173,17 0 5,1 2-84,5-3-107,3 0-325,0-2-262,-3 0-527,-4 0-532,-9 0 1753,-7-1 0,-12 1 0,-5-1 0</inkml:trace>
  <inkml:trace contextRef="#ctx0" brushRef="#br0" timeOffset="126194">13626 13997 9845,'0'-4'1265,"0"2"-1253,0 2 83,0 3 34,0 6-45,0 7-40,1 9-10,5 27-34,-2-5-403,0-14 0,-1 1-1109,0 25 1512,0-5 0,-2-18 0,0-13 0</inkml:trace>
  <inkml:trace contextRef="#ctx0" brushRef="#br0" timeOffset="126749">14182 13814 9268,'22'-6'1221,"0"0"-1395,6 6-296,-3 2 55,10 4-151,-2 8 381,-11 0 185,-1 5 11,-16-6 410,-5 3 55,-10 0-129,-6 3-184,-10 1-85,-2-1-72,0 0-1,3-1 35,4-3-40,5 0-6,6-5-89,4-1 95,5-1 95,3 0-5,9 1-23,7 4-11,11 0-51,8 6 1,1 1-6,1 3 6,-5 2 55,-7-2 152,-11 0 235,-7-3 493,-7-2-123,-9-1-359,-7-1-313,-12-2-146,-8-1-443,-6-2-1013,-8-5-1995,0-1 3451,3-5 0,20 0 0,10 0 0</inkml:trace>
  <inkml:trace contextRef="#ctx0" brushRef="#br0" timeOffset="127179">14957 12930 9862,'14'-14'778,"1"3"-1316,-1 5-134,8 2 264,5-2-355,7 2-82,-1-2 285,-2 2-560,-7-1 1120,-10 3 0,-7 0 0,-7 2 0</inkml:trace>
  <inkml:trace contextRef="#ctx0" brushRef="#br0" timeOffset="127878">15066 12876 6658,'-15'14'1248,"2"1"-990,5-2-68,0 2 752,-3 16-567,3-5-117,-2 15 11,5-9-29,0 5-116,1 3 4,0 4 18,2 4 168,0 5 33,2 2-11,0 2-11,0 1-260,0-1 266,2-1 49,0-2-21,0 1-141,0-3-72,-2 2-32,0-15 1,0 1-1536,0 22 1471,0-22 1,0 1-793,0 14 871,0 1-12,-2-2 12,-2-1-17,0-1-353,0-2 381,-2-2-114,0-2 154,-3 18-135,2-16 1262,-3 14-1296,4-20 23,0 0 896,0-4-930,1 0 6,-1-4-1,2-1-5,0-2 783,1-3-766,0 8-12,2-12 1,-2 3 177,2-13-177,-1-2 0,1-1 10,-1-1-10,2 0 28,-2 0-34,2 0 5,-1-2-5,1 0 6,0-2-1,0-1 1,0-1-6,0-2 11,0 1-5,0 1-6,0 1 0,0-1 0,0 0 11,0 0 51,2 1 55,6 2-111,2-1 61,5 1 0,0-2-67,3-2-157,4-1-644,4-1-1081,8-1-3316,0-6 5198,1-2 0,-16 1 0,-6 0 0</inkml:trace>
  <inkml:trace contextRef="#ctx0" brushRef="#br0" timeOffset="129347">15557 12870 8763,'-21'-1'2023,"1"0"-1760,3 7-50,-1 4-51,1 8 163,0 16-191,8-4-44,0 12-23,8-10-28,2-1 112,13 7 276,-1-13-24,13 1-6,-2-18 253,11-4-471,-8-9 51,6-3 89,-16-8-45,-3-3-33,-5-4-62,-3-2-116,-3-1-63,-2-2-68,-1 2-22,0 3-643,-4 1-634,3 9-1428,-3 3 2795,3 6 0,1 3 0,0 0 0</inkml:trace>
  <inkml:trace contextRef="#ctx0" brushRef="#br0" timeOffset="129987">15557 14025 12399,'-1'-13'3265,"0"1"-2839,1 10-230,0-1-129,1 2-33,2-1-34,3 2 5,4-1 35,3 0-40,4 0-499,2-1-437,4-1-772,6-3-1613,1-1 3321,3-3 0,-15 4 0,-6 2 0</inkml:trace>
  <inkml:trace contextRef="#ctx0" brushRef="#br0" timeOffset="130187">15821 13828 11155,'6'-10'1910,"-2"2"-1988,-4 8 72,0 17 6,0 4-61,-4 21-976,-6 15 1037,-2-15 0,0 0 0,-1 7 0,-4 6 0</inkml:trace>
  <inkml:trace contextRef="#ctx0" brushRef="#br0" timeOffset="130700">15761 14390 12998,'5'-2'700,"-2"0"-700,-3 7 51,-2 17-51,-3 2-84,-1 14-572,-1-8-515,2 1-643,1 2-1446,1-2 3260,1-2 0,1-13 0,0-7 0</inkml:trace>
  <inkml:trace contextRef="#ctx0" brushRef="#br0" timeOffset="131282">15469 14895 13133,'-6'3'1943,"2"0"-1943,7-3 0,6-2-163,7 0-55,6-1-157,1 0-90,-1 2-95,-4 0 106,-3 1 180,-5 1 100,-5 5 130,-2 3 44,-5 7 280,-16 11-247,3-5-27,-12 6 11,10-10-12,3-1-5,5-7-5,4 0 5,4-8 28,1-1 44,5 1-16,5 2-56,10-1-50,7 2-12,7 1 29,2 1 22,-1 0-101,-4 1 89,-9 1 23,-10 0 622,-7 1 223,-9 1-234,-9 2-309,-10 1-128,-7-1-141,-5-1-33,-1-3-386,-1-3-840,0-3-1793,5-4 3019,6-6 0,13 3 0,6-3 0</inkml:trace>
  <inkml:trace contextRef="#ctx0" brushRef="#br0" timeOffset="132721">15900 12844 9324,'7'4'1736,"3"0"-1478,9-4-23,3 0-140,1 0-5,0 0 33,-1 1-28,-1 3 17,-1 0-6,0 1-33,-3-2-67,0 1-6,-4-1 5,-2 0-5,-3 1-5,-2 0-51,-1 1 50,-1 3-27,0 2 33,1 3 5,-2 4-5,2 3 6,-2 3-6,1 4 33,1 3-27,0 3 5,1 2 34,0 3-5,-1 1 105,0 1 124,-2 0 0,-2 0-45,-1 1-11,0 1-84,0 1-1,0 0-27,0 1-56,0 0 28,0 0 44,1 1 68,0 1-39,2 1 16,-1 1 68,1 0-124,-1 0-5,0 1-11,0 0-1,0 0 18,1-1 21,-1 0 1,1 0 3,-1-14 0,-2 1-26,1 16-38,0 15-63,-1-23 46,0-3-46,0-2 6,0-3 23,0-3-28,0-3 27,0-2 6,0-3 1,0-1-35,0-3 6,1 0-5,-1-1 0,1-1 5,-1 0-6,0 1 7,0 1-1,0 1-6,0 2 1,0 1 0,-1 1-1,0 1 6,0-1-5,0 0 0,1-2-1,0 0 1,0-2-1,0-2 1,0-2 0,0-1-6,0-4 5,0 0 1,0-3-1,0 0 12,0-1-17,0-1 6,0 0-1,0 1 1,0-2-6,0 2 0,0-2-11,-1 2 11,-1-3 67,-1 3 157,-2-4 118,-2 2 5,-3-1-134,-16 4-230,0-2-1064,-15 2-1708,-3-6 2789,-14-8 0,25 3 0,-1-5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06T20:49:53.4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8035 2119 11357,'-7'9'5237,"-1"-7"-4671,5-6 268,-1-3-800,4 6-404,0 1 364,0 6-5,0 4 6,0 9-186,0 16-83,1-8 61,4 9-45,3-15-50,6-3 292,4-5 16,5-4 106,4-5-16,6-2-6,4-7-79,3-6 12,17-14-1088,-16 3 1038,10-6-549,-21 10 492,-4 2-16,-3 2-29,-5 5 7,-5 4-136,-3 3 1018,-2 1-894,0 5 635,1 4-495,1 7 0,0 1-39,2 1-39,0-2-34,2-1 112,3-3 16,3-4 68,5-3-44,8-3-1,7-6 6,7-7-15,-11-3 1,1-2-1421,21-12 1392,-22 9 1,-2 0-403,5-5 400,-7 4-45,-10 6-78,-7 6-90,-7 5 0,-5 3 1484,-2 1-1271,-1 6 537,2 1-520,-1 7-17,4 1 0,-1 0-6,3-1 6,1-2 11,2 0-11,1-2 0,3-2 6,1-1 100,4-3-72,5-2 33,6-1-33,8-4-29,6-5 1,5-5 33,2-6-28,-3-2-11,-6 2 34,-8 3-34,-9 5-106,-10 4-57,-6 4-78,-5 3 241,-2 5 0,1 4 45,0 4-45,2 2 0,0 1-5,2-1 5,0 0 0,2-2 67,1-1 6,0-2 5,2-2 28,-1-3 29,1-2-74,1-2 57,0-1-56,1-1-62,1-6-90,-1-2-560,0-8-677,-3-1-684,-4-5-1792,-4 1 3803,-3 1 0,0 10 0,0 3 0</inkml:trace>
  <inkml:trace contextRef="#ctx0" brushRef="#br0" timeOffset="960">10573 1999 11239,'-5'-6'2638,"1"1"-2296,3 4-376,1 1 29,-3 6-1,0 3-33,-3 7 39,3 2-56,1 2 6,1 0 44,1-1 6,3-1 62,2-2 593,12 0-347,1-6-28,9-1-118,-1-7-55,5-5-17,3-4-1,17-11-83,-12 1 28,8-6-29,-17 9 1,-6 3-6,-3 2-34,-6 5-72,-6 1-102,-4 3 6,-2 0 96,-1 3 106,2 4 0,1 5 34,3 4-34,2 3-12,2 0 12,2-2 0,2-3 6,3-4 67,3-5 50,6-2-117,5-3 55,7-6-10,-7-3 0,1-2-1182,17-9 1165,-18 5 0,-1 0 89,6-3 252,-5 0-269,-14 10-106,-5 0-61,-12 7-46,-1 1 1238,1 0-1131,1 0-6,3 4-274,3 0-628,4 6-8103,26 2 9011,-8-5 0,4 0 0,-20-7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2T23:53:47.2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1905 6334 18091,'1'-5'341,"0"1"-540,-2 5-95,-3 9 294,0-2-11,-3 9-92,-5 9 52,2-4 15,-3 10-216,-10 31 87,10-26-280,1-3 1,1 0 257,0-2 38,1 2-133,0-1-256,-4 14 236,4-12-552,-5 18 39,8-26 5,0 4-330,3-13-431,2-3-671,1-3 2410,1-2 0,0-5 0,0-1 0</inkml:trace>
  <inkml:trace contextRef="#ctx0" brushRef="#br0" timeOffset="317">1857 6429 13493,'8'9'3044,"-2"-3"-2818,-6-6-461,0 0-305,2-1-135,1 6 675,2 0 106,1 8-52,1 3 195,7 14-249,-2-4 5,5 11 57,-4-10-62,-1 1-193,-1-1-558,4 12 278,-4-11-19,3 8-61,-6-13-1076,2 8 111,-4-8-688,1 3 2206,-5-10 0,-1-9 0,-1 0 0</inkml:trace>
  <inkml:trace contextRef="#ctx0" brushRef="#br0" timeOffset="608">1786 6834 11628,'-8'-2'2422,"3"0"-2010,5 2-171,0 0-54,30-7-150,-15 4-9,25-5-28,-23 5-269,8 0-53,-7 1-146,5-1-134,-10 1-213,0 1-311,-2 0-576,-2 0-1151,-1 1 2853,-2 0 0,-3 0 0,-2 0 0</inkml:trace>
  <inkml:trace contextRef="#ctx0" brushRef="#br0" timeOffset="1106">1952 6310 10883,'-7'-3'3646,"1"1"-3307,6 2-376,0 0-285,4 0 216,-1-1 106,5-1 115,-2 0-17,3 0-311,11-3-56,-4 0-117,8-2-175,-5 1-55,-1 0-235,-1 0-331,-1 0 1182,2-3 0,-10 6 0,2-3 0</inkml:trace>
  <inkml:trace contextRef="#ctx0" brushRef="#br0" timeOffset="1280">2047 6334 9474,'-1'-4'1330,"1"2"-912,0 2-483,7 32-2934,0-2 2999,2 16 0,-4-22 0,-4-15 0</inkml:trace>
  <inkml:trace contextRef="#ctx0" brushRef="#br0" timeOffset="1598">2333 6525 10967,'2'3'3086,"-1"-1"-4170,-1-2-339,28-6 105,-12 2-1566,20-5 2884,-16 0 0,-12 5 0,2-1 0</inkml:trace>
  <inkml:trace contextRef="#ctx0" brushRef="#br0" timeOffset="1789">2428 6667 11457,'-7'3'2837,"2"-1"-2736,5-2-1471,0 0 1252,9-3-218,-1 0-507,9-3-702,-3 0-1658,0 0 3203,2-3 0,-8 6 0,-1-2 0</inkml:trace>
  <inkml:trace contextRef="#ctx0" brushRef="#br0" timeOffset="4529">3047 6120 11975,'9'3'3738,"-1"0"-2340,-8-3-1365,0 0-430,0 7 352,0 0-2588,-1 25 1,0 5 541,1-8 340,0 7 0,-1-3 1751,1-14 0,0-11 0,0 0 0</inkml:trace>
  <inkml:trace contextRef="#ctx0" brushRef="#br0" timeOffset="4976">3095 6477 10337,'3'9'3725,"-1"-2"-3135,-2-7-1152,0 0 525,-1 4 37,-1 0 31,-2 4-31,-1 1 0,-1 2-6,-3 8-30,3-5 33,-3 6 0,3-6 3,1 0-70,-1 1 26,1-1 41,1 0-160,-2 5 91,3-6 18,-1 3-10,3-8-9,0-1-42,1-2 14,0-2 28,0-1-106,0-1 98,3-1 81,1 0 198,2-1 1,0-1-10,7-2-187,-1 1 80,5-2-80,-3 1-2,-1-1-142,1-1-120,0 0-90,-1 0-155,0-1-412,-1 1-262,0 0-460,-1 0-1226,-2 1 2867,-1-1 0,-4 4 0,-1-1 0</inkml:trace>
  <inkml:trace contextRef="#ctx0" brushRef="#br0" timeOffset="5208">3143 6620 11899,'-7'-12'2123,"1"2"-2383,6 10-217,0 0 730,-1 43-253,0-23-106,0 35-167,2-34-169,0 0-373,1 0-294,0 0-2419,1 6 3528,-1-5 0,0-4 0,-1-10 0</inkml:trace>
  <inkml:trace contextRef="#ctx0" brushRef="#br0" timeOffset="5831">3119 6953 8161,'5'13'3234,"-1"-3"-3125,-4-10 15,0 0-122,0 4 71,1-2-64,-1 3 63,1-1 46,0 0 16,-1 0-33,0 0-11,0 1-6,1 2 22,-1-1 31,0 2-39,0 1 31,0 3-22,0-2 2,0 3-20,0-4-89,0 1-5,0 0 5,0-1 3,0 1 8,0 0 50,1 1-61,-1-1 0,0 0-47,1 7 41,0-7-2,0 4-3,0-10-20,0-1 31,-1-1 33,1-1-35,1-1 2,0 0 67,0 0 78,0-1-9,0 1 116,2-2-118,0 1-70,2 0 74,5-1-138,-2 1-54,2 0-18,-3 0-10,0 1-186,1 0 167,-3-1 19,1 1 51,-2 2 31,-1 0 82,0 3 19,-1 1 114,0 0 82,0 6-118,-2-2-33,0 4 50,-1-2 215,-3 6-215,-1-2-16,-4 5-57,-1-6-8,-2 1-115,-2 0-124,-2-1-732,-10 4 2,6-6-446,-6 0-853,8-8 2153,-3-7 0,10 1 0,-1-3 0</inkml:trace>
  <inkml:trace contextRef="#ctx0" brushRef="#br0" timeOffset="6043">3119 7072 12283,'11'4'3173,"-2"-1"-2952,-9-3-143,0 0-61,11-3 36,-4 0-53,9-2-168,-5-1-260,2 0-132,0-1-196,1 0-297,0-1-681,1 0-1701,-1 1 3435,1-3 0,-8 6 0,-1-1 0</inkml:trace>
  <inkml:trace contextRef="#ctx0" brushRef="#br0" timeOffset="8321">3928 6120 12493,'9'8'3346,"-2"-1"-2920,-7-7-759,0 0 210,0 9 151,0-1-62,0 17 3,0-8 23,0 15-45,1-13-54,0 5 1,0-9-188,3 3 36,-2-6-19,2 2 17,-3-7-37,1-2-53,-1 0-454,1 1 342,-1-1-826,0 4 361,0-4 927,-1 9 0,0-9 0,0 3 0</inkml:trace>
  <inkml:trace contextRef="#ctx0" brushRef="#br0" timeOffset="9987">3762 6810 10611,'4'4'3207,"0"-2"-875,-4-2-2365,1-2-65,0 1-222,3-3 124,-1 2-47,8-5-15,-3 2-459,10-6 214,-7 5-145,2 0-195,-3 2-420,-1 0 1263,3-2 0,-6 4 0,1-2 0</inkml:trace>
  <inkml:trace contextRef="#ctx0" brushRef="#br0" timeOffset="10394">3904 6644 9802,'4'9'3223,"0"-2"-3666,-4-7 289,8-5 54,-2 3 10,7-5-47,-4 5-45,-1 1-171,3 0 272,-4 2 70,2 2 8,-5 3 3,0 2 28,-2 2 8,1 2 65,-2 1 33,-1 3-24,-1 1-18,-2 1-89,-3 1 0,-1 0 223,-4 5-100,3-7 56,-2 4 26,3-10 10,1-1 180,0-1-190,2-3-12,0 0 2,3-4-335,0-1-204,5-2-131,9-3 120,1 0-390,8-1-395,-4 1-3886,10-1 5023,-4 0 0,-4 1 0,-10 2 0</inkml:trace>
  <inkml:trace contextRef="#ctx0" brushRef="#br0" timeOffset="11213">3880 7358 10034,'-7'-9'3223,"0"1"-2556,7 8 1271,0 0-2428,4-7 339,-1 5-1,3-6 18,0 6-17,1-1 53,2 0 25,1 1-25,1-1-36,0 1-107,0 1-11,-1 0-20,0 1 76,-2 0 22,-1 0-95,-2 3-75,-1 3 344,-2 1 134,-1 4 85,-3 0-57,-1 1-44,-1 1-20,-6 7 3,2-5 143,-6 9-101,6-12-1,-1 3-33,2-7-2,2-2 19,1 0 8,0-1-97,2-2-23,-1 0-6,3-2-548,-1 0 442,4-1 394,5 0-170,1 0-36,5 0-76,10 0-291,-6-1-101,10-1-208,-10-3-285,-1-1-462,0 0-946,-3 1 2279,-2-2 0,-6 4 0,-1 0 0</inkml:trace>
  <inkml:trace contextRef="#ctx0" brushRef="#br0" timeOffset="14175">4595 6382 7002,'-5'-5'4376,"2"2"-1788,3 3-1776,-1 0-1170,4 0 195,-1 0 35,3-1 128,-2 0 100,1 1-30,5 0-184,-2 0-256,5-1-81,-2 0-135,0-1-312,1 0-564,0-2-1531,-1 1 2993,-1-3 0,-4 3 0,-1 0 0</inkml:trace>
  <inkml:trace contextRef="#ctx0" brushRef="#br0" timeOffset="14682">4714 6239 11706,'7'6'969,"-1"-1"-1006,-6-5-203,0 0 203,32-12 29,-18 8-85,25-10-5,-27 12-39,-2-1-25,-2 2-12,-3 0-53,-1 0 73,-3 1 37,-1 5 372,-1-1 251,-5 9-214,0-3 44,-7 9-255,4-7 53,-1 3-25,3-7-27,2-1-10,0-1-72,1-2-173,1 0 38,2-2-19,-1 1-607,2-3 752,3 0-19,0 0 28,3 0 93,0 1-32,2 1-52,1-1 128,2 1-84,1 0-53,2 0-81,1 0 73,-1 1-65,0 2 28,-2 0 45,-3 1 53,-2 0 20,-2 2 182,-3 1 61,-1 0 146,-3 2-63,-2 1-122,-3 1-160,-2 1 18,-6 6-1,2-5-134,-4 3-196,4-7-1286,-6 2-89,4-4 1571,-10 0 0,16-6 0,-3-2 0</inkml:trace>
  <inkml:trace contextRef="#ctx0" brushRef="#br0" timeOffset="17499">4761 6834 16374,'3'-6'818,"-2"-1"-818,-2 5-233,-2 0 85,1 2-54,-2 0-187,1 0-1022,-10 0 1069,6 0 1,-8 1 117,10 0-64,-3 2 170,3-1 48,0 1 5,2-1 20,0 0 37,0 0 2,0 1 0,1-1-2,-1 1-37,1-1 0,-1 1-8,1-1-56,0 1-98,0 0 106,2 0 3,-1-1-3,1 0-61,0-1 156,0 1 45,6 1 15,2 0 74,3 1-58,1 0-70,-2 0 0,0 0-33,0 1-32,0 1-72,0 1 48,-1 1-102,0 1-100,-2 1 129,0 1 19,-2 0 171,1 7 8,-4-4-19,1 9-11,-3-11 83,-1 2 138,0-6 8,-2 0 154,-5 3-235,2-2-89,-4 2-29,4-4 26,-1-1 83,2-1 107,1-2 66,0-1 311,0 0-449,1-2 142,-3 1-188,3-1-44,0 0-90,0 0 0,1-1-82,0-1 80,-1-2-4,1 1 3,-1-1 3,1 0 0,0 0 196,1-2-283,1-1-47,0-1-79,0 0-2,0 0 72,3-2-11,1-2-25,3-2-56,2-3-79,2 0-112,3-2-190,0-1-1300,7-8 393,-5 8-355,2-2 1878,-8 9 0,-5 7 0,-1 1 0</inkml:trace>
  <inkml:trace contextRef="#ctx0" brushRef="#br0" timeOffset="18390">4595 7572 10734,'-3'-5'2495,"0"0"-1189,3 5-797,0-1-464,1 0-90,1-2-44,0 2-37,1-1 44,-2 1 12,1 0 65,1-1-85,1 0 26,0-1-34,2-1-154,1-1-1443,9-4-2940,-5 2 2678,7-4-1484,-9 6 3441,0-4 0,-5 6 0,0-2 0</inkml:trace>
  <inkml:trace contextRef="#ctx0" brushRef="#br0" timeOffset="18805">4738 7358 11286,'3'0'2095,"0"1"-2966,-3-1 873,0 21 66,0-10-68,0 17-12,0-16-69,0-1 36,0-1-19,1 0-9,0-2-70,2-1-293,3 2 200,-1-3 26,3 0 3,-1-2 73,1-1 215,3 0-81,-2 0-6,3 0 1,-5 0 5,-1-1 75,2 2 26,-3-1-56,4 2-45,-5-2 45,1 1-45,-2-1 56,-1 1 325,0 1-101,-2 0 282,0 3-273,-1-2 173,-4 7-335,-1-5-10,-3 4-108,0-3 27,0 0-226,-7 4-326,4-3-1842,-10 4 34,10-7 2324,-4-1 0,10-5 0,1-1 0</inkml:trace>
  <inkml:trace contextRef="#ctx0" brushRef="#br0" timeOffset="19011">4738 7430 11583,'11'6'2747,"-2"-1"-2747,-9-5-341,0 0 338,13-5-59,-6 2-1030,17-7-250,-11 3-914,3-2 2256,-1-2 0,-9 7 0,1-2 0</inkml:trace>
  <inkml:trace contextRef="#ctx0" brushRef="#br0" timeOffset="20399">5047 6286 11241,'0'-4'2815,"-1"1"-1768,1 3-1503,1-3 285,0 2-106,1-3 126,2 3 151,1-1 0,1 1 0,2-1-6,1-1 6,6 1-3426,-4-1 3292,3 1-3,-6 2 30,-2-1 26,-1 1 25,-2 0-33,-1 0-38,1 0 3513,-2 0-3389,2 1 3,-2 0-44,0 1 38,0 1 6,-1 0 25,1 0 48,0 0-20,0 1-4,0 0 21,1 2 2,0 1-30,1 6 12,0-3 83,0 6-67,0-4 39,0 1-19,0 2 35,1 1-125,-1 1-19,1 8 80,-1-5-61,3 14 3,-3-13 6,1 5 153,-1-7-162,-1 0 36,1 1-36,2 9-78,-2-7 70,2 6-29,-2-8 37,1 0 0,0-1 9,0 1-4,1 9-2,-1-6 33,2 16-33,-2-17 28,0 7-37,1-1 6,-2-8 54,1 7-54,-1-9 56,0 8-48,0-7-14,1 13 4,-2-14-35,1 5 29,-1-8-1,0-1-30,1 0 39,-1 0 37,1-1-37,0 1-40,0-1 4,-1 0 30,1 0 6,1-1 9,1 5-4,0-4 7,3 10-12,-4-10-9,2 4 9,-2-6 0,0 1 0,0-1 9,-1 1 58,2 5-73,-1 1 1,-1 0 2,-1 2-6,-2-8-5,1 13-30,-1-12 7,0 9 32,0-11-49,1 1 10,-1 0 44,0-1 0,0 2 53,0-1-8,0 1-40,0 0 48,0 0-53,0-1-100,0 4 100,0-5 28,0 3-20,0-6 0,0-1 93,-1 2-98,0-2 59,-1 1 358,-5 5-269,1-5 28,-4 6 0,1-6-36,-1 0-51,-3-1-92,-2 1-238,-3-1-431,-2-1-453,-4-1-1077,-3-3-2900,2-1 5099,-8-7 0,19 5 0,-2-5 0</inkml:trace>
  <inkml:trace contextRef="#ctx0" brushRef="#br0" timeOffset="22022">2857 6334 9458,'7'13'3586,"0"-3"-3114,-7-10 855,0 0-1159,-14-4-166,9 2-4,-11-2 2,10 4-82,1-1-32,-2 1-12,1 0 19,-1 0-27,-1 1 53,-1 1 8,-1 2 20,0 2-20,1 0 28,-1 0 37,1 1-1,1-2-55,2 0 58,0-1-27,2 0 24,0-2 4,2 0 5,-1 0-6,0 1 0,1 0-38,-1 0 7,1 0-35,0 0-43,0 1 36,-2 5 79,1-3 0,-1 6 3,2-5 95,0 2-98,0 0-17,0 0-64,0 1 45,0 0 89,0 5-53,0-3-6,0 4 6,1-3 163,-1 8 36,1-4-398,-1 14 182,2-12 62,-1 14-45,1-14-81,1 7 81,0-8-12,0 1 12,2 0 65,-1 0-65,2 2-45,0-1 45,0 0 8,0-1-8,0 0 9,0 0-9,0 0 101,0-1-93,-1 1-8,1-1-53,-1 0 53,1 0 154,-1-1-154,0 1 0,1 7-70,-1-6 58,1 6 7,-2-8 2,0-1 48,4 14-51,-2-12-38,2 9 41,-3-15-6,1 4 18,-1-4 44,1 5-47,-2-5 30,1 1 26,1 7-32,0-4-38,2 10 0,-2-7-37,1 0-20,0-3 57,-2-6-54,-1-1 26,1 0 28,0 0 5,0 0-8,0 1 11,0 1 8,1 1 126,1 6-178,0-5 32,0 5-7,-1-6 19,-1-1 8,1 0-2,-1 0 8,1 3-20,0-3 12,0 3-6,-1-5 36,1 3-36,-2-2 0,2 1-33,-3-3 33,1-1 2,0 1 1,0 0 87,1 0 16,-1 1 12,1 0-46,-1 0-27,0 1 8,-1-1 1,1 1-1,-1 0-14,2 4-39,-2-3-6,1 3-38,-1-6 35,1-2-36,-1 0 1,0-2-21,1-1-94,1-2 41,1-1 37,2 0-45,2 0-106,12-3-321,0-1-2087,26-9-871,-17 3 3511,16-10 0,-30 13 0,1-1 0</inkml:trace>
  <inkml:trace contextRef="#ctx0" brushRef="#br0" timeOffset="24341">5547 6834 11614,'-2'-9'2056,"0"2"-1832,2 7-65,0 0-293,3 0-12,-1-1-61,3 1 45,-2-2 162,0 2 154,1-1 114,9-1-175,-1 0 86,8-1-171,-3 0-8,2-2-142,2 1-12,0-2-62,-1 0-93,1 1-441,7-3 181,-7 2-769,11-4 128,-15 5-2138,5-3 3348,-11 3 0,-1 0 0,-7 3 0</inkml:trace>
  <inkml:trace contextRef="#ctx0" brushRef="#br0" timeOffset="24654">5785 6620 7878,'3'2'849,"-1"-1"100,-2-1-602,39 11-277,-23-7-67,31 9-6,-33-8-5,5 3 109,-5 0 19,2 4-114,-7-1-6,-2 1 243,-2 0 32,-2 2-65,-1 1 16,-2 1-44,-2 0 73,-1 1-101,-4-1-81,-1 0-84,-7 4-278,4-6-1550,-10 7 80,9-11 1759,-4 1 0,10-7 0,2-2 0</inkml:trace>
  <inkml:trace contextRef="#ctx0" brushRef="#br0" timeOffset="24962">6142 6787 10984,'7'0'2753,"-1"0"-2493,-6 0-797,0 0 12,3-2-200,-1 1-101,2-2-4824,5-2 5650,-1 0 0,0 0 0,-3 2 0</inkml:trace>
  <inkml:trace contextRef="#ctx0" brushRef="#br0" timeOffset="25137">6332 6763 7551,'13'4'-1817,"-3"-1"1817,-10-3 0,0 0 0,0 0 0</inkml:trace>
  <inkml:trace contextRef="#ctx0" brushRef="#br0" timeOffset="25361">6499 6763 11317,'10'12'2344,"-2"-2"-2117,-8-10-1174,0 0 222,3-3-373,-1 1 1098,5-6 0,-4 5 0,1-1 0</inkml:trace>
  <inkml:trace contextRef="#ctx0" brushRef="#br0" timeOffset="27460">7023 6763 8601,'-9'-6'2413,"1"1"-1567,8 5 2246,0 0-2790,-4 0 115,3 0-425,-3-1-821,4 0 490,4-1-136,7-2 556,2 1-252,14-2-171,-8 3-73,8-2-237,-7 1-1356,8-3 177,-7 1 1831,2-1 0,-14 2 0,-4 2 0</inkml:trace>
  <inkml:trace contextRef="#ctx0" brushRef="#br0" timeOffset="27769">7142 6644 10650,'-15'-6'1627,"3"2"-1554,12 4-1470,0 0 1615,12-4-212,-3 3 41,11-3-114,10 4 3,-12 0-82,15 3 45,-21 1-44,1 4 92,-6 1 167,-2 17-32,-2-6 136,-8 22-126,-2-19 62,-12 17-109,5-17-45,-5 7-190,5-12-530,0-1-627,1-3-890,2-2 2237,-1-5 0,7-3 0,0-2 0</inkml:trace>
  <inkml:trace contextRef="#ctx0" brushRef="#br0" timeOffset="28128">7499 6239 7058,'2'12'868,"-1"-2"-874,32-21-47,-20 7-28,25-9-3,-29 10-42,-1 1 6,-1 0-236,-2 1-109,-1 0 465,-1-1 0,-1 1 0,-1 0 0</inkml:trace>
  <inkml:trace contextRef="#ctx0" brushRef="#br0" timeOffset="29255">7475 6263 7962,'3'6'1577,"0"0"-1384,-3-6 1117,0 0-993,-9 22-71,6-9-83,-7 16-54,8-14-48,0-3-61,1 0 0,0 2 54,0 0 13,1 2-62,-1 1 54,1 0 84,0 1 84,0 9-154,0-6 137,0 17-205,0-15 155,0 7-157,0-8 2,0-1 68,1 1 0,-1-1-73,0 0-39,1 9 39,0-8 25,0 14-31,-1-15 6,1 5 37,0-9-37,0 0-31,0 1 31,0-1 81,0 0-75,0 1 41,0 0 6,0 1-25,0 0-28,0 0-56,0 0 56,0 0 45,0 0-45,0-1-137,0 7 137,0-5 8,1 11-8,-1-13 0,1 6 0,0-8 6,0 0 30,0-1-38,2 9-32,0 0 34,1 0-8,0-2 8,-2-7-9,1 0-44,2 7 53,-3-6 45,2 5-40,-3-7-5,0-1 3,-1-1 3,1 0 47,-2-1-50,2 0 5,-1 2-5,0-3 3,1 2-6,-1-3 53,0-1 36,1 5-83,-1-2-6,0 2 9,-1-4-94,1 11 85,-1-8-8,1 7 0,-1-11-1,1 4 9,-1-3 9,0 2 27,0-3-36,0-1 0,0 0-36,0-1 33,0 0-6,0 0 1,0 0-48,0 0 48,0-1-46,1 0-55,0 3 109,0-2-8,2 2 5,-2-1 0,0-1-2,1 6 5,0-5 0,-1 4 0,0-6 5,-1 0 1,1 1-6,0-1 3,0 0 2,0-1 32,-1-1-32,1 0 32,-1 1 7,0 0 29,0 1-8,0 0-12,0 1-8,0 0-45,0 0-37,0 0 29,0 0-9,0 0 9,0-2-1,0 0-27,0-2-79,0-1 115,0 0 146,0 1-141,0 0 1,0 1-3,0-1-1,0 0-2,0 0 6,0 0 42,0 0-42,1 0-3,-1-1 5,2 0 29,-1 0-26,1 0 25,0 0-30,1 0-1,-1-1 60,0 1-60,1 1 60,1-1 78,4 4-99,-2-1 46,5 1-37,-4-2 3,1-1-11,0 1 53,1-1-39,5 0-373,2 0 99,0-1-46,-3 0-426,-2 0-1,-3 0-393,1 1-624,-3-1-1521,-2 1 3226,0-1 0,-2-1 0,-1 0 0</inkml:trace>
  <inkml:trace contextRef="#ctx0" brushRef="#br0" timeOffset="31249">7951 6263 10701,'13'10'4024,"-3"-2"-3649,-10-8-501,0 0-123,-3 2 159,2 0 90,-2 4-137,-2 31 199,2-17-222,-3 35-246,3-31-278,-1 7-248,2-8-583,-1 0-809,1-2 2324,-1 1 0,2-11 0,-1-1 0</inkml:trace>
  <inkml:trace contextRef="#ctx0" brushRef="#br0" timeOffset="31863">7975 6834 9690,'8'11'2192,"-2"-3"-2172,-6-8-266,0 0 156,9-1 152,0 7 27,4-2-2,-5 8-84,-5-2 148,0 7-148,-1-2 5,1 7 29,-3-5-1,1 0 14,-2 9 48,0-7 12,-4 11-38,0-13-7,-2 2 106,1-8 291,-2 1-174,1-5 298,-6 2-343,5-6-2,-3 0-34,3-2 79,-4-2-250,2-1-30,-3-2-6,4-3 6,-4-7-1,3 3 51,-2-4-11,5 4 45,2 2 16,0 0 45,2 0-42,1-2-207,0 2-215,2-6 72,0 5-277,4-8 177,1 5-29,4-4-135,-1 3-156,2-1-218,-1 0-2089,6-10 1115,-6 11 1853,3-6 0,-9 16 0,-1 1 0</inkml:trace>
  <inkml:trace contextRef="#ctx0" brushRef="#br0" timeOffset="32636">7880 7644 7321,'11'7'3929,"-2"-2"-3711,-9-5-481,0 0 254,22-18-44,-12 13-8,17-14 61,-17 18 5,0 1 51,0 1-56,0 1-19,-1 1-35,-1 3 54,0 1 48,2 5 16,-4 0 18,1 4 80,-4-2-70,-1 0-2,-1 9 0,-1-6-90,-2 6 0,0-8 126,-3 0 0,-1 0 274,-4 5-282,1-6 16,-3 5-44,2-8 75,1 0 14,0-2 301,-4 0-184,3-3-7,-2-1-65,3-3-118,0-1 84,-4-3-184,3-1 58,-3-3-58,5-2 50,2 0 8,0-1-10,1-1-54,0-1-336,0-6 201,2 4-72,-1-6-62,3 4-92,0-1-82,1-1-117,2 0-1901,6-13 1055,-1 12-509,3-7 1915,-4 15 0,-3 5 0,0 1 0</inkml:trace>
  <inkml:trace contextRef="#ctx0" brushRef="#br0" timeOffset="34642">8832 6358 11922,'-1'-15'3864,"1"4"-3517,0 11-11,0 0-336,-2-5-114,1 3-74,-2-2-1153,3 4 1190,0 14 285,-1-3-131,0 14-3,0-8-375,0 19-68,1-12-277,-1 13-1699,1-8 551,0-7-223,0 4 2091,0-6 0,0-12 0,0 2 0</inkml:trace>
  <inkml:trace contextRef="#ctx0" brushRef="#br0" timeOffset="34994">8832 6906 8307,'0'10'5371,"0"-1"-4425,0-9-2386,0 0 1432,-1 4 8,1 1 3,0 4 5,0 2-8,0 3 0,1 1-831,1 11-149,0-5-549,1 6-386,0-10 1915,-1 1 0,-1-10 0,0 0 0</inkml:trace>
  <inkml:trace contextRef="#ctx0" brushRef="#br0" timeOffset="36921">8832 7668 16665,'6'-5'-1576,"1"2"1486,-4 5 90,3 1 0,-1 2-36,10 10-9,-5-5-196,11 20 99,-12-15 142,2 11 0,-6-11 33,-2 0 236,-2 16-171,-2-12-87,-2 12 42,-4-16 26,0 0 10,-2-1 1,0-1 142,-12 7-153,7-8 80,-14 8-97,13-14 81,-6 0 16,8-4-159,-1-1-53,2-2 8,1-1-16,0-2-99,-2-7 9,3 1 112,-1-5 39,6 4 0,1-2-81,1 1-62,1-6 28,1 4 25,1-6 18,1 7-113,4-8 174,0 5-65,6-11-25,-4 12-5,4-4-90,-4 7-93,1 0-44,-1 1-622,3-2 168,-2 4-196,1-1-336,-3 5-333,0 0-501,-1 2 2153,-1-2 0,-2 4 0,0-1 0</inkml:trace>
  <inkml:trace contextRef="#ctx0" brushRef="#br0" timeOffset="38035">9570 6429 11602,'-1'9'2944,"1"-2"-2443,0-7 997,0 0-1490,0-3 1,0 2-9,3-4-115,-1 4-33,2-2-65,0 1 8,1-1 65,0 0 34,3 0-45,1-1-188,1 1-179,1-1-1935,13-1 1109,-8 2-742,8-2 2086,-13 3 0,-4 0 0,-3 1 0</inkml:trace>
  <inkml:trace contextRef="#ctx0" brushRef="#br0" timeOffset="38558">9737 6287 9312,'12'12'3192,"-3"-1"-2985,-9-11-506,0 0 145,19-11 100,-10 7 18,15-7-126,-15 9 106,-1 0 47,-1 1-72,1 1-11,-1 0-26,0 0-64,-2 0 56,-2 2-56,0 0 64,-2 6 127,-1-2 190,-2 3 55,-1-1-72,-3 0-137,-1 2 174,-1-1-29,0 0-53,0-2-47,1 0 92,-1-1 25,0 1-117,1-2-88,-1 2-91,5-3-20,-1-1 2,3-1 6,0 0-53,1-1 17,0 1 20,0 0-273,0 0 309,2 1 6,3 2 75,1-2 28,2 2-65,0-1 37,0 0 0,5 5 45,-3-2-42,3 4-3,-6-3 0,0 0 92,-2 0-8,-2 0 70,-1 0 90,-2 0 733,-2 7-759,-2-6-10,-3 6 70,-1-7-96,-1 0-48,-2 0-28,-2 0-53,-2 0-53,-1-1-307,-2 0-405,-1-2-635,0 1-1372,1-2 2719,-2-2 0,11-1 0,0-1 0</inkml:trace>
  <inkml:trace contextRef="#ctx0" brushRef="#br0" timeOffset="40122">9546 7263 7814,'-8'-6'5415,"1"1"-2880,7 5-2420,2-1-115,0 0-17,1-1-384,1 0 295,0-2-62,8-4 112,-3 2 22,6-4-64,-2 3-154,1 0-196,2-1-170,0-1-1220,11-4 293,-6 3 1545,12-8 0,-21 12 0,2-3 0</inkml:trace>
  <inkml:trace contextRef="#ctx0" brushRef="#br0" timeOffset="40462">9832 6906 10082,'2'4'4276,"-1"-1"-3231,-1-3-1045,-2-7-143,1 5-62,-1-4-878,1 7 926,0 3 157,1 1 81,-2 5-72,2-1-4,-1 2 40,1 1-36,-1 2-9,1-1-138,-1 1-322,1 0-100,0-1-280,-1 0-268,1-1-514,0 0-704,0-2 2326,0-2 0,0-4 0,0-2 0</inkml:trace>
  <inkml:trace contextRef="#ctx0" brushRef="#br0" timeOffset="40870">9927 6953 11644,'5'3'2462,"-1"-1"-3426,-4-2 883,-16 17-115,6 8 160,-8 5-163,11-2 45,6-12-174,1 3 166,3-5 36,1 2-64,2-8 24,1-2 166,1-1 278,6-3-88,-3 0 0,6-3 1,-5-2-29,1-2 163,5-9-179,-6 4 61,2-6 20,-8 4 62,-1 1 52,-3 0-19,-1 1-45,-1 0-97,-1 0 44,-2 0-224,-3 0 0,-2 0-350,-5-7 2,3 4-57,-2-5-99,5 8-228,2 0-346,1 4-633,2 1 1711,0 3 0,2 1 0,-1 0 0</inkml:trace>
  <inkml:trace contextRef="#ctx0" brushRef="#br0" timeOffset="41240">9737 7310 10390,'-7'-9'1490,"2"1"-1443,5 8 659,0 0-454,11-2 255,7-2-498,3-1 55,4-2 118,10-4-179,-11 3-290,28-10 287,-25 8-82,9-3-69,-12 4-158,-1 1-97,-3 1-137,-1 0-109,-4 2-239,-2 0-394,-3 2-285,-3 1-97,-2 1 1667,-3 0 0,-1 1 0,-1 0 0</inkml:trace>
  <inkml:trace contextRef="#ctx0" brushRef="#br0" timeOffset="41769">9856 7358 7999,'-7'-2'1697,"3"0"-614,4 2-1083,5-1 23,0 0 77,4-1-46,-1 1-43,-1 0 106,1 1-80,1 0-37,0 0 73,0 0-68,9 0 32,-6 0-37,6 0-62,-10 0-302,-2 1 120,-2 1-30,-2 1 274,-3 2 246,-3 1-55,-1 2 64,-3 1-90,-1 1-31,0 1-50,-1-1-39,1 0 28,0-2-20,3-1 129,-2-1-182,4-2-120,1 0 10,2-3-598,1 0 672,3-1 36,0 0 126,3 0 148,3 1-246,-1 1-28,4 0-90,-3 0-19,1 1 0,-1 0 109,-1 0 6,-2 1 293,-3 1-8,-1 0 110,-1 1 685,-6 4-671,-1-2-118,-4 4-160,-1-2-22,-2-1-34,-2 0-81,-1-1-2033,-15 0-22,13-4 2055,-13-2 0,24-2 0,0-2 0</inkml:trace>
  <inkml:trace contextRef="#ctx0" brushRef="#br0" timeOffset="43800">9784 7953 10356,'-4'-2'2677,"0"0"-3220,4 2 498,-32 34-109,22-19 73,-10 15 0,5 1 8,15-14 81,8 16 130,3-26 77,6 1-122,-2-6 24,1-1 208,7-1-191,-6-3 419,7-3-184,-13-1-19,0-1-47,-6 1 422,0-7-566,-2 4 541,-3-16-576,-3 15-124,-3-7-185,-5 6 59,1 4-1056,-11-7 339,9 9-428,-5-3-843,9 6 2114,-1-1 0,5 2 0,0-1 0</inkml:trace>
  <inkml:trace contextRef="#ctx0" brushRef="#br0" timeOffset="45340">10213 6406 11322,'11'0'1353,"-2"1"-1348,-9-1-195,0 0 190,16-10-36,-6 5 117,21-12-8,-15 10-73,6-3 5,-8 4 34,3-1-33,-6 3-12,2-2-55,-7 4-12,-1 1 73,-4 0-39,0 1 170,1 10-131,0-3-106,2 10 106,1-6 25,1 6-42,-1-2 17,0 5 110,-1-5 178,2 16-288,-1-10 0,1 12 126,-3-15-25,-1 0 42,0 1-17,0 1 17,0 11-106,0-7 133,-1 9-170,0-9-182,0 13 182,0-8 135,2 22-65,-1-21-70,1 11 0,-1-13-45,1 0 42,0 0 3,1-1-435,-1 1 435,0-1 6,1 0 5,-1 0 50,1-1 93,2 23-154,-1-17-317,1 16 315,-2-23 4,-1 0 57,0 0-6,1 11-117,-2-9 64,1 8 0,0-12 6,-1 7 27,0-7 396,0 5-423,-1-3-1,0-7 40,0 6-17,-1-2-19,0-5-18,1 5 299,-1-7-296,0-1 6,0 0 3,0 4-6,0-3 0,0 3-5,0-6 8,0 0-104,0 9 110,0-8-3,0 7 0,0-9 8,0 0-8,0 1-3,0-1-9,0 0-61,0-1 76,1 4 38,-1-4-38,0 3 3,0-5-4,0 0 76,0-1 9,0 0 19,0 0-64,-1 0 44,-3 4-7,-2 1 52,-4 4-44,2-4-1,-1 1-38,-2-1-54,2-2-104,-4 6 29,6-7 5,0 2 26,2-2 47,1-3 61,0 2 12,1-3-3,0 0 20,0-1 125,-3 1-72,2-1 33,-2 0-13,0-1-163,-1-2-37,-2 0-301,-2-1-1275,-10-3 338,3-1-744,-9-6-1940,8 1 3959,-3-4 0,13 7 0,-1-1 0</inkml:trace>
  <inkml:trace contextRef="#ctx0" brushRef="#br0" timeOffset="47819">11046 6906 10953,'-3'-7'1761,"1"2"-1055,2 5 756,0 0-1462,-11-3-331,11 1-100,-6-2 224,27 3-62,-4 0-725,24 0 151,-17 1-501,11 0 1344,-3 0 0,-16 0 0,2 0 0</inkml:trace>
  <inkml:trace contextRef="#ctx0" brushRef="#br0" timeOffset="48029">11046 7072 12406,'14'0'-325,"1"0"317,-3-4-264,13-1-291,-4 1-100,8-1-1899,2-2 288,-10 2 2274,8-3 0,-20 5 0,-1-1 0</inkml:trace>
  <inkml:trace contextRef="#ctx0" brushRef="#br0" timeOffset="48358">11332 6810 7943,'3'10'1506,"-1"-2"-1005,-2-8-72,32 0-40,-8 0-297,21 1 135,-20 0-162,-10 2 161,-2 1-116,0 6-38,-6-2 480,0 10-252,-5-4-172,-2 6 71,-3-3 171,-3 1-81,-13 10-289,2-5-8,-9 6-492,4-8-331,-1-1-1924,-10 7-292,11-9 3047,-10 5 0,22-17 0,1-1 0</inkml:trace>
  <inkml:trace contextRef="#ctx0" brushRef="#br0" timeOffset="49445">11903 6858 11636,'11'6'1829,"-2"-2"-1686,-9-4-1068,0 0 816,0 4 182,0 6-28,0 2-45,0 5 0,0 0-3,0 2-3451,5 10 3563,-1-6-106,3 7-3,-1-10-64,1-2 58,0-2 17,4 3 26,-4-9 117,3 2 1610,3-19-1649,-4 0 56,7-9 3327,-6 2-3346,4-14-141,-3 5-76,6-24-415,-9 16 374,2-8 36,-5 12-84,-1 4-588,0-5 93,-2 10-346,2-3-313,-2 11-557,0 1-904,0 2 2889,0 2 0,-1 3 0,0 0 0</inkml:trace>
  <inkml:trace contextRef="#ctx0" brushRef="#br0" timeOffset="49798">12165 7025 10824,'11'11'1434,"-1"-1"-1289,-10-10-36,0 0 51,0 31-160,0-19-45,0 25 45,1-28 25,1 0 59,0 0-84,0 0-128,0 1-351,0 0-230,0 0-290,0 0-488,0 0-831,-1-2 2318,0-1 0,-1-3 0,0-3 0</inkml:trace>
  <inkml:trace contextRef="#ctx0" brushRef="#br0" timeOffset="50158">12355 6906 11020,'11'1'2798,"-3"1"-2608,-8-2-55,0 0-270,3-1 1,-1 0-20,2 0 90,0 0 64,1 0 81,1 1-8,2-1 36,3 0-92,0 0-17,2 0-154,2 0-160,-1-1-782,8-1 198,-5 1-393,4-1-613,-8 1 1904,0-2 0,-7 3 0,0-1 0</inkml:trace>
  <inkml:trace contextRef="#ctx0" brushRef="#br0" timeOffset="50442">12331 7096 8884,'1'7'2004,"-1"-2"-1606,0-5 1587,0 0-1822,36-6-191,-20 3 34,30-6-6,-29 5 0,0 1-60,1-1-155,0 1-790,8-2 151,-7 2-558,5 0-483,-10 2 1895,-1 0 0,-7 1 0,-1 0 0</inkml:trace>
  <inkml:trace contextRef="#ctx0" brushRef="#br0" timeOffset="52077">13284 6310 12112,'4'2'2803,"0"-1"-605,-4-1-4040,-1-3 1596,0 7 246,0-2 187,-3 20-125,2-6-62,-2 11-238,0-9 3,1 0-166,0 0-399,-1 0-1520,-1 5 310,1-7-1101,-1 4 3111,0-8 0,2-6 0,1 0 0</inkml:trace>
  <inkml:trace contextRef="#ctx0" brushRef="#br0" timeOffset="52760">13260 6858 11437,'7'4'1975,"-2"0"-1659,-5-4-840,0 0 544,-1 7 52,0-2 72,-1 13-26,0-5-116,0 4 43,1-2-42,0-1-3,0 1-911,0 14 150,0-11-449,0 11-621,2-14 1831,3 5 0,-2-11 0,2 2 0</inkml:trace>
  <inkml:trace contextRef="#ctx0" brushRef="#br0" timeOffset="53627">13165 7501 10914,'-1'5'3167,"1"-1"-1859,0-4-1308,5-2-6,-2 1 0,5-2 1,-3 1-208,6-1-367,2-1-534,7-2 290,-2 2-419,1 1-639,-5 0-1505,-1 1 3387,2-2 0,-8 2 0,0 0 0</inkml:trace>
  <inkml:trace contextRef="#ctx0" brushRef="#br0" timeOffset="54101">13379 7358 10236,'0'4'2640,"0"0"-2558,0-4-497,5-1 418,-1 2-3,4-1-64,-3 4 10,1-1-111,0 2-70,-1 1-154,1 3 243,-3-1 90,-1 3 56,-1-2 93,-2 0-29,-2 1 135,-5 6-163,1-5 15,-6 7 13,6-9 9,-2 1-65,4-4-8,2-2-81,0 0-9,3-3-456,0-1 493,1 3 129,7 2 13,-1 0 1,6 2 19,-4-2-8,1-1-37,6 3-128,-2 0 64,0 0 146,-6 2 108,-6-3 91,0 1 41,-4-1 329,-5 6-569,-1-3-12,-6 5 17,2-5-14,-3 1-137,-1-2-81,-2 0-2062,-18 0-3851,7-4 5994,-8-3 0,21-2 0,9-3 0</inkml:trace>
  <inkml:trace contextRef="#ctx0" brushRef="#br0" timeOffset="55607">13046 6406 9256,'9'0'3156,"-2"1"-2451,-7-1 1645,0 0-2286,-12-9-64,8 6-56,-10-6-5,11 9-144,-2 0 18,0 0 64,-3 0 33,1 1-2,-6 3 92,2 0 0,-4 2-12,4-1-49,0 1 16,-7 3 3,7-3-3,-5 2 9,10-3-9,0-2 0,0 2 0,1-1-16,-1 1 52,3-2-47,-1 0-131,0 1 69,2 0 20,-2 0-8,2 0 5,0 1 34,-1 3 67,1-1-3,-1 4-58,2-2 61,0 0-28,0 2-54,0 6 73,1-3 9,-1 5 9,1-5 47,0 1-64,1 7-26,0-5 28,2 5 6,-1-6 99,2 0-99,-1 1-42,1 1 39,0 0 0,0 0-8,-1 1 8,0 0 3,0 0 62,-1 2-59,0-1 75,-1 2-78,1-1-28,-1 9 64,0-7-36,1 6 0,-1-10-36,0-1 0,1 0 10,1-1 26,-1 0 0,1-1-44,-1 0 44,0 1 148,1 7-145,-2-5 36,2 12-39,-2-13 98,1 6-95,0-8-6,-1 0-3,1-1-38,0 0 35,0 0 9,-1 0 0,1 0 51,0 0-40,0 0 6,0 1-17,-1-1-79,0 7 79,-1-6 109,1 5-109,-1-7 37,1 0-37,0 0-76,0 7 76,0-6-3,1 6-5,-1-8-3,-1 0-34,1 0 84,0 11-39,-1-9 0,0 8 73,0-11-67,0-1-4,0 0-2,0-2-2,0 0-52,0-1 18,0 0 30,-1-2-111,1 3 52,0-3 12,0 1 45,0-2-37,0-1-1,0 0 4,1 0 6,0-1 30,2 0-27,-2-1 33,1-1 53,0 0-8,0-1-45,2 1-42,1 0-182,1 0-112,2 0 47,1-1-391,3 1-720,3-2 1400,8-6 0,-11 5 0,4-5 0</inkml:trace>
  <inkml:trace contextRef="#ctx0" brushRef="#br0" timeOffset="56902">13664 6405 10312,'-1'-8'2648,"0"0"-2474,1 8 28,0 0-202,1-2 0,1 1-9,1-2-97,0 2 41,-1 0-33,0 0 26,-1 0-29,1 0-386,-1 1 503,0 3 175,1 1-135,-1 1-48,1 0-8,0-2 31,-1 1-31,1 0 0,-1 0 28,1 1-20,0 0 46,0 1 7,0 1 48,0 0 1,1 2-108,-1 0-2,0 1 51,1 5-51,-2-2 0,0 5-3,0-5-25,0 1-45,-1 0 68,1 0-68,0 1 73,0 0 61,0 1 231,0 8-214,0-4-66,-1 7-12,1-8 87,-1 0-84,0 1 67,0 17-70,0-14 0,0 13 2,0-18-2,-1 7-33,-1-7 33,1 7 3,0-9-1,1 0 26,0 0-25,0 0 3,0 7-1,0 2-21,0 6-66,0-7 82,1-3 0,0-7 9,0-1 55,1 0-64,-1 0 0,0 1 48,0-1 22,0 1 11,-1 1-14,0 7-36,0-5-31,0 13 45,0-11-42,-1 5 2,-1 0-5,-1-6-5,0 5 2,0-7 0,1-1-53,-1 7 56,1-5 0,0 5-45,1-6 40,-1-1-4,0 1 1,0-1 8,0 1 5,-1-1 1,0 0-6,-2 6 28,1-5-109,-3 9 25,3-11 47,-1 4-72,2-7-17,1 1 87,1-2 11,1 0-64,-1 9 64,0-8 61,0 7 32,-1-9-12,-1-1 106,-1-1 4,0 1-23,-1-1 22,-1 0 140,-5 2-204,2-2 0,-8 3-126,5-6-260,-3 1-126,3-4-197,0 1-1481,-5-2 154,4 1 1910,-4-3 0,11 1 0,1-1 0</inkml:trace>
  <inkml:trace contextRef="#ctx0" brushRef="#br0" timeOffset="58314">14498 7191 13313,'10'8'2692,"-1"-3"-2365,-9-5-923,0 0-185,-3 3 394,1 0-3427,-8 13 482,5-6 3332,-3 7 0,6-12 0,0-2 0</inkml:trace>
  <inkml:trace contextRef="#ctx0" brushRef="#br0" timeOffset="58996">14998 6763 13002,'2'3'2398,"0"0"-2454,-2-3-1089,-1 2 1019,1 1 126,-1 4 53,3 5-8,1 3-37,3 4-8,0 2-20,2 2 12,2 11 44,-1-9-36,2 6-36,-3-12-53,0-1 16,-1-3 67,1-3 6,-1-2 126,1-1-20,-2-4 48,1-2-2,-2-2 170,-1-2-17,2-2-118,1-3-117,2-3 28,1-3-56,5-12-42,-4 2-89,3-12 89,-5 7 64,-1-3-64,-2-1-45,0-1 45,-2-8-137,-1 12-613,1-10 103,-2 23-3934,3-5 1140,-3 14 3441,3-1 0,-4 6 0,1 0 0</inkml:trace>
  <inkml:trace contextRef="#ctx0" brushRef="#br0" timeOffset="59447">15355 6977 7568,'6'1'3248,"-2"1"-3176,-4-2 155,10 3 8,-5-1-16,9 3-130,-5-2-89,0 0-154,5 4 65,-4-1-48,1 4-34,-5-1 98,-2 0 73,-1 2 45,-2 1 11,0 6 0,-2-5 45,-2 5 134,-2-7 806,-7 7-632,3-8-48,-4 6-71,7-10-83,-1-1 8,1-1-206,1-1-4,1 0-5,3-2-947,0-1 631,5 1 89,0-2 73,11 0-244,-3-2-517,8 0-580,-1-2-1860,0-1 3355,5-3 0,-13 5 0,2-1 0</inkml:trace>
  <inkml:trace contextRef="#ctx0" brushRef="#br0" timeOffset="59729">15712 6810 11742,'6'12'2339,"-1"-3"-2095,-5-9 579,0 0-865,11-4-28,-3 2 14,10-4 22,-5 3-128,1 0-197,2 0-142,0 0-185,2 0-308,0 1-3453,6-2 4447,-6 1 0,-3 1 0,-9 1 0</inkml:trace>
  <inkml:trace contextRef="#ctx0" brushRef="#br0" timeOffset="59926">15688 6929 7240,'4'4'4211,"-1"-2"-3477,-3-2-723,3 3 95,4-2 222,2 1-93,4-2-56,0-2-167,3 1-12,1-2-418,3 1-307,0-1-566,-1 0-702,-1 0 1993,0-1 0,-9 2 0,-1 0 0</inkml:trace>
  <inkml:trace contextRef="#ctx0" brushRef="#br0" timeOffset="62361">16569 6310 10852,'3'6'2879,"0"-1"-2078,-3-5-1663,0 0-315,3-1 1087,0 4 90,10 16 0,-7-5 0,6 14 9,-8-13-362,-1 18 300,-1-15 5,-2 14 48,-2-21 92,-2 0 172,-11 8-138,0-4-124,-4 3 35,5-8 64,4-5-12,2 0 102,-1-2 577,-5-1-589,5-1-17,-5-2-19,6-2-70,1-1 25,0-2 8,1 0 3,0-1-39,2-1 31,0 1-45,1-4-101,2 2 37,1-3-297,2 2-37,6-8 224,0 4-41,4-6 103,-2 6 11,1 1-64,-1 1-505,4-3 90,-2 3-257,1-1-291,-3 5-485,-2 0-672,0 2 2229,2-1 0,-6 4 0,0 0 0</inkml:trace>
  <inkml:trace contextRef="#ctx0" brushRef="#br0" timeOffset="63119">16521 6810 10368,'3'3'1864,"0"-1"612,-3-2-3201,-3 3 627,2 0 98,-3 2 34,3 1 27,0 1-24,-1 3 30,0 6-31,-1-3 99,0 12-63,1-10-72,-1 6-2,1-6 2,-1 0 8,1 0 0,1-1 4,-1 0-10,1 6 7,0-6-9,0 3-3,0-7 0,1-1 3,0-3 3,0-1-3,0-2 8,0-2-3119,0 0 3111,0-5 0,0 3 0,0-3 0</inkml:trace>
  <inkml:trace contextRef="#ctx0" brushRef="#br0" timeOffset="66986">16331 7691 11115,'4'5'3980,"-1"-1"-1822,-3-4-2158,2-1-935,25-16 837,-10 8 37,19-10-152,-18 12-78,1 0-566,10-2 221,-6 3-1106,14-2 373,-17 4-490,6 0-1484,-12 1 3343,-2 0 0,-6 2 0,-1-2 0</inkml:trace>
  <inkml:trace contextRef="#ctx0" brushRef="#br0" timeOffset="67324">16688 7430 11090,'1'4'4033,"0"-1"-4470,-1-3-361,-3 0 700,2 2-42,-1 5-292,1 1-257,1 4-182,0 0-1668,0 6 450,1-4 2089,-1 6 0,1-13 0,-1-1 0</inkml:trace>
  <inkml:trace contextRef="#ctx0" brushRef="#br0" timeOffset="67765">16807 7477 12143,'-27'24'-336,"4"12"210,21-18-73,-1 9 9,3-12-102,2-2 155,2 0 8,2-3 12,3 1 117,0-5 409,5 1-82,-5-6 9,2-2-64,-2-2 64,1-4 45,-1-1 378,5-8-454,-5 2 297,3-11-224,-8 9-3,0-5-55,-3 7-63,-2 0-150,-1 1-32,-2 1-394,-5-4-179,2 6-1256,-5-4 88,6 10-490,-2 1-1251,2 2 3407,-2 1 0,5 0 0,-1-1 0</inkml:trace>
  <inkml:trace contextRef="#ctx0" brushRef="#br0" timeOffset="68107">16592 7787 9802,'9'6'1582,"-3"0"-1364,-6-6 146,0 0-128,10-1 116,-4 0-100,11-2-70,-5 0 26,23-7-208,-11 3-356,15-5 230,-18 5-182,1 2-252,0 0 62,-1 0-141,-1 1-133,-2 0-1342,5-1 753,-9 2 1431,1-1 1,-10 4 0,-2-1 0</inkml:trace>
  <inkml:trace contextRef="#ctx0" brushRef="#br0" timeOffset="68646">16735 7882 9082,'-1'-10'3220,"0"3"-2948,1 7-244,0 0-64,2 1-9,0-1-73,2 1 1,-1-2 19,1 1 114,7-1-16,-4 0-98,6 1-36,-4 0-3,-2 0-516,3 2 334,-4 0 0,0 2-81,-5 0 335,0 2 65,-1 0 219,-3 2-26,0 1 25,-5 0-36,0 1-36,-1-1-101,0 0 8,1-1 56,1-2 9,2-1-34,0-1-84,2-1 0,0-1-191,2 0-565,0-1 756,3 0 37,2 0 472,16 1-461,-7-2-48,11 2-6,-11-1-75,0 1-109,2 0 125,-5 1-16,1 0 81,-8 0 336,-1 1 36,-2 0 244,-2 2 20,-3-1-194,-1 2-190,-4 0-52,-1 0 142,-10 3-225,4-3-386,-17-1-272,13-4-366,-6-3-781,8-4-1994,4-2 3682,2-7 0,7 9 0,2-4 0</inkml:trace>
  <inkml:trace contextRef="#ctx0" brushRef="#br0" timeOffset="70512">16188 6548 9939,'9'10'2319,"-2"-2"-1785,-7-8 945,0 0-1350,-4-10-193,2 8-34,-3-8-227,3 10 110,0 0 19,-6 5 134,0 0 62,-5 4 0,1 0-278,-11 9 225,10-7 44,-6 7 4,13-11-230,-2 7 179,4-5 2,-2 4 54,4-4-100,2 0 125,-1 7-25,1-2-37,0 4-69,1-4 106,0 1 8,1 0-8,-1 0 6,1 0 100,-1 0-5,0 1 53,0 1-56,0-1-33,0 1-29,1 0-36,0 0-3,0 1 129,1 9-81,0-6-143,2 17 98,-3-15 20,1 8 16,-3 0 9,1-7 28,-1 7 98,0-9 31,0-1-283,0 9 72,0-7 9,0 6-73,0-9 73,1 7 68,0-6-96,3 16 28,-2-15 98,1 15-98,-1-15-90,0 7 166,-1 0-20,4 29-56,-2-20-1974,3 16 1974,-2-37 0,-1 0-61,2 8 105,-1-6-44,1 5 0,-2-7 0,0 0 96,0-1-94,0 1-2,1 12-5,-1-10-40,1 9 45,-2-14 1937,1 0-1847,-1-1-172,2 6 82,-1-4 0,1 3-44,-3-5 38,0-1 6,0-1 0,0 0 56,-1 0-48,1 0-8,0 3-72,1-3 69,-1 2-3,1-4-39,0-1 45,1 0-11,-1-1 3,0 0-73,1 0 78,-1 0-11,1 3 5,-1-3 1,2 4 8,-2-5 6,1 1 64,-1-4-70,3 3-9,0-2-280,9 2 146,-2-2-67,7 0-87,-1-3-347,4 0-800,2-1-1726,-1 0 3170,6-5 0,-16 3 0,1-2 0</inkml:trace>
  <inkml:trace contextRef="#ctx0" brushRef="#br0" timeOffset="71995">16688 7477 12095,'-3'-2'1050,"1"1"-744,2 1-306,-1 2 163,0 1-26,-1 3-92,1-1-37,0 1 0,1-2-8,-1 2-2,0-2-43,1 1 8,0-1-13,0 1 44,0-1 1,0 1-1,-1 3-39,1-2 43,0 2-4,0-2 6,0-1 0,0 1 87,0 5-54,0 0-35,0 1-1,0-3 0,0-4-42,0 0 26,0 1-18,-1-1 34,1 0-5,0-2 2,0 1 4,0 0 2,0 1 72,0 0-27,0 0-42,0 0 3,0 1-9,0-2 3,0 0 3,0-2-1477,0-1 1194,-2 0-137,2 0-238,-2 1-465,2-1 511,0 1 1,0-1-1</inkml:trace>
  <inkml:trace contextRef="#ctx0" brushRef="#br0" timeOffset="74166">16997 6406 9721,'8'8'2374,"-2"0"-1794,-6-8-281,0 0-310,1-4-232,1 3 44,1-3-56,2 3 101,0 0 288,1 0 102,8 1-236,-4-1 2,5 1 7,-4 0 27,0 0-86,8 0 5,-8 0-73,6 0 9,-11 0 28,-1 0-28,-1 1 36,-1 0-17,-1 1 54,-1 1-110,1 2 146,-1-2 6,0 3 58,1-3 51,2 7-81,-2-3-34,2 5-53,-1-4 53,-2 1 162,1 1 76,0 7-176,-1-4-57,0 6 60,-1-5-9,0 1 70,0 6-121,0-3 1,0 14 44,0-12-2,0 8 5,-1-7 28,0 0 20,-1 10 42,0-7-79,0 6-27,0-10 80,-1 0-117,1 0 93,-3 16-93,2-12 34,-1 12-31,2-18 47,1 1-50,-1 9 0,0-5 0,1 5 3,-1-7 78,1-1-8,-1 0 8,-1 0-81,1-1-3,-1 0 3,1-1 26,0-1-15,0 0 14,1 0-25,-1-1-36,1 0-9,1-1 81,0 9 1,0-6 16,0 14 11,0-13-64,-1 6 62,1-9-62,-2 1 0,1-2 8,-3 7-8,2-7-33,-1 5 33,1-7 8,1-1 48,0 1-56,0-1-53,-1 0 8,1 0 9,0 0 33,0 0-3,0 0-22,0 7 28,0-4-3,0 5-33,1-6-9,0 1 42,0 0 3,0 0 9,0 7-12,0-6 3,1 11 81,-1-12-28,0 5-53,0-8 37,0 1 36,0-1-73,0 0-31,0 0 31,0 0 89,-1-1-89,0 0-28,0 1 28,0-2 0,0 1 0,1-1 0,-1 0-11,1 1 11,0-1 0,-1 0-5,0 0 5,1-1 5,-1 0 32,1 0-1,0 0-31,0-1-5,-1 0 0,1 1 0,-1-2-8,0 1-42,1 3 41,-1-3-33,1 5-2,0-5-1,-1 2 45,1-4-3,0 0-5,0-1 2,0 2 56,0-2 222,-1 2-40,0-3 73,-2 0 87,1-1-61,-2 0-82,1 1-64,-1-1 36,-3 2-140,0-1 34,-1 1-28,1-2-26,0 0-77,-5 0-284,2-2-1024,-9 2 75,5-3-6524,-10 1 7773,7-5 0,3 2 0,7-2 0</inkml:trace>
  <inkml:trace contextRef="#ctx0" brushRef="#br0" timeOffset="78249">2000 9096 11530,'-9'-14'1946,"2"3"-1540,7 11-291,0 0 75,-31-1-187,19 4 6,-24 0 21,27 3-30,-1 2-50,-12 15-121,2 2 35,1 5 1,1 0 45,-1 7-446,-3 15 572,15-24-226,0 2 190,1 1-227,0 29 297,3-23-70,6 29-95,1-41-124,10 9 48,-4-20 73,4 1-31,-4-9-176,8-2 249,-3-2 20,7-3 417,-4-2-656,1-5 198,0-2-304,-1-2-47,-1-2 355,7-16 263,-10 11 48,4-9 6,-13 16 67,-2 1-84,-1 3-48,-1 1 3,-1 2 28,0 2-23,0 1-346,0 1-281,-1 6 566,1 4-117,-1 4 100,3 4-36,0-2-9,5 16-72,-2-11-538,3 10-224,-4-17-350,1-2-392,-2-2-689,1-2 2201,-1-3 0,-1-2 0,-1-1 0</inkml:trace>
  <inkml:trace contextRef="#ctx0" brushRef="#br0" timeOffset="78503">2167 9406 11667,'0'4'3282,"1"0"-3402,-1-4-68,19-11-154,-8 5-178,17-10-175,-12 7-101,2-1-394,2 0-658,1 0-1444,-3 2 3292,2-1 0,-10 5 0,-1-1 0</inkml:trace>
  <inkml:trace contextRef="#ctx0" brushRef="#br0" timeOffset="78991">2619 9073 10625,'4'3'2947,"0"0"-1707,-4-3-1330,-24-15-207,14 11 37,-20-11 8,20 15 65,-1 2 44,0 1-31,0 3 11,-5 8 118,5-2-44,-3 5-46,5-3 99,0 2-29,1 0-24,1 0-48,1 0 131,1 0 6,3-1-98,0-1 6,2-2-225,7 4 54,1-5 19,7 2 43,-1-5 111,3-1 6,11 1 48,-5-1-20,7 1 19,-9-2-7,-2 0-29,-1 0 39,-3 1 34,-1 1 45,1 3-39,-6-3 5,1 3 50,-6-4 23,-2 0 196,-1 0 194,-1 0-4,-2 0 370,-7 6-584,-2-1-122,-6 5-134,0-4-73,-4 1-342,-2 1-627,-2-1-548,0 0-1280,1-2 2870,1-2 0,11-4 0,2-3 0</inkml:trace>
  <inkml:trace contextRef="#ctx0" brushRef="#br0" timeOffset="79239">2976 9382 13843,'9'14'2576,"-1"-3"-2834,-8-11-1128,0 0-168,-1 6 131,0-1 1423,-1 7 0,1-8 0,0 1 0</inkml:trace>
  <inkml:trace contextRef="#ctx0" brushRef="#br0" timeOffset="80420">2952 9192 11647,'-7'-14'2980,"0"4"-2498,7 10-2918,0 0 1,0 0 0</inkml:trace>
  <inkml:trace contextRef="#ctx0" brushRef="#br0" timeOffset="82121">3928 9287 11224,'10'6'2047,"-2"-2"-1486,-8-4 1099,0 0-1909,-6-3-163,4 3-528,-7 9 842,8 3 11,-1 19 87,2-10-64,-1 9 58,3-9 0,0 1-266,3 1 48,0-2-185,2-1-78,0-2 131,0-3 177,0-2-14,0-3 193,-1-3 56,-2-3 913,1-2-616,-2-3 280,2-3-627,-3-2 39,1-4 55,-1-1 96,2-11-87,-2 5-97,1-11-12,-2 14-70,-1-1-483,0 10 30,0 2-191,0 4 565,1 2 144,1 4-9,7 10 25,-1-1 51,6 6 10,-2-4-27,2-1-45,0-1-59,1-2-58,1-2 52,-1-3 65,-1-2 62,-2-3 473,2-2-138,-6-1 173,1-3-30,-4-1-129,0-3-16,0-3-20,0-3-207,0-1 143,1-14-176,-3 4-498,0-24 363,-3 15 0,-3-13-6,-1 11-55,-2 0-26,-2-9-64,2 16-152,-1-2-276,4 19-505,0 5-709,2 3-809,0 3 2602,0 6 0,1-5 0,0 5 0</inkml:trace>
  <inkml:trace contextRef="#ctx0" brushRef="#br0" timeOffset="82444">4380 9454 10961,'12'7'2355,"-3"-2"-2615,-9-5-113,0 0 432,3 13-59,0-1 59,1 8-59,0-4 36,-1-3 17,0 0-53,0 2-151,0-1-294,-1 0-235,0 1-410,0-2-660,-1 1-1201,0-3 2951,0-2 0,0-4 0,-1-2 0</inkml:trace>
  <inkml:trace contextRef="#ctx0" brushRef="#br0" timeOffset="82746">4571 9382 10928,'8'3'3293,"-2"-1"-3069,-6-2-764,0 0 604,16-4-338,20-5-113,-3 0-532,11-2 84,-22 7-408,-1-1-571,-2 1 1814,-2 1 0,-9 1 0,-2 1 0</inkml:trace>
  <inkml:trace contextRef="#ctx0" brushRef="#br0" timeOffset="82963">4619 9501 10734,'9'2'2630,"-2"-1"-2838,-7-1 192,0 0 16,29-7-45,-14 4-353,25-7-254,-19 5-384,1-1-795,-2 0 1831,5-3 0,-14 5 0,0-1 0</inkml:trace>
  <inkml:trace contextRef="#ctx0" brushRef="#br0" timeOffset="85560">5166 9215 9858,'2'8'2918,"0"-2"-2720,-2-6-1743,0 0 1892,2 22-308,0-7 121,6 42-155,-2-28-7,4 31-544,-5-30 327,4 17 29,-3-22 72,4 7 82,-4-18 44,3 0 264,-5-10 590,3-3-472,-1-5 427,2-4-719,1-3-33,3-3 42,1-4 38,0-4-55,1-2 422,7-27-1236,-8 17 797,5-20 17,-10 24-85,0 1 1,-3 3-6,1 2-48,-2 5-822,-1 0-153,-1 7-500,0 2 102,-1 5 1421,-1 3 0,0 1 0,0 1 0</inkml:trace>
  <inkml:trace contextRef="#ctx0" brushRef="#br0" timeOffset="85864">5476 9501 9721,'10'6'2265,"-2"-1"-2150,-8-5 422,0 0-539,7 40-1,-5-26-190,6 30-314,-5-36-356,0 0-733,0-2-1842,1-1 3438,0-3 0,-2 0 0,0-2 0</inkml:trace>
  <inkml:trace contextRef="#ctx0" brushRef="#br0" timeOffset="88235">7428 9311 11317,'0'8'4377,"0"-2"-4229,0-6-58,0 0-188,-9-13-62,7 10-445,-8-10 104,9 14 154,-1 3 238,0 2 100,-1 4-144,-3 15 91,2-3-11,-1 10-151,2 6 224,1-9-109,1 9-1,1-12-321,5 6 212,-1-11 40,5 3 34,1-11 173,-2-7 98,2 0-9,-1-5 62,-1-2 12,2-2-37,-1-3-45,2-3-73,0-3 72,0-2-52,-1-1 14,0-1 39,-2-1 160,1-6-160,-4 5 87,0-11-126,-3 12-70,-2-6-6,0 13-156,0 1-513,0 6-437,-1 3 487,-1 3 407,2 1 181,-1 5 37,2 1 101,1 2-53,2 3-48,3 1-42,2 2 39,1-2-75,1 0 106,6 1-23,-5-6 132,6 0 82,-9-8 178,1-2 77,-4-2-105,0-3-108,0-2 406,8-20-477,-5 7-11,4-15-28,-7 13 9,-2-15-160,-2 6-232,-1-12 179,-1 11-107,-2 1-290,-1-8 74,1 14-212,-1-3-443,3 17-433,-1 3-751,1 4 2215,0 2 0,0 1 0</inkml:trace>
  <inkml:trace contextRef="#ctx0" brushRef="#br0" timeOffset="88683">7808 9430 8282,'9'12'789,"-3"-3"-789,-6-9-448,0 0 398,22 3-3,-12 1 50,18 2 0,-17 1-78,-1-1 36,-1 1 45,-2 1 64,-1-1 71,0 4-79,-2-1 0,0 4 61,-3 3-72,0-3 0,-4 10 19,0-10 284,-4 7 153,2-11 36,-2 0-27,3-6 0,1-2 8,1 0-48,0-2 476,1 0-1326,5-2-388,1 0 259,3-2-191,0 1-199,0-1-2458,8-2 3357,-2-1 0,-2 3 0,-5 0 0</inkml:trace>
  <inkml:trace contextRef="#ctx0" brushRef="#br0" timeOffset="89047">8165 9335 9967,'11'9'3529,"-3"-1"-3033,-8-8 833,0 0-1435,2-3-286,3 1 384,1-2 8,3 1 8,0 1-403,18-3-126,-7 0-182,14-2-283,-13 2-475,1-2-1530,-3 1 2991,1-2 0,-10 5 0,-1-2 0</inkml:trace>
  <inkml:trace contextRef="#ctx0" brushRef="#br0" timeOffset="89263">8237 9453 7705,'-7'2'3872,"1"0"-3662,6-2 31,0 0-67,30-8-348,-14 3-543,26-6-439,-20 4 1156,10-2 0,-16 4 0,3-1 0</inkml:trace>
  <inkml:trace contextRef="#ctx0" brushRef="#br0" timeOffset="89945">8713 9120 11381,'2'9'3296,"-1"-1"-3063,-1-8-1003,0 0 202,-6-3 161,5 13 524,-5-2-117,6 14-16,0-2 16,2 2 81,1 2-73,7 22-125,-3-17-9,8 18 117,-8-32-36,3 2 45,-5-12 107,0-2 120,-2-2 70,1-1 199,1-1-113,0-4-139,7-9-244,-1-2 0,4-8-73,-3 2 37,-2-2-79,0-2-84,-2-1-204,1-13 53,-3 9-166,0-8-271,-2 16-246,-2 4-479,1 5-1254,-2 4 2766,0 3 0,-1 4 0,0 1 0</inkml:trace>
  <inkml:trace contextRef="#ctx0" brushRef="#br0" timeOffset="90336">8951 9358 10065,'7'9'907,"-2"-3"-1061,-5-6-254,0 0 136,31 18 45,-19 0 227,20 8 98,-28-5 84,-5-7-45,-5 7-19,0-4-163,-10 15 112,8-16 253,-5 8-94,9-16 94,1-1 88,2-5 987,1-1-1016,3-2-379,-1 0-54,2 0-39,3-3 12,0 0-443,11-5 74,-5 3-267,6-3-3711,-3 3 2703,1-1 1725,-1 1 0,-6 3 0,-4 0 0</inkml:trace>
  <inkml:trace contextRef="#ctx0" brushRef="#br0" timeOffset="90628">9189 9382 10552,'7'2'2714,"-1"-1"-2417,-6-1-305,1-1 8,1 0 45,1 0 279,4 0-108,-1 0-37,4 0-89,1-1-54,0 0 48,9-4-84,-5 2-134,6-3-342,-4 1-219,-1-1-428,1-1-832,1 0-1813,-3 0 3768,1-3 0,-9 6 0,0 0 0</inkml:trace>
  <inkml:trace contextRef="#ctx0" brushRef="#br0" timeOffset="92098">9808 8954 10337,'5'4'3383,"-1"0"-2549,-4-4 759,0 0-2267,-5-5 326,3 4-44,-5-2 241,5 6 98,-3 3 47,-1 1-52,-2 4 55,-3 2 3,0 3-107,-2 1-19,1 1 45,-1 1-8,0 0-57,1-1 57,0-1 27,3-1-2,0-2-51,3-3 6,1-2 7,2-2-24,1-2 20,0-3 106,1 0 168,1-1-549,6-1 381,-2 0 92,5 2 149,15 7-241,-8-3-154,15 5-17,-15-5-201,2 0-135,-1 1-201,0 0-284,0 0-466,-1 1-567,-2-2 2025,2 1 0,-9-4 0,0 0 0</inkml:trace>
  <inkml:trace contextRef="#ctx0" brushRef="#br0" timeOffset="92978">9998 9025 10289,'3'11'4940,"-2"-2"-4948,-1-9-340,-3-3 54,1 3-145,-2-3-101,4 5 105,0 0 373,-1 2 62,1 3 37,-1 2 24,0 3-64,0 17-5,1-10-308,0 18 145,1-22-28,2 3 62,0-8 28,0-3 47,0-2 3,0-2 59,-1-2 154,0 0 56,-1-1 79,1 0-18,-1 0 72,1-2-192,-1-1-151,1-2 0,1-2 215,1-7-117,-1 2-42,-1-3 34,-1 5-20,-1 1-70,0 2-107,0 2-722,0 2-484,0 2 1114,0 6 126,0 1 73,-1 7-3,1-1-92,8 16 87,-3-9 8,7 9 3,-3-15-1,1-3 99,0-2 190,-1-3 34,0-3 56,-1 0 81,-1-2-19,1-3-56,-2-2 133,6-9-430,-4 1 27,3-7-47,-4 2 3,-2-2-20,0-1-53,-2-3-162,-1-1-140,-1 0-174,-1 0-21,0 1-99,0 4-1703,0 0 488,0 8-1087,0 2 2898,0 8 0,0 1 0,0 1 0</inkml:trace>
  <inkml:trace contextRef="#ctx0" brushRef="#br0" timeOffset="93262">10284 9120 9276,'5'11'3407,"0"-3"-3407,-5-8-565,0 0 646,-2 30-78,2-18 78,-1 34-81,1-32-137,0 9-426,0-12-283,0 0-655,0-1-1310,0-2 2811,0-2 0,0-2 0,0-2 0</inkml:trace>
  <inkml:trace contextRef="#ctx0" brushRef="#br0" timeOffset="93504">10427 9263 7060,'11'1'1274,"-2"-1"419,-9 0-2717,0 0 1181,-18 21-933,9-10-67,-14 16-1140,14-17 2266,-2-1 0,7-4 1,-1-1-1</inkml:trace>
  <inkml:trace contextRef="#ctx0" brushRef="#br0" timeOffset="94263">10498 9073 8856,'13'-2'4407,"-3"0"-3930,-10 2 1278,0 0-1604,0-6-53,0 5-36,0-5-17,0 6-1546,0 0 1078,0 2 306,0-1 55,0 3 28,0-4 37,0 1 0,0 1 5,0 2 74,0 0-77,1 1 1,1 0-6,0 2 0,0 0 0,0 2 19,1 5-24,0-2-96,1 4 93,0-4-110,0 7 12,0-6-41,1 5 30,-1-9 10,-1 0 60,1-3 41,-1 1 9,2-1 0,-1-2-1,0 1-2,-1-2-5,-1-2 2,0 1 3,0-2 154,0 1 488,0-1-222,0-1-98,0-2-205,2-2-44,0-3 78,2-3 29,2-10-119,-1 2-33,2-9-28,-4 4-8,0-1-267,3-13 141,-1 10-65,2-8-78,-2 15-146,0 3-61,0 4-466,-2 3-5787,-1 2 6737,-1 4 0,-2 1 0,-1 4 0</inkml:trace>
  <inkml:trace contextRef="#ctx0" brushRef="#br0" timeOffset="94671">10737 9120 8948,'2'3'1602,"-1"-1"-1300,-1-2-308,15 7-2,-10-3-45,11 7-3,-13-6-90,-1 1 101,0 1 17,-1 0 65,0 5 44,-1-3 149,-2 9-158,-1-7-4,-1 3-68,-1-5-82,-2 4 46,3-6-6,-1 1 42,4-5 336,0-2-280,3-1-3,1 0 40,2-1-32,1 0-442,5-2-436,0 1-662,4-3-618,-3 2 2097,3-3 0,-8 4 0,0-2 0</inkml:trace>
  <inkml:trace contextRef="#ctx0" brushRef="#br0" timeOffset="95058">10951 8882 9749,'12'1'2990,"-1"0"-2783,-11-1-1313,0 0 1171,5 6 44,-1-1 0,5 6-61,-2-3-48,1 1-9,1 0 9,1 0 82,0-1 88,1 0 57,4 2-118,-3-3-75,2 1-34,-7-3-92,-1-1 47,-3 1 199,-1-1 109,-2 0 25,0 0 469,-10 9-614,2-3-45,-10 9-98,2-5-694,-11 10 80,6-4-1007,-7 7-179,9-7 1800,-5 7 0,12-14 0,-2 2 0</inkml:trace>
  <inkml:trace contextRef="#ctx0" brushRef="#br0" timeOffset="96246">9903 9620 9413,'-9'-2'2164,"3"0"-1674,6 2 1194,0 0-1415,3-1-152,-2 0-111,4-2-51,-4 3-11,1-1 22,0 1-3296,11-4 3333,-1 0 42,11-3-6,-5 0-39,4 1-101,11-5 101,-5 4 81,8-3-28,-8 3-89,14-2 36,-7 2-593,28-3 621,-23 3 3049,15-2-3150,-15 3 138,-1-2 1,1 0-57,11-2-916,-1 0 0,-1 0 944,-2 0-35,-9 3 1,-1-1-540,4 0 534,8-1-34,-19 4 749,-2 1-712,8-1 8,-11 2 90,14-1-36,-19 1 11,5-1-29,-10 2 1831,-1-1-1761,3-2-49,-6 2 16,1-1 755,-8 2-746,-2 0-1238,-1 1 697,-6 1-4965,-5 1 5416,-4-1 0,3 2 0,5-1 0</inkml:trace>
  <inkml:trace contextRef="#ctx0" brushRef="#br0" timeOffset="97291">9999 9882 13569,'1'5'-740,"0"0"768,0 0-28,0 3-37,2 3 37,0 2-198,5 16-4,-1-12-322,7 15 334,-5-20 16,3 1 174,-3-8 264,0-2 7,-3-2 12,1 0-67,-2-3-54,-1-2-81,2-2-44,0-3-26,0-2-3,0-1 101,0-1-27,-2-1-21,0 0 102,0-13-158,-3 9 32,1-8 7,-2 15-44,0 4-173,0 1-233,0 4-910,0 1 1181,0 12 135,0-3-11,4 18 11,0-10-154,5 6-89,-1-8 122,0 0 48,6 3 68,-5-6-26,8 3 151,-10-9 144,3-1 100,-6-3 98,0-1 8,-1 0-81,0-2-36,1-2-101,0-3-69,5-9-122,-3 1 40,2-6-53,-3 3-43,-1-2-10,-1-1-116,0 0-339,-2-16-38,0 15-297,-1-9-588,0 20-897,0 2 2280,0 2 0,0 3 0,0 1 0</inkml:trace>
  <inkml:trace contextRef="#ctx0" brushRef="#br0" timeOffset="97572">10403 9882 8024,'8'8'3408,"-2"-2"-3282,-6-6 316,0 0-406,2 20 29,1-11 16,0 17-81,1-17-204,-1 1-169,0 0-108,-1-1-203,1 0-464,-1 0-411,0-1 1559,1 1 0,-2-4 0,0-1 0</inkml:trace>
  <inkml:trace contextRef="#ctx0" brushRef="#br0" timeOffset="97796">10546 10025 8016,'9'2'2976,"-2"0"-2956,-7-2-43,0 0-4014,-13 34 4037,6-24 0,-7 24 0,11-32 0</inkml:trace>
  <inkml:trace contextRef="#ctx0" brushRef="#br0" timeOffset="98489">10665 9811 10614,'6'7'3162,"-1"-2"-3134,-5-5-1140,0 0 1310,1 13-153,0-5-42,1 11-6,1-8-5,0 1-1,0 0 7,0 0-52,1 0 10,-1-1 41,0-1-45,0-1-114,2 1 36,-2-4 25,1-1 17,-2-3 84,0-1 515,2-1-98,0-4-299,1 0 17,0-3 0,0 0-63,0-1 26,0-6-86,-1 3-24,-1-6 10,-2 10-124,0-2-172,-1 6-2141,0 2 2506,0 6 115,0 2-182,0 4 3,0-2-3,0-1 163,4 4-155,0-2 37,3 4 11,1-5 17,0-1-3,1 0 39,1-3 48,-1 0 67,0-2 30,-1-2 119,-2 0 106,-1-1-3,-2 0-78,-1-3-113,0 0-114,1-4-90,-1-2-78,1-1-3,0-1 53,-1-3-109,0-8-140,0 4-198,-1-8-147,1 7-201,-1 1-138,2-1-354,1 3-3638,4-1 4872,-3 6 0,1 2 0,-4 6 0</inkml:trace>
  <inkml:trace contextRef="#ctx0" brushRef="#br0" timeOffset="98729">10951 9906 10163,'10'1'919,"-1"-1"-998,-9 0-218,0 0-95,7 31-2170,-1-14 818,3 18 1744,-4-24 0,-4-8 0,1-1 0</inkml:trace>
  <inkml:trace contextRef="#ctx0" brushRef="#br0" timeOffset="99140">11093 9668 9934,'10'8'2772,"-3"-1"-2529,-7-7-794,0 0 559,2 5 56,-1-1-64,2 4-5,1-1-32,0 0 29,1 2 8,0-1 6,2 1 47,-1 1-50,1 0-3,0 0 0,0 0-9,0-1 1,0 0-3,-1-1 11,-1-1 0,-1-1-6,-1 0-61,-1-2 67,-1 1 73,0-2 324,-2 5-162,-2-2 1,-1 5-82,-3-1-117,-3 1 19,-1 1-768,-20 15 15,9-8-311,-14 10-633,12-12-1475,1-2 3116,-7 1 0,17-8 0,-2-1 0</inkml:trace>
  <inkml:trace contextRef="#ctx0" brushRef="#br0" timeOffset="99990">9856 9906 8637,'8'9'1787,"-1"-2"-1423,-7-7 688,0 0-1124,-3 3 209,2 0-28,-2 2 62,2 1 2,-2 1 43,0 3 2,-2 1-153,-1 1-4,-2 2-52,-1 0 2,-1 1 42,-1 0 0,-5 5-53,4-6 0,-3 3 40,6-7-77,-1 2 4,4-4-32,-1 0-36,5-5 101,1-2 345,1 0-244,3-1-85,-1 0 38,3 0-17,-1-1 80,2 1-44,1 0-67,9 0-79,-1-1-67,17 3 38,-9 2-158,9 2 16,-7 2-173,2 1-2803,26 10 163,-22-7 3057,22 6 0,-40-14 0,0-1 0</inkml:trace>
  <inkml:trace contextRef="#ctx0" brushRef="#br0" timeOffset="101787">11474 9287 8545,'11'6'2769,"-3"-1"-1363,-8-5-1199,0 0-134,-2-1-163,1 1-308,-2-2-47,2 2 64,0 2 292,0 0 89,0 3 162,-1 3-123,0 3-33,0 3 33,1 23-42,0-12-2,4 24 41,0-27-72,7 17-3,-4-23-51,2 7 42,-4-17 48,-1-2 28,-1-2 126,1-1 12,-1-1 60,1-1 334,1-3-504,0-1 54,6-11-29,-3 4-45,2-7 37,-4 5-20,0-1 12,-1 0-29,-1 0-30,0 0-1,-2 3-5,0 1-17,0 4-263,-1 3-190,0 2-737,0 2 1078,0 7 129,2 1 0,0 10-3344,11 24 3341,-4-13-142,8 16 54,-7-24 80,1-3 8,1-3 205,3-2 78,-4-6 128,2-1 3492,-6-5-3348,-1-2 9,1-3 40,8-10-466,-4-2-26,6-8-56,-5 2 98,-1-2 20,2-15-171,-4 8-431,0-12 370,-5 11-29,-1 0-190,-1 0 101,0 2-1000,-2-5 81,1 17-820,-1-2-1509,0 18 3427,0 2 0,0 0 0</inkml:trace>
  <inkml:trace contextRef="#ctx0" brushRef="#br0" timeOffset="102347">11927 9477 8108,'9'13'4486,"-2"-3"-4036,-7-10-699,0 0 456,3 9-106,-1-3-45,3 9-50,-2-5-6,0 2 56,0 0-56,1 0-28,0 1-143,-1 0-263,1 5 90,-1-5-82,-1 3-148,-1-6-1548,1 2 226,-1-5 1896,1 1 0,-2-6 0,1-1 0</inkml:trace>
  <inkml:trace contextRef="#ctx0" brushRef="#br0" timeOffset="103565">12379 9287 11944,'0'6'2599,"0"-1"-3307,0-5 758,15-3-611,13-2 21,3 0-202,3 0-185,-14 2-375,-1 1-523,-3 0 1825,0 1 0,-9 0 0,-1 1 0</inkml:trace>
  <inkml:trace contextRef="#ctx0" brushRef="#br0" timeOffset="103801">12403 9453 10426,'-13'-2'2106,"3"0"-1725,10 2 781,0 0-1260,6-1-100,1-2 153,5 0-17,0-1 57,0 0-239,13-1-137,-5 2-1022,17-2 120,-14 3-677,6 0 1960,-8 0 0,-11 2 0,0-1 0</inkml:trace>
  <inkml:trace contextRef="#ctx0" brushRef="#br0" timeOffset="105575">12855 9192 11222,'8'10'2730,"-1"-1"-1537,-7-9-594,0 0-929,2-3-54,-1 3-708,1 4 1092,-2 3 51,0 9-389,6 25 0,1 6 78,-1-9 142,3 10 1,0-3 105,-2-24 4,6 4 53,-5-13 72,3 2 472,-5-12-211,-1-2 17,1-3-146,0-1-131,1-4-12,1-3-16,2-3-18,0-3-63,0-3 44,-1-2 28,0-2-30,-1 0-51,-2-1-196,1-8-118,-4 9-666,2-8 69,-3 17-377,1-1-632,-1 8 1920,2 0 0,-3 4 0,2 0 0</inkml:trace>
  <inkml:trace contextRef="#ctx0" brushRef="#br0" timeOffset="106032">13141 9477 7971,'4'4'2005,"-1"-2"-1910,-3-2-95,24 9 36,-15-1 26,17 6 11,-23-4-29,0-2-2,-1 1-142,-1 5 100,0-3 11,0 3 28,-1 0 34,-2-4 198,-2 7-150,-1-8-76,0 2 25,0-5-68,2-2 91,0 0 89,2-2 1531,0-1-1547,6-3-231,-1 1 29,6-2-9,-2-1-8,4-1-129,2 0-45,2-1-207,3 0-185,0 0-308,1 0-733,1 1-1311,-3-1 2971,2 0 0,-11 3 0,-1-1 0</inkml:trace>
  <inkml:trace contextRef="#ctx0" brushRef="#br0" timeOffset="106329">13403 9406 12062,'10'1'2310,"-1"-1"-1907,-9 0 253,0 0-729,7-1 36,-3 0-523,20-6 12,-8 3-261,12-4-421,-7 2-798,2-1-2356,-1 1 4384,3-3 0,-13 5 0,0-1 0</inkml:trace>
  <inkml:trace contextRef="#ctx0" brushRef="#br0" timeOffset="107011">13760 9073 10919,'11'5'2439,"-1"0"-1906,-10-5 147,0 0-893,1-3-1120,-1 3 1305,1 2 28,-2 5 3,0 12-194,1-4-268,0 8-140,1-5-210,0 0-3632,1 10 4441,0-11 0,0 3 0,-1-16 0</inkml:trace>
  <inkml:trace contextRef="#ctx0" brushRef="#br0" timeOffset="107246">13950 9001 10163,'10'12'3291,"-3"-2"-3101,-7-10-988,0 0 854,-2 22-230,1 9-296,-2 6-309,2 0-304,1-17-320,0 0-871,0-2 2274,0 0 0,0-10 0,0-1 0</inkml:trace>
  <inkml:trace contextRef="#ctx0" brushRef="#br0" timeOffset="107538">13712 9406 13196,'20'-4'569,"-1"0"-452,2 0-72,0 0-45,4-1-14,3-1-190,16-4-104,-9 2-615,10-1 335,-15 3-145,-2 1-177,-4 1-647,-4 2-543,-4 0 2100,-4 2 0,-6 0 0,-3 0 0</inkml:trace>
  <inkml:trace contextRef="#ctx0" brushRef="#br0" timeOffset="107813">13807 9573 8172,'4'4'1731,"-1"0"-20,-3-4-1658,-1 32-8,0-16 19,0 26 62,1-24-518,4 25-207,-1-19-230,1 19-428,-2-27-597,-1-3 1854,2-1 0,-3-7 0,2-1 0</inkml:trace>
  <inkml:trace contextRef="#ctx0" brushRef="#br0" timeOffset="108061">14069 9549 11225,'5'6'1458,"-2"-1"-1275,-3-5-281,0 0 160,-3 33 5,2-18-36,-2 27-249,2-18-350,1-6-319,1 5-779,1-9-1551,2-1 3217,1-2 0,-2-5 0,0-3 0</inkml:trace>
  <inkml:trace contextRef="#ctx0" brushRef="#br0" timeOffset="110112">14307 9192 10802,'11'3'2377,"-3"-1"-2035,-8-2 271,0 0-1117,-3-3 33,1 4 256,-5 8 215,4 2-31,-4 21 95,3-10-64,1 8-109,0 1 73,2-8-172,0 12 116,2-19-98,3 5 100,-1-13 26,2 0 64,-1-6 380,0-1-88,-1 0 4,1-2-68,-1-1-57,2-2 72,3-8-128,-1 1 227,5-19-208,-7 14 0,3-14-229,-6 21-182,0-1-126,-2 10-791,0 1 786,0 2 380,0 2 30,0 10-2,2-1-56,1 7 54,2-4-4,0-1-61,2 1-79,5 5 143,-2-7 3,3 2 6,-3-8 103,-1-2 118,-1-2 28,-1-2 16,-1-2 107,-1 0 102,0-1 267,2-6-478,-1 0-101,4-6-87,-3-1 9,0-1 28,-1-3-76,0-1 56,-1-14-140,-2 6-14,-1-11-488,-2-1 211,0 11-1199,0-11 289,0 22-485,0 2-1189,-1 10 2917,-1 3 0,1 1 0,-1 0 0</inkml:trace>
  <inkml:trace contextRef="#ctx0" brushRef="#br0" timeOffset="110492">14641 9454 9704,'-1'12'2845,"1"-2"-2492,0-10-463,0 0 175,0 14-18,0 1-47,0 7 0,0-6-44,0-6-138,1-1-143,-1 0-202,1 0-189,0 0-2266,0 3 2982,-1-3 0,0-2 0,0-3 0</inkml:trace>
  <inkml:trace contextRef="#ctx0" brushRef="#br0" timeOffset="111231">14926 9430 11255,'-11'-8'2650,"3"2"-2345,8 6 1168,0 0-1454,3-1-19,-1 0-428,4 0 321,-2-1-195,7-1-20,0 0-992,14-3 183,-7 3-196,8-1-639,-10 2 1966,1 1 0,-10 0 0,0 1 0</inkml:trace>
  <inkml:trace contextRef="#ctx0" brushRef="#br0" timeOffset="111446">14902 9549 9082,'-9'-1'2568,"2"1"-1916,7 0 856,0 0-1455,15-2-42,-5 1 59,13-4-70,-8 2-358,1-2-1318,10-1 131,-6 1-2022,6 0 3567,-6-1 0,-11 4 0,1-1 0</inkml:trace>
  <inkml:trace contextRef="#ctx0" brushRef="#br0" timeOffset="113596">15569 9001 11317,'4'6'2010,"-1"-1"-1791,-3-5-880,0 0 64,-8 0 488,4 0 11,-7-1-67,5 1-188,-2 2 216,1 0-143,-5 2 151,5 0-53,-2 0 0,4-1-117,-1 2 217,2-2 71,-1 1 11,2-1 45,0-1-9,0 0 46,1-1 1102,1 0-1500,2 1 316,-1 0 159,2 5-86,-1-2 0,1 4-37,-1-1 37,1 0-20,-1 2-44,1 0 173,-1 5-118,0-4 205,0 10-269,0-8-37,-1 4-19,1 2 23,0-4 33,0 5-6,-1-6 1,1 1 72,0 5-59,-1-3 146,0 11-61,0-11-88,0 5-5,-1-6 53,-1 0-16,-1 0-37,1 0-31,0 1-67,0-1 92,1 8 6,0-6-36,1 11 36,0-13 45,0 5 0,1-6-48,0 5 3,0-5 0,0 4 73,-1-6-68,0 0 40,0 0-37,0 6 68,-1-5-76,1 6 0,-2-8 53,1 2-42,-1 4-5,1-4-6,-1 5 0,0-6-73,-1-1 65,1 0 8,0-1 5,0 1 68,-1 4-78,1-4-4,-1 3 9,1-4 0,0-2-33,0 1 33,0 0 61,0 4-61,0-3-81,0 4 0,0 0 75,0-4 59,1 9 3,0-9-56,0 4 3,1-5-8,-1-1 5,0 1-3,1-1 0,-2 1 0,2-1-8,-1 0-34,0 0 45,0-1 3,1 1-42,-1 7-37,1-6 1,-1 9 77,1-11 127,0 7-67,0-5-62,0 2-9,0-3 9,0 0 84,0-1-84,0 1 9,0-1-9,0 1 59,0 0-54,0 0 99,0 0-104,0-1-39,0 1 69,0 3-30,0-4-50,-1 6 44,1-7 6,-1 2 65,1-3 78,0 3-152,0 0-27,0 0 30,0-1-39,0-4 40,0 2 5,1-1 0,1 1-3,-1-1 0,1-1-2,-1 1-4,1 0-44,-1-1-20,2 0 73,0 0 37,0 0 16,0 1 101,1-1-17,1 3-131,-1-2 100,2 4-64,-3-5-42,0 3 0,-1-4-8,-1 1-34,1-1 42,-1-1 0,0 2 2,1-2-2,1 3 102,-1-2-32,1 2-22,-2-4-15,1 1 48,0-1-16,-1 1 8,1 0-68,-1-1-2,0 2 14,1 1-17,-1-1-56,3 4 47,-2-3 9,1 2 0,-1-3 90,1 1-37,-1-1-44,0 0 63,0 1-7,1-1-62,-1 0-1,0 0 32,1 0 2,-1 1 29,1-1 142,4 8-101,-2-6-33,2 5-11,-3-6 52,0 0-49,0-1-4,0 0 12,1 0 25,3 2-98,-2-2 0,3 2 3,1 0-3,-2-1-375,7 2-118,-5-4-2075,10 0-1974,-8-2 4542,7-4 0,-13 2 0,0-2 0</inkml:trace>
  <inkml:trace contextRef="#ctx0" brushRef="#br0" timeOffset="118104">15831 9144 12798,'10'8'3632,"-3"-2"-3016,-7-6 1031,0 0-1563,0-4-31,0 3-53,-1-3-611,4 2 463,0 0-34,4-1 8,0 0-887,21-9 566,-11 6-1616,31-11 965,-29 12-422,10-3-538,-15 5-1388,-2 0 3494,-2-1 0,-5 3 0,-2-1 0</inkml:trace>
  <inkml:trace contextRef="#ctx0" brushRef="#br0" timeOffset="118461">16093 8977 9609,'2'12'5124,"0"-3"-3586,-2-9-2415,0 0-8,-2 7 922,1 1 16,-1 8-53,0 0-154,-1 4-439,-1 3-1878,-2 16-654,1-11 3125,0 14 0,3-29 0,0 1 0</inkml:trace>
  <inkml:trace contextRef="#ctx0" brushRef="#br0" timeOffset="120660">16021 9573 11359,'1'7'2652,"-1"0"-2526,0-7-274,0 0-23,3 0-89,0 0 52,2-1 118,0 1-19,0 0 36,0-1-187,6 4 212,-3 1 14,4 3 23,-6 1-123,2 14 134,-3-6 45,1 11-45,-5-11-121,0 1-5,-1-2 34,0 0 55,0 0 37,-3-1 73,-1 0 8,-2-2 101,-10 11-137,5-10 28,-6 8 0,7-11-20,1-1-17,0-1-27,1 0 47,0-2 17,0-1 44,-3 1 18,2-2 0,-2-1-34,3-1 78,-5-2-70,3 1-19,-4-2-29,5-2 118,-5-5-142,6 2-1,-3-7-42,7 7 1,0-3 2,3 3-61,0-4 72,0 3-8,1-4-45,0 4-69,1-2 32,1 0 80,1-1-4,0 0 0,2 0 1,0 0-40,1-1-36,1 1 36,7-6-45,-5 5 46,6-4-21,-7 8-62,-1 1-52,-1 0-535,2-1-756,-2 2 104,0-1-412,-1 4-347,-1 0 2125,-1 0 0,-1 1 0,0 0 0</inkml:trace>
  <inkml:trace contextRef="#ctx0" brushRef="#br0" timeOffset="122365">15855 10311 10096,'0'12'2814,"1"-2"-2372,-1-10 1681,0 0-2086,2-3 24,0 2-159,4-2 98,-2 2 6,3-1-194,20-3-106,-11 3-333,22-4 107,-21 4-800,11 0 206,-11 1-734,3-1-1560,-9 2 3408,0-3 0,-6 3 0,-1-2 0</inkml:trace>
  <inkml:trace contextRef="#ctx0" brushRef="#br0" timeOffset="122706">16235 10120 12174,'3'13'4027,"0"-3"-3745,-3-10-898,0 0-943,-2-2 1441,2 6 118,-2-2 3,2 7 103,0 6-106,0-1-260,0 6-196,0-3-449,-1 0-546,0 1-663,0-1-1265,1-1 3379,0-1 0,0-8 0,-1 0 0</inkml:trace>
  <inkml:trace contextRef="#ctx0" brushRef="#br0" timeOffset="122957">16140 10430 9774,'-2'-6'3756,"0"2"-3258,2 4-498,32-11 11,-18 6-11,27-9-6,-26 8-38,1 0-127,1-1-269,0 1-132,1 0-242,1 1-494,-1 0-350,1 1-1315,-3 1 2973,-1 0 0,-8 2 0,0 0 0</inkml:trace>
  <inkml:trace contextRef="#ctx0" brushRef="#br0" timeOffset="123419">16211 10525 8783,'-13'-2'2875,"2"0"-2401,11 2-234,0 0-357,3 0 36,-1 0 16,3 0 29,0 0-54,0 0 15,3 0 69,-2 0-112,3 0-156,-4 1-14,0 1-40,-2 1 37,-1 0 0,-1 1-12,0 0 303,-1 1 121,0 1-23,-2-1 47,1 1-24,-5 3-152,3-2-50,-1 0-20,3-3-28,0-1-17,1-2 186,6 0 133,-1-1-97,9 1-113,-3 0-38,9 1-15,-9 0-111,4 1 156,-7 1-20,-2 0 247,-1 3 37,-3-1 346,0 6-164,-5-4 44,-1 3-56,-3-2-8,-7 4-255,3-3-81,-6 2-45,6-6-126,0-1-1336,-3-1-260,4-3 1722,-3-3 0,9 1 0,1-3 0</inkml:trace>
  <inkml:trace contextRef="#ctx0" brushRef="#br0" timeOffset="124707">16497 9215 11283,'12'-1'2624,"-2"0"-2195,-10 1-1031,0 0 106,14-7 434,-7 4-75,11-5 2,-11 7-19,-2 0 65,0 1 78,-1 0 11,1 0-45,-1 1 90,1 1-17,1 2 5,-1-1-33,1 2-45,0-1-11,0 1 56,-1 0 37,0 1-34,-1 0 179,2 7-37,-4-4-2,3 9-151,-4-8 8,1 4 112,0 3-76,-1-2 136,1 5-55,0-3-117,0 1 25,-1 1-25,1 1 126,-1 3-126,0 0 0,0 2 0,-1 1 0,1 0 6,-1 0 100,0 1-106,0-1 0,0 0 54,1 1-54,0-1 0,0-1-3,1-1 148,2 9-105,0-7-35,2 15 57,-3-16 2,1 7-58,-2-9 83,0 1-83,0-1-3,-1 0 2,1 0 40,0 0-45,-1-1-36,0-1 33,1 0-34,-1 0 37,0-1 45,1 0-45,0-1-3,1 1-5,1 7-45,0-6-3381,1 7 3434,-1-10 45,-1 0-40,0 0 40,-1 0 0,0 1 89,-1 7-131,0-6 3400,-1 13-3400,0-14 5,0 12 74,0-13-49,0 5-30,-1-7 5,-1 0 37,-2 0-39,-1 6 25,1-5-31,-1 4-45,2-8 45,1-1 28,1-1-28,0 0-14,0 0 14,1-3 3,-2 2 75,1-6 48,-2 1 70,-1-1 45,-1 0-17,-2 0-84,-2 0-513,-18 3 116,8-3-326,-13 0-279,13-4-485,1 0-569,1-2-1446,2-1 3362,2-2 0,7 2 0,1 0 0</inkml:trace>
  <inkml:trace contextRef="#ctx0" brushRef="#br0" timeOffset="124932">16997 10739 14689,'11'9'1495,"-2"-3"-1515,-9-6-2388,0 0 0,0 0 0</inkml:trace>
  <inkml:trace contextRef="#ctx0" brushRef="#br0" timeOffset="128540">3262 10668 11359,'3'13'1543,"0"-3"-1608,-3-10-705,0 0 504,-1 3 266,0-1 0,0 2 28,-4 6 73,1-2-65,-2 6-2,2-4 39,-2 1-62,0 2-11,0 2-78,-2 1 78,1 0 0,-1 2 28,0 0-31,-3 11-6,3-6-44,-3 7 53,4-10 6,1 0 2,0-2-8,0-1-89,1 1 89,2-7 5,1 0 368,1-7-121,1-3 1241,-1 0-2169,10-4 783,-2 2-115,17 2-37,-8 3 0,8 2 42,-4 2-42,11 3-145,-7-1-452,19 7 80,-19-7 44,9 1-2770,4-2 1242,-16-5 2046,11 0 0,-25-4 0,-2 0 0</inkml:trace>
  <inkml:trace contextRef="#ctx0" brushRef="#br0" timeOffset="129850">3524 10787 10396,'8'11'1699,"-2"-1"-1702,-6-10-1027,0 0 1139,-1 25-5,1-13-104,0 21-81,2-18 75,0 0-5,2 0 5,3 5 3,0-5-86,5 8-57,-4-10-44,3 1 44,-4-6-19,0-2 56,0-1 8,-1-3 101,0 0 437,2-2-182,-2-2-82,1-2-19,-2-3 56,1-1-64,-1-2 53,-1-2 128,-1 0-47,-1-1 9,-1 1-71,-1 0-56,0 3-173,-2-2-269,1 6-173,-1 0-827,1 5 896,0 4 312,1 1 72,0 6 106,3 0-70,1 2-36,4 2 0,1 0 14,7 5 23,-3-6-34,11 4 195,-10-12 295,8-1-132,-10-4 20,1-2-45,-5-3-109,-1-2-11,-1-4-43,1-1-111,-1-3 47,0-11-10,-1 5-99,-1-7-155,-3 6-251,-2 0-336,-1 0-1714,-3-8 678,0 9 1778,-1-3 0,4 16 0,-1 2 0</inkml:trace>
  <inkml:trace contextRef="#ctx0" brushRef="#br0" timeOffset="130101">3976 10906 9808,'9'5'2626,"-3"0"-2626,-6-5-344,0 0 534,5 29-190,-2-15-255,4 23-280,-3-20-156,1-1-348,0 1-546,0-1 1585,-1-1 0,-2-6 0,0-3 0</inkml:trace>
  <inkml:trace contextRef="#ctx0" brushRef="#br0" timeOffset="130334">4166 11025 9796,'12'8'2700,"-3"-2"-2989,-9-6 516,0 0-263,-3 31-508,0-16-410,-3 25-659,0-25-1358,1-3 2971,-2 0 0,3-7 0,1-1 0</inkml:trace>
  <inkml:trace contextRef="#ctx0" brushRef="#br0" timeOffset="131090">4404 10739 11241,'3'-1'1535,"0"0"-2851,-3 1 1671,2 19-257,1-4-61,4 17 19,1-8-51,0 1 76,5 11-81,-4-9-154,4 6 0,-5-13 37,0-4 24,-2-4 91,1-4 1054,0-2-674,-3-4 138,0-2-210,-3-4-116,3-18-182,-1 4 45,2-15-53,-1 10-173,-1-3-51,1 1-138,0 0-52,0 0-166,1 1-1783,3-8-395,-3 11 2758,3-6 0,-6 19 0,0 1 0</inkml:trace>
  <inkml:trace contextRef="#ctx0" brushRef="#br0" timeOffset="131517">4738 10978 6655,'6'1'3914,"-2"1"-4619,-4-2 752,10 3 9,2 5-11,2-1-37,-2 3 163,-6-4-42,-1 1 17,-2 0-110,1 2 28,-2 2-27,-1 2-37,0 2-311,-2 12 101,-1-6 11,-1 7 90,-2-9 109,-1-1 3,0-2 114,0-3 567,-1 1-138,3-7 44,-1 0-72,3-6 892,1-1-1870,4-5 216,-1 2-36,5-6-120,-2 3-180,3-1-246,2-2-524,2 0-657,0 0 2007,3-3 0,-8 7 0,1-1 0</inkml:trace>
  <inkml:trace contextRef="#ctx0" brushRef="#br0" timeOffset="131951">4976 10716 7321,'3'9'3111,"0"-2"-2800,-3-7-331,0 0 157,14 3-72,-6-1-6,13 4-59,-9 0-28,0 0 28,1 1 72,6 4-35,-5-2-37,6 3 36,-7-3 26,8 3-62,-5-2 0,5 2 8,-7-3 65,0-1-73,-2 0-45,-1 0 17,-3 0 28,-3-1 238,-2 0 51,-2 0 38,-1 0 26,-1 0-34,-1 1-86,-3 1-23,-7 8-174,0-2-36,-7 6-3,4-4-260,-1 0-261,0 1-366,-1-1-384,0 1 1274,-7 4 0,13-11 0,-4 1 0</inkml:trace>
  <inkml:trace contextRef="#ctx0" brushRef="#br0" timeOffset="132401">5476 10811 11994,'4'1'2123,"0"0"-2192,-4-1-38,21-3 107,-8 2-36,18-1-297,-13 0-869,11 1 258,-7-1-420,7 1-615,-11 0 1979,-1 0 0,-9 0 0,-1 1 0</inkml:trace>
  <inkml:trace contextRef="#ctx0" brushRef="#br0" timeOffset="132613">5476 11025 11804,'45'-17'-207,"0"1"1,-3 0 0,-6 3-695,-9 3 901,8-3 0,-17 7 0,2-1 0</inkml:trace>
  <inkml:trace contextRef="#ctx0" brushRef="#br0" timeOffset="132883">5928 10668 11224,'11'5'1848,"-2"-2"-1772,-9-3-266,0 0 344,1 36-101,0-17 11,2 29 99,0-24-163,0 2-79,0 0-428,1 2-81,0-1-428,0-1-460,0 0-685,-1-5 2161,0-1 0,-1-11 0,-1-1 0</inkml:trace>
  <inkml:trace contextRef="#ctx0" brushRef="#br0" timeOffset="133134">6190 10573 11891,'4'8'1681,"-1"-1"-1581,-3-7-100,0 0-53,-3 34 45,3-15-37,-3 28 45,3-24 90,2 13-48,0-6-376,4 22-696,-2-20 106,3 11-419,-3-15 1343,0 9 0,-3-20 0,1 3 0</inkml:trace>
  <inkml:trace contextRef="#ctx0" brushRef="#br0" timeOffset="133350">6452 10954 11798,'12'7'3103,"-1"-1"-2837,-11-6-1310,0 0 89,-25 31-583,13-16-1684,-18 23 3222,16-24 0,8-8 0,-1 0 0</inkml:trace>
  <inkml:trace contextRef="#ctx0" brushRef="#br0" timeOffset="134430">8070 10811 10746,'7'6'2907,"-2"-1"-1499,-5-5-148,0 0-1039,0-3-89,-1 3-309,0-2-122,-1 2-74,0 2 9,0 1 219,-3 7 145,-2 2 0,-2 9-3,-2 0-3,-1 3-103,0 2-87,-8 11 115,5-8 19,-4 6-55,6-13 36,1-1-376,-2 4 270,7-11 8,-2 3 53,8-14 44,1-1-13,0-2 95,2 1-39,0-2 39,2 1 154,1 0-98,1-1-48,1 1 46,4 0-54,2 1-54,3 0-10,3 2 56,2 1-163,2 1-191,13 4-461,5 0 16,1 0-212,-1 0-2237,-7-3 3256,-8-1 0,-5-2 0,-12-2 0</inkml:trace>
  <inkml:trace contextRef="#ctx0" brushRef="#br0" timeOffset="134960">8308 10906 10894,'7'11'3159,"-2"-2"-3153,-5-9-794,0 0 853,4 32-32,-1-16-33,3 26-28,0-23 17,1-1-34,0-1-271,3 4 165,-2-7 142,1 2 9,-3-8 6,1-2-99,-2-3 410,3-2-163,-2-4 54,8-14-63,-6 4-63,3-11-1,-6 9-146,-1-7 63,-2 6-80,1-3-35,-2 10-91,0 2-64,-1 4-1313,1 1 1585,1 9 37,1-1 5,3 8-42,2-2-37,0 1 1,1 0-126,0-1 16,6 3 110,-2-5 36,2 1 145,-4-7 208,-3-1 428,3-4-501,-4-3 73,4-7-308,-5-1 11,2-5-48,-4-7-16,-1 5-409,-2-9-127,-1 7-391,0-2-658,0-1-1187,-1 3 2780,1-3 0,-1 13 0,1 1 0</inkml:trace>
  <inkml:trace contextRef="#ctx0" brushRef="#br0" timeOffset="135177">8761 11001 7341,'9'5'3136,"-1"-2"-2943,-8-3-5,0 0-188,-6 34-465,4-20-174,-3 26-1220,4-24 244,1-5 1615,0 4 0,0-10 0,0-1 0</inkml:trace>
  <inkml:trace contextRef="#ctx0" brushRef="#br0" timeOffset="135416">8975 11168 10202,'-6'-6'1291,"2"1"-1291,4 5-98,0 0-137,-15 30-1969,3-6 222,-7 14 1982,7-16 0,8-16 0,0-2 0</inkml:trace>
  <inkml:trace contextRef="#ctx0" brushRef="#br0" timeOffset="136422">9118 10930 11107,'8'11'2327,"-2"-2"-1977,-6-9-1252,0 0 1062,2 18-158,1-5 40,2 16-42,1-9-16,-1 2-175,0-1 20,1 1-27,-1-2-49,1-1 121,0-3-36,-1-2 97,0-3 60,0-3 5,-1-2 106,-1-3-25,0-2 37,0-1 100,1-1-10,1-3-273,5-9-92,0-2 163,10-19 58,-8 9-58,4-10 58,-6 10-61,-3 1 34,2-6-37,-4 10-65,1-1-170,-4 14-263,0 4-692,-2 1 926,1 7 264,1 2 90,2 6-45,1 2-45,2 4-70,4 10 67,-1-6-3,7 12 4,-6-18 2,4 3 310,-7-11 698,1-3-582,-3-4 462,1-1-518,-4-4-163,1-3-28,1-3-86,0-3-4,1-3-19,-1-2 11,-1-3-81,-2-1-540,0-15 35,-2 9-1917,0-20 344,0 21 2078,-1-4 0,1 20 0,0 4 0</inkml:trace>
  <inkml:trace contextRef="#ctx0" brushRef="#br0" timeOffset="136713">9570 11001 8335,'11'13'3830,"-3"-3"-4048,-8-10 184,0 0 239,0 27-205,1-11-210,2 30 11,0-26-148,1 7-143,-1-10-3268,4 12 3758,-2-11 0,0 2 0,-3-15 0</inkml:trace>
  <inkml:trace contextRef="#ctx0" brushRef="#br0" timeOffset="137095">9713 10811 11754,'7'6'2044,"-1"-2"-2044,-6-4-1356,0 0 1527,16 6-42,-6-1-104,13 5-25,-8-1-109,8 3 109,-5-2 0,5 2-28,-7-4-8,0 1-18,-2-1 18,-2 0 25,-2 0 11,-2 1 81,-2-1 165,-3 0 60,-1 6-161,-2-3 469,-9 17-496,0-11-43,-16 17-75,8-16-3,-7 7-24,8-8-91,0 0-198,1 0-108,0-1-310,2 1-590,0-1-689,2-2 2013,1 0 0,5-7 0,1-1 0</inkml:trace>
  <inkml:trace contextRef="#ctx0" brushRef="#br0" timeOffset="137600">10165 10977 11003,'-11'-13'3812,"2"1"-3796,9 12-60,0 0-38,5-2-24,-2 0 0,9-3 52,-4 3-136,11-3 47,-4 3-137,8-1-53,-5 2-244,3 0-3296,23 1 583,-19 0 3290,18-1 0,-34 1 0,0-1 0</inkml:trace>
  <inkml:trace contextRef="#ctx0" brushRef="#br0" timeOffset="137811">10165 11120 6929,'-10'0'4911,"2"-1"-4793,8 1 445,0 0-563,32-4-515,-3-3-376,20-2-657,-15 0-1381,-11 3 2929,4-3 0,-15 6 0,1-2 0</inkml:trace>
  <inkml:trace contextRef="#ctx0" brushRef="#br0" timeOffset="138142">10594 10787 11474,'9'2'3545,"-1"0"-3215,-8-2-1049,0 0 621,-2 8 196,2 0-42,-2 9-56,1 10 81,1-4-81,0 9-134,0-8 8,0 1-261,0 1-150,1 0-88,1 0-353,1 0-385,0-2-505,-1-1-1030,0-3 2898,-1-3 0,0-8 0,-1-3 0</inkml:trace>
  <inkml:trace contextRef="#ctx0" brushRef="#br0" timeOffset="138383">10808 10739 11356,'9'0'1641,"-2"0"-1641,-7 0 246,0 0-246,-2 30 81,1 1-764,-2 17 760,1-7 90,0-9-1142,1 16-215,0-11 1102,4 20 0,-3-36 0,4 3 0</inkml:trace>
  <inkml:trace contextRef="#ctx0" brushRef="#br0" timeOffset="145047">2238 12906 11720,'5'9'1773,"-1"-2"-1529,-4-7-171,0 0-381,-2-2 63,0 4 245,-2 0 3,1 7-3,-3 12-78,2-2 78,-3 11-56,3-4-34,0 14 9,1-8 72,1 10-229,1-14 232,1-1-50,1-2-171,3 6 57,0-10 7,3 3-310,2-10 210,-2-7 507,9-1-146,-5-7-70,5-3-28,-2-4-283,10-12 238,-5 1-41,14-18-418,-15 12 549,4-7 0,-9 10-68,-1 0 177,-3 1 101,1-6 53,-4 7 92,0-5-201,-4 10-56,-1 0 646,0 1-446,-1 2 270,0-2-415,0 6-38,0-1-59,0 6-376,0 2-30,-3 2-117,2 1-2,-2 1 270,2 11 154,1-2-28,0 11 28,0-3 28,0 2 8,0 3-36,0 2 118,1 15-126,0-10-713,5 23 603,-2-24-162,3 7-655,4-7-618,3-3 495,1-4-328,1-7 1386,-2-10 0,-7-3 0,2-2 0</inkml:trace>
  <inkml:trace contextRef="#ctx0" brushRef="#br0" timeOffset="145318">2714 13264 10720,'10'8'3459,"-2"-1"-3218,-8-7-1460,0 0 931,1 27-138,1-12-271,0 22-303,0-19-621,0 0-1330,-1-3 2951,1 1 0,-1-9 0,0 0 0</inkml:trace>
  <inkml:trace contextRef="#ctx0" brushRef="#br0" timeOffset="145593">2905 13073 12375,'5'10'2655,"-1"-1"-2296,-4-9-1533,0 0 1060,6-1 329,11 1-125,0-1-90,9 1-557,5-3-4,-6 0-433,10-5-557,-10 1-1854,-2-1 3405,-2-1 0,-10 4 0,-2 0 0</inkml:trace>
  <inkml:trace contextRef="#ctx0" brushRef="#br0" timeOffset="145802">2952 13311 12535,'16'-5'465,"1"-1"-465,0 1-82,2-1-296,3 0-204,1 1-334,2-1-806,2 0-1833,-4 0 3555,6-2 0,-17 4 0,2 0 0</inkml:trace>
  <inkml:trace contextRef="#ctx0" brushRef="#br0" timeOffset="146708">3762 12597 10911,'6'3'2419,"-1"0"-1875,-5-3-1066,0 0 332,-11-2 263,6 25-6,-7-8-67,10 26-64,2-12 58,0 1-84,6 11-234,2-3 88,3-3-63,1-10 89,-3-14 11,-1-4 182,1-3 406,-2-2-36,1-4-255,-2-3-98,0-4-106,1-3 106,0-2 89,2-11 1,-2 5-9,-1-6-8,-3 8-17,-2 0-53,0 3 50,-1 1-53,0 3-305,0 4-255,0 3-647,0 3 1087,0 17 170,1-3-50,3 15-92,2-7 89,4 2-70,1 0-182,2-2-534,17 8 789,-10-13 182,13 4 19,-17-17 191,-1-2 361,2-7-344,-5 0-73,2-7-8,-6 0-12,-1-3-198,-1-2-82,-1-2 171,-2-3-53,-2-2 0,0-2-154,-3-3-100,-1 0-334,-3-1-235,-3-8-12,1 13-2250,-2-5 2931,6 20 0,1 2 0,2 8 0</inkml:trace>
  <inkml:trace contextRef="#ctx0" brushRef="#br0" timeOffset="146917">4238 12668 9488,'6'13'3198,"-1"-2"-3271,-5-11-420,0 0-117,4 34-1283,3-8-1271,3 28 3164,-2-24 0,-4-13 0,-3-8 0</inkml:trace>
  <inkml:trace contextRef="#ctx0" brushRef="#br0" timeOffset="147302">3738 13240 8562,'-1'-4'3413,"1"2"-2436,0 2-725,7-3 20,-1 1 25,8-4-98,-1 1 212,17-7-321,-3 1-54,13-5 26,-6 3-26,22-9-3433,-11 5 3397,18-5-23,-28 10 1,-2 2 22,20-7-3,-19 7 0,1-1-78,-2 2 0,-1 1-337,16-4 75,-12 4 0,-2 1-189,-1 1-109,4 1-1168,-16 3 288,-8 2 2863,-3 2-1342,-7 1 0,-2 0 0,-1-1 0</inkml:trace>
  <inkml:trace contextRef="#ctx0" brushRef="#br0" timeOffset="147712">3809 13502 7834,'-7'-3'3536,"0"0"-3248,7 3-408,0 0 728,-1 26-508,1-9 1,-1 22 6,3-15-68,3 14 34,-1-7-830,1 12 757,-1-13 105,0 2-1029,2 14 386,-1-12-1762,5 19 1390,-5-27-286,2 4-338,-4-16 1534,0-3 0,-1-6 0,-1-2 0</inkml:trace>
  <inkml:trace contextRef="#ctx0" brushRef="#br0" timeOffset="147950">3904 13478 9500,'11'-3'2027,"-3"1"-2027,-8 2 182,0 0-182,4 37 53,-1-14-49,1 11 0,0 2 89,0 2-517,0 12 424,-3-14-288,0 0-387,0-1-179,1-2 854,3 16 0,-3-28 0,2 9 0</inkml:trace>
  <inkml:trace contextRef="#ctx0" brushRef="#br0" timeOffset="148473">4119 13478 10950,'9'9'1235,"-1"-1"-1241,-16 26-39,6-6 54,-6 22-9,8-18 0,1-9 36,2 0-53,0-1 17,1-2-109,1-2 0,0-2-17,0-3-448,4-2 238,-3-5 336,3-1 109,-4-4-109,2-4-36,0-3-236,2-4-128,7-15 391,-4 3 65,7-23-416,-10 17 671,0-9 14,-5 6-319,-1 10 125,-2-2-131,0 15-246,-1 4 36,0 2 748,0 8-493,0 2 57,0 7 32,0 1-114,1 3-20,2 2-20,2 0 20,0 0 0,1-1 3,0-2-3,2-2 42,4 0 123,-3-7 143,4 0 36,-5-7-117,0-2 0,-1-2-9,0-3 6,0-4-95,0-3-39,-1-3 162,3-11-244,-4 3 35,1-9-43,-3 7-127,-2-2-97,-1-1-31,0 2-260,0 2 70,0 3-3332,0 4 3777,0 8 0,-1 2 0,1 7 0</inkml:trace>
  <inkml:trace contextRef="#ctx0" brushRef="#br0" timeOffset="148676">4523 13597 9612,'4'11'1120,"-2"-2"-891,-2-9-120,0 0-419,9 24-301,-5-13-89,8 19-232,-7-20-499,-1-1 1431,1 0 0,-3-5 0,0 0 0</inkml:trace>
  <inkml:trace contextRef="#ctx0" brushRef="#br0" timeOffset="148959">4738 13264 10914,'2'12'1579,"0"-3"-1543,-2-9 409,0 0-237,-2 48-82,1-24-720,-1 40 683,4-34 12,0 2 25,2 3 8,0 0 89,1 2-828,1 3 0,0 0-190,1 4-123,-1-5 0,0-3-961,-2-11 1879,0 1 0,-2-14 0,-1 0 0</inkml:trace>
  <inkml:trace contextRef="#ctx0" brushRef="#br0" timeOffset="149190">4809 13359 2066,'13'11'3634,"-3"-2"-1016,-10-9-1966,0 0 521,5 32-1083,-1-12 170,6 30-106,-3-15 63,0 3 18,3 25-235,-4-13-56,2 17 1699,-3-21-2259,0-1-2072,4 12-207,-3-19 2620,2 9 0,-5-34 0,-1-1 1</inkml:trace>
  <inkml:trace contextRef="#ctx0" brushRef="#br0" timeOffset="150135">5356 13049 11098,'11'4'2518,"-3"-1"-2408,-8-3-727,0 0 796,19-3-143,-7 0-36,19-2-215,-10 1-130,3-2-251,2-1-2061,15-6-882,-12 4 3539,14-7 0,-30 10 0,1 0 0</inkml:trace>
  <inkml:trace contextRef="#ctx0" brushRef="#br0" timeOffset="150372">5404 13240 9964,'5'5'3476,"0"-1"-3269,-5-4-420,0 0 199,43-15-40,-21 9-993,36-12 921,-32 12-949,17-1-90,-8 2-885,9 0 2110,-7 1 0,-20 2 1,1 0-1</inkml:trace>
  <inkml:trace contextRef="#ctx0" brushRef="#br0" timeOffset="155961">7189 12073 11636,'3'9'2512,"-2"-2"-2019,-1-7 185,0 0-919,-4-3 28,3 3-355,-6 1 568,5 3 11,-4 11-84,2-3 70,-3 15-67,3-8 62,-1 15-1,2-13-170,1 15-145,2-14-1268,0 21 556,2-21-266,2 11-448,0-18-478,0-3 2228,-2-2 0,-1-5 0,0-2 0</inkml:trace>
  <inkml:trace contextRef="#ctx0" brushRef="#br0" timeOffset="156300">6904 12573 8711,'-1'-7'3780,"1"2"-3126,0 5-520,0 0 44,13-7-113,-4 2 11,13-6 67,5-2-87,-4 3-11,11-5-37,-6 4 114,3-1-168,2 1 0,1 0 46,11-3-425,-10 3 1,0 0 391,5 1-186,13-3-78,-15 5-73,8-3-213,-20 6 21,-4 2-256,-4 0-1568,0 2 569,-7 0 1817,-1 1 0,-7 0 0,-1 0 0</inkml:trace>
  <inkml:trace contextRef="#ctx0" brushRef="#br0" timeOffset="156908">6951 12906 7814,'-2'-1'1526,"0"0"3,2 1-1456,24 32 27,-13-20 10,19 24-49,-20-29 104,1 3-128,-3-4-32,0 1 32,-5-3 27,0-2-2,-1 0 148,0-2 288,-1 0-688,-1-6 184,0 0-67,-6-14 127,0 6-35,-14-21-19,8 14-392,-11-20 487,13 22-172,-4-14 211,8 16-134,1-4-89,3 10 89,2 2 0,-1 2 492,1 2-495,0 2 213,1 1-219,0 0 1,1 0-45,2-1 53,2 0 67,1 0 140,11-4-98,-2 1-11,8-3 20,-6 3-28,3-1-18,0 0-24,1 0-40,1 0 40,0 0 22,0 0-5,0 1-65,-2-1-883,11-2 447,-13 4-144,6-3-156,-14 5-502,-2 0-495,0 0 1733,-1 0 0,-4 1 0,0 0 0</inkml:trace>
  <inkml:trace contextRef="#ctx0" brushRef="#br0" timeOffset="157138">7189 12740 8382,'8'3'1641,"-2"-1"-1506,-6-2 920,0 0-1049,2 34-6,0-17-165,2 27-390,0-26-318,0 0-133,-1 0 1006,0 7 0,-1-13 0,-1 3 0</inkml:trace>
  <inkml:trace contextRef="#ctx0" brushRef="#br0" timeOffset="157384">7404 12740 12109,'8'1'2652,"-1"0"-2433,-7-1-1087,0 0 865,-6 35-70,3-16-212,-5 30-85,7-25-247,0 0-452,1 0-541,0 0-1156,2-3 2766,1 2 0,-1-13 0,0-1 0</inkml:trace>
  <inkml:trace contextRef="#ctx0" brushRef="#br0" timeOffset="158162">7285 13430 12252,'-3'-4'2568,"2"1"-2291,1 3-1189,-4 7 777,3 0 133,-2 8-91,3 0-176,0 11-227,1-4-218,1 6-529,1-9 1243,4 11 0,-4-17 0,1 5 0</inkml:trace>
  <inkml:trace contextRef="#ctx0" brushRef="#br0" timeOffset="158422">7142 13716 8198,'2'9'2480,"-1"-3"-1981,-1-6 646,0 0-1047,39-15 140,-8 3-104,25-9-61,-19 8-615,-8 5 542,2-1 44,0 1-69,1 0 25,1 0-395,1 0-31,-1 1-263,-1 0-165,-3 1-439,-3 2-497,-5 0 1790,-3 1 0,-10 2 0,-1 0 0</inkml:trace>
  <inkml:trace contextRef="#ctx0" brushRef="#br0" timeOffset="158978">7166 14026 6574,'0'7'2884,"0"0"-2702,0-7-118,0 0 118,11 30 218,-1-16-198,7 21 42,-4-25-144,-5-4-35,-1-1 97,0-2 57,-1 0-1,-1-2-8,-1 0-20,-1-1 9,0 0-36,-1-1-119,1-2-44,0-5-53,-1 0-101,0-5-36,-1 1 36,-1 0-129,-1-1-106,-3-10 114,0 4-187,-6-17 317,5 14 145,-1-6 45,5 8 145,0 2-53,1 2 82,0 3-29,1 1 373,2 1-373,-1 5-145,0 0-154,0 4-28,-1 1 100,1 1 37,0 0 137,5-1-83,0-1-18,4 1 73,1-1-28,1 1-8,2-2 36,1 1 82,7-2-127,-4 1 54,10-1-118,-11 2 36,3 0 26,-6 1 39,8-3-48,-5 1-53,5-2-59,-5-1-143,2-2-730,11-7 322,-7 2-947,16-11 644,-19 11-655,3-2 1568,-13 7 0,-6 4 0,-2 2 0</inkml:trace>
  <inkml:trace contextRef="#ctx0" brushRef="#br0" timeOffset="159225">7427 13954 9665,'-1'-10'1529,"0"3"-1230,1 7 152,0 0-423,-5 30-146,2 1-282,-3 13-126,4-10-376,1-14-366,-1-1-659,1-2 1927,0 1 0,0-10 0,0 0 0</inkml:trace>
  <inkml:trace contextRef="#ctx0" brushRef="#br0" timeOffset="159455">7594 13907 12493,'11'12'1848,"-2"-2"-1946,-9-10-190,0 0 288,-3 30-92,0-13-6,-1 26-280,1-19-65,0 0-1291,0 11 24,1-8-1348,-1 5 3058,3-9 0,-1-13 0,1 0 0</inkml:trace>
  <inkml:trace contextRef="#ctx0" brushRef="#br0" timeOffset="161107">6975 15002 10984,'-5'-5'2366,"1"2"-2069,4 3 1137,0 0-953,-4 0-338,4 0-499,1-2 124,3 1 134,3-2 98,0 1-232,12-3-54,0 0-775,23-8 220,-13 3-256,12-4-522,-13 3-1105,-3 1 2724,0-1 0,-14 5 0,0 1 0</inkml:trace>
  <inkml:trace contextRef="#ctx0" brushRef="#br0" timeOffset="161644">7356 14669 11000,'12'2'2661,"-2"1"-2193,-10-3-1779,0 0 975,2-3 308,4 2-31,7-2 14,0 2-64,2 1-90,-5 0-11,0 0 28,-2 0 28,-1 0 8,-3 0-16,-1 0-3,-1 0-261,-1 1 426,-1 2 255,-4 3-137,0 1 173,-9 8-244,2-4-47,-5 5-2,3-4-63,0 0 20,1-1 40,1-2-60,2-1-35,1-1 91,4-2-44,1-1-11,3-3-102,0 0 166,4-1 292,0 0-155,4 0-28,0 0-45,2 0-64,6 0-56,-3 0 56,5 1-44,-5 2 35,1 1-36,-2 0 9,-2 2-48,-1 0 59,-4 0 25,-2 1 190,-2 1-64,0 0-61,-3 0 61,-2 2-126,-3 0-146,-3 1-324,-2 0-233,-1 0-1750,-9 4 415,5-5 1190,-8 4 0,17-10 0,-1 0 0</inkml:trace>
  <inkml:trace contextRef="#ctx0" brushRef="#br0" timeOffset="161896">7237 15050 8245,'8'11'2534,"-2"-3"-1963,-6-8 328,0 0-781,34-5-45,-16 0 27,29-5-46,-22 1-54,1-1-28,3 0-340,1-1 97,1 0-194,-1 1-269,0 0-369,-2 3 1103,14 0 0,-23 3 0,7 1 0</inkml:trace>
  <inkml:trace contextRef="#ctx0" brushRef="#br0" timeOffset="162528">7213 15502 7212,'1'12'1789,"-1"-2"-1607,0-10 966,0 0-1064,32 16-11,-19-12 61,27 13-97,-28-17 55,0 1-2,-2-1 30,0 0 152,3-7-219,-6 2 56,3-7-53,-6 4-50,-1 0-6,-1-1-191,-2-1 102,1 1 89,-2-2 0,-1-1-107,-2-1-21,-2 0 32,-1-2 96,0-1 56,0 0-56,0-1 45,2 0 347,-1-6-185,2 7-13,-1-4 77,3 11 118,0 2 118,0 2-507,0 3-171,0 1-537,2 1 420,3-1 288,0 0 2,4-1 52,0 0 83,2-1-3,1 0 45,14-3-89,-8 2 2,11-2-30,-11 3 2,-1 1 107,8-2 73,4-1-197,1-2 60,11-7-107,-15 5-11,15-9-87,-17 7-101,6-1-28,-12 4-109,-3 2-636,1-1 401,-5 3-204,-1 0-191,-5 3-112,-2 0 0,0 1 0</inkml:trace>
  <inkml:trace contextRef="#ctx0" brushRef="#br0" timeOffset="162752">7499 15335 8088,'4'2'2462,"-1"-1"-2034,-3-1-355,1 31-73,0-15 19,1 25-19,0-23-254,0 0-894,1 7 98,-1-6-473,1 5 1523,-2-11 0,0-5 0,-1-4 0</inkml:trace>
  <inkml:trace contextRef="#ctx0" brushRef="#br0" timeOffset="162973">7642 15335 10561,'8'8'2122,"-1"-1"-2122,-7-7 73,0 0 36,1 40-168,-1-20-246,1 33-95,0-31 400,5 18 0,-3-23 0,2 11 0</inkml:trace>
  <inkml:trace contextRef="#ctx0" brushRef="#br0" timeOffset="164845">6594 12573 6719,'8'6'3668,"-1"0"-3041,-7-6 1703,0 0-2077,-17-10 125,8 5-272,-11-6-39,9 6-156,3 2-57,-3 1-114,-3 1 125,1 2 46,-5 2-35,-5 6 124,6 0 3,-7 4 95,9-3-92,1 1 33,-4 3-84,6-4-9,-2 3 18,8-6 33,1 0 0,2-1-2,0 0-4,2 2-27,-2 4 36,2-1 0,-2 11 90,2-7-34,-1 6-56,2-4-82,0 2 46,0 1-17,0 11 170,1-6-111,1 7-6,0-8-3,1 0-14,2 12 17,-2-9 0,2 9-2,-3-11 38,1 12-27,-1-9-9,-1 8-12,0-11 12,-1 0 12,0 0-12,0 0-9,0 1 9,0-1 32,0 0-32,0 1 39,0 12 6,0-8-760,-1 20 715,-1-20 31,-1 9-31,2-12 0,-1 0 48,-1 13-48,1-9-65,-1 31 60,2-31-543,0 27 548,2-32 0,-1 8-3,2-11 0,-1 1-51,1 21 51,-1-15 3,1 15 6,-1-20 76,0-1-82,0 2 567,0-1-604,1 11 94,0-8-63,0 20-34,1-19 37,-1 9 3,0-11-8,-1 1-29,1 1 57,0 0 302,0 0-342,0 1 20,0 0-3247,2 13 3247,-1-9-40,1 9-278,-1-13 318,1-1 28,0-1-34,5 24-375,-3-19 381,4 17-37,-4-23 3041,0-2-2998,0 2-6,2 10 0,-2-8 39,4 19-74,-3-21 29,2 9 6,1 0 79,0 2-88,1-1-27,-2-3 30,1-2 6,-3-8 638,3 7-638,-3-10 84,1-1-78,-1 1-6,0 0 20,4 20 42,-4-15-200,5 23 119,-8-26 19,3 6 3,-3-10 97,2 8-94,-1-8-3,3 12-3,-4-13 0,2 4 8,-2-8 37,-1 0-45,1-1 633,-1 0-633,1-1 82,-1-1-29,2 0 11,-1-1-58,3 4-6,-2-3 8,3 3 45,-3-6 28,1 1 37,6 2-146,-4-4 25,4 0-5,-4-6-54,1-1-145,4-1-163,3-2-129,3-4-1886,18-13-564,-10 5 2949,18-15 0,-31 20 0,3-3 0</inkml:trace>
  <inkml:trace contextRef="#ctx0" brushRef="#br0" timeOffset="166715">7856 12383 9304,'10'0'3586,"-2"1"-2843,-8-1 534,0 0-1386,-2-6-43,2 5-296,1-6 197,3 6 153,9-2-28,-3 1 120,6 0-25,-1 1-120,0 1 148,-1 0-120,-2 0 123,-1 0 0,-3 0-28,-2 1 22,-1 0-31,-1 0 20,-1 0-36,-1-1-28,-1 1-126,0 0 98,-1 1-9,1 0 28,-1 2 90,0 0 0,0 3 143,0-1-90,0 2-53,0 1-72,0 1 72,0 1 67,1 5-67,0-3-81,2 5 81,0-4-12,0 1 40,0 1-28,1 1 0,-1 0 0,1 2 112,-1 2-30,0 2-82,0 1 0,0 3 0,1 0-3392,0 2 3389,1 1 28,0 1-69,1-1 136,0 2-92,0 0-56,3 15 95,-2-10-546,4 27 524,-5-26-11,1 10-6,-2-14 3323,-1-2-3334,2 16 11,-2-12-253,2 11 306,-2-14-44,1-1 36,0 2-37,1 13-8,-1-10 47,1 11 23,-3-14 149,-1-1-214,-1 0 54,0 0-53,0 13-6,-1-11-50,2 21 14,-1-24 27,4 20-64,-3-24 9,3 9 64,-3-13 424,1 1-379,-2-1 8,1 0-8,-1 10-40,0-9 1,1 19 14,0-18-20,2 7-28,-2-10 28,1-1 8,0 1 931,0-2-934,1 1 40,-1-1-14,0-1-28,-1 0-3,-1-1 64,1 1-55,-1 0-4,-1 0 1,1 1-6,-1 0-45,0 0 107,0 18-26,0-13-39,0 13 6,0-19 0,0-1 0,0 1 86,-1-1-80,0 0-1,0 0-8,-1 1-84,-1 17 48,0-12 36,0 13 8,2-16 28,0-1-44,0 21 14,1-15-6,0 15-37,0-22-5,0 8 45,0-7 78,1 6-81,0-9-81,0 6 81,0-5-67,0 18 84,0-12-17,1 4-9,-1-8 9,-1-7 3,0 0 59,0 6-62,0-5 0,0 4-17,0-6 14,0-1 3,0 0 3,0 4-12,0-3 7,0 2-108,1-4 102,1 4 8,0-3-98,2 8 132,-1-8 36,1 8-168,-2-9 95,1 3 3,-2-6 98,-1-1-25,1 0 33,-1 0-61,0-1 0,0-1-9,0 0 205,-1 3-132,-1-2-101,-2 3-2,-1-2 84,-5 4-88,3-4-2,-4 4-492,-2-3 150,3-3-187,-3 2-404,2-5-918,-1-1 1851,-4-5 0,8 3 0,-3-3 0</inkml:trace>
  <inkml:trace contextRef="#ctx0" brushRef="#br0" timeOffset="171097">10117 12740 11149,'6'10'2750,"-1"-2"-2184,-5-8-289,0 0-750,-2 6 534,2 1-2,-1 8-53,5 12-6,0-4-12,5 25 68,-3-16-1020,6 28 967,-6-24-3,2 12 0,-3-16-135,-1 0-117,1-2 28,0-2 17,-1-2-3082,1-3 3037,-1-2-154,-1-2-56,1-3 203,-2 0-287,0-6-154,-2 1-322,0-7 2927,0-1-1905,-2-1 0,2-1 0,-2 0 0</inkml:trace>
  <inkml:trace contextRef="#ctx0" brushRef="#br0" timeOffset="171641">10260 12787 8371,'10'4'3489,"-3"-1"-2999,-7-3-442,0 0-320,-5 0 208,3 10 120,-4-3 151,4 16-70,2-8-3,0 9 40,0-3-166,0 4 34,0 19 51,1 6-1018,-1 2 995,2-3-70,-1-15-207,1-2-473,2 9 262,-1-12-35,2 6-813,0-11 345,-1-8-2080,0 2 3001,-2-12 0,0-1 0,-2-5 0</inkml:trace>
  <inkml:trace contextRef="#ctx0" brushRef="#br0" timeOffset="172284">10427 12883 10648,'9'4'3117,"-2"-1"-3028,-7-3-1081,0 0 558,-2 1 392,1 3 37,-1 3 2,2 3-50,0 4 53,0 3 17,1 13-17,1-5-45,1 8 45,1-10-3,0 0-215,1-2 10,0-3-447,2 4 412,-1-8-231,2 4 264,-4-12 210,1-1 210,-2-4 62,-1-1 2,1-2-38,1-5-192,-1-1 276,4-14-158,-3 5-72,0-8-90,-2 5-3,-2 1-53,0 0 47,0 3-35,0 3-183,0 5-174,1 2-145,-1 4 37,0 2 335,1 3 174,0 3 53,2 4 141,0 4-186,1 3-11,5 12-5,-3-7-12,7 16 20,-5-19 174,3 4-9,-3-11 25,1-3 564,1-3-318,-2-3 18,0-2-84,-3-3-116,0-3-83,2-4-8,-1-4-74,1-3 21,0-3-65,-1-3 64,-1-2-151,-1-17-185,-3 8-1016,0-25 988,-2 27-199,0-6-181,-1 19-583,0 7 1218,0 4 0,1 4 0,-1 3 0</inkml:trace>
  <inkml:trace contextRef="#ctx0" brushRef="#br0" timeOffset="172663">10737 13025 7708,'12'11'680,"-2"-2"-736,-10-9-291,0 0 434,34 15-87,-24-5 67,25 14-14,-33-10 48,0 1 529,-1 10-367,0-9 20,-2 7 630,-3-10-586,0-3 228,-2 4-385,3-7-133,0-1-34,1-4 19,2-1-168,2 0-80,1-2 217,2 0-1228,11-8 360,-3 3-646,7-5 1523,-5 3 0,-9 5 0,1-1 0</inkml:trace>
  <inkml:trace contextRef="#ctx0" brushRef="#br0" timeOffset="173074">11022 12668 10734,'7'12'3000,"-1"-2"-2558,-6-10-1397,0 0 1317,-7 22-264,5-6-62,-5 22 107,6-8-1308,0 3 1165,0 3-3,1 2-53,0 1 64,0 19-2,0-14-873,1 14 867,0-19-695,2 0 550,0-2 534,0-1-645,1-2-4,-1-3-20,1-2-73,-1-4-246,1-2-20,0-3 747,-1-4-2892,2 0 1743,-2-8 1021,1-1 0,-3-5 0,0-2 0</inkml:trace>
  <inkml:trace contextRef="#ctx0" brushRef="#br0" timeOffset="173406">11093 12692 10816,'7'0'3419,"-3"1"-3732,-4-1-138,0-2 451,0 10 143,1 1-34,4 25-73,-1-6-609,9 33 573,-5-19-814,3 14 823,1 5 72,-3-14-81,2 14-3,-4-20-70,0-1-215,0-2-353,1 11 226,-3-15-946,4 17-78,-5-27-1327,2 3 2766,-3-14 0,-1-7 0,0-2 0</inkml:trace>
  <inkml:trace contextRef="#ctx0" brushRef="#br0" timeOffset="174058">11331 12978 11250,'-6'-2'2977,"2"1"-2700,4 1-664,11-4 379,-2 2-235,13-4-135,-4 2-74,3-1-153,3-1-1766,14-2 355,-12 2 2016,11-1 0,-26 5 0,-1 0 0</inkml:trace>
  <inkml:trace contextRef="#ctx0" brushRef="#br0" timeOffset="174265">11331 13121 9880,'-1'-10'3086,"1"3"-3038,0 7-48,0 0 106,13-3-5,-2 0-93,12-3-8,-4 1-73,2-1-170,4-1-365,1 0-251,3-1-488,2 0-944,-3 1 2291,6-2 0,-19 5 0,1-1 0</inkml:trace>
  <inkml:trace contextRef="#ctx0" brushRef="#br0" timeOffset="175907">11712 13144 7680,'-6'-4'2368,"1"1"-2356,5 3 1323,0 0-1242,9 33-91,7 3-2,1 10-313,1-12 313,-9-22 5,-1-2 76,0-2 101,-2-1 17,0-1-17,-1-3-28,-1-1 65,-1-1 349,-1 0 12,-1-1-336,1-2-199,0-1-45,1-4-443,3-11 390,-2 1 8,2-9-3,-3 4-431,-2-15 199,0 6-3221,-1-13 3493,0 9 2,0-2-344,-1-1 434,0-1-20,-2 1 68,-1-13-23,0 14-437,-1-8 328,0 16-45,1 3 2947,0 0-2874,0 2 5,0 1 503,0 0-466,1 3 185,0 0-64,-1 2 690,1 1-800,0 1 94,1 2-49,-2-3-73,2 6 29,0-3-74,1 8 26,0-1-34,0 3-3,0 0-11,1 4-443,-1-1 14,7 1 480,-2 0 80,13 1-108,-5 0-9,5 0 81,-3 1-28,0 0 28,2-2 74,-1 1-37,2-1-12,0 1-25,1-1-16,0 0-63,1-1 52,-1 0-54,2 0-12,0-1 12,1 0 37,1 0-32,0 0 1,1 0 64,0 0-62,11-1-10,-8 0 4,8-1 57,-12 1 0,21-5-59,-16 3 0,15-3 0,-21 5-70,-1-1 70,-1 1 45,9 0-90,-5 0 31,17 0-14,-15 1-446,9-1 570,6 0-52,-8 1-38,11-2-6,-13 1 0,-2 0 64,7-2-19,-10 1 8,12-3-53,-17 2 0,4-1 3,-8 1 42,12-3-45,-10 3 0,14-4-48,-17 4 519,2 1-471,-5 0-36,1 2 27,-1-2 9,0 1-5,0 0-51,2 0 2,6-1 52,-4 1-38,6-1 38,-7 1 4,0 0 1,0 0 0,0 0 3,7-1-9,-5 1-42,13-4 0,-13 4 45,7-2 56,-6 1-120,12-1 56,-11 1-29,9 0 29,-15 1-1,0 1-100,7 0 106,-5 0-2,5-1-85,-6 2 26,1-1-34,5 1 92,-5 0 1,13-1-4,-15 1 9,6-1-3,-9 1-2,-1 1-32,0-1-33,1 0-76,5 0 140,-2 0-47,10-2 34,-8 0-12,12-3 132,-11 2-47,9-2-49,-12 2-8,7-1-5,-11 1-91,1 1-10,-6 1-25,-1 0-230,-2 2-4329,-1-1 3990,1 4 703,-1 0 0,0 0 0,0-1 0</inkml:trace>
  <inkml:trace contextRef="#ctx0" brushRef="#br0" timeOffset="178923">12212 12954 11563,'13'11'2244,"-3"-2"-2012,-10-9-582,0 0 143,0 4 333,0 1-45,-1 5-53,1 2-28,0 11-45,0-3 99,0 20 35,1-14-16,0 21-73,-1-19-911,0 30 259,-1-30-211,-2 14-383,-1-23 1246,-1 1 0,3-10 0,-1 1 0</inkml:trace>
  <inkml:trace contextRef="#ctx0" brushRef="#br0" timeOffset="179299">12474 13097 11465,'8'8'2426,"-1"-1"-2138,-7-7 258,0 0-610,10-6 10,-4 2-44,16-8 98,-8 7 3,6-4-3,-4 2-8,2 0-54,0 1 57,1-1-96,17-4-25,-12 3-62,12-3-108,-19 6-10,-1 0 6,-3 1-89,-2 1-45,-3 0-165,-1 1-227,-2 0-1846,0-3 455,-3 3 2217,0-3 0,-2 4 0,0-1 0</inkml:trace>
  <inkml:trace contextRef="#ctx0" brushRef="#br0" timeOffset="179602">12641 12906 10046,'8'11'3458,"-2"-2"-3295,-6-9-760,0 0 597,-1 5 334,0 17-287,-1-2-38,1 14 80,-1-10-434,0 16-333,0-8-2791,-2 23 3469,2-25 0,1-2 0,0-18 0</inkml:trace>
  <inkml:trace contextRef="#ctx0" brushRef="#br0" timeOffset="180217">13165 12668 11168,'6'8'3756,"0"-2"-3401,-6-6-1293,0 0 913,-4 4 25,2 0 0,-2 6 0,3 1 45,-1 4-45,1 1-28,0 3-537,-1 11 113,1-6-343,-1 9-656,1-9-1421,-1-3 2872,-2 0 0,3-11 0,-1-1 0</inkml:trace>
  <inkml:trace contextRef="#ctx0" brushRef="#br0" timeOffset="180440">12926 13073 8573,'3'1'4057,"0"-1"-3321,-3 0-662,21-4 80,-7 1-64,19-5-9,-9 3-48,1-1-33,4 0-2,0 0-242,3-1-913,17-3 23,-11 2-1466,13-3 2600,-19 5 0,-13 2 0,-7 1 0</inkml:trace>
  <inkml:trace contextRef="#ctx0" brushRef="#br0" timeOffset="180900">13188 13168 7716,'-9'-9'2425,"2"2"-1969,7 7 143,0 0-400,-36 13-106,21-8-40,-28 12-53,24-7-53,5-2 53,-4 3 0,6-2-166,-3 4 161,4-2 2,-1 2-70,6-3 20,1-1 8,1 0 37,3-1 16,0 3-8,4-3-47,2 2 139,10-6-30,-1-1 47,6-2-109,-2-5-216,9-7 143,-5-1-36,7-6 115,-5-3 176,-7 5 25,2-4 31,-9 8 98,-4 1 98,-1 3-62,-2 1-83,-1 1-1,-2 3 18,0 1-631,0 1 485,-3 11-14,2-3-12,-3 10-8,1-3-73,0 3-5,-3 12-3,1-5-45,-1 9-233,2-9-255,0 1-80,2 0-2386,0 9-720,1-11 3674,0 4 0,1-19 0,0-2 0</inkml:trace>
  <inkml:trace contextRef="#ctx0" brushRef="#br0" timeOffset="181510">13831 12978 10320,'-6'-10'3067,"0"2"-2600,6 8-377,0 0-180,7-4 90,-2 3 53,25-8-260,-11 4-216,18-4-291,-12 3-375,1-1-768,0 0-2026,-3 1 3883,1-2 0,-13 5 0,-1-2 0</inkml:trace>
  <inkml:trace contextRef="#ctx0" brushRef="#br0" timeOffset="181695">13760 13097 7506,'-2'-5'2845,"2"2"-1801,0 3-996,37-3-40,-16 1 37,33-3-45,-25 0-935,4 1-104,1-3-921,-2 2 1960,6-4 0,-20 5 0,0-1 0</inkml:trace>
  <inkml:trace contextRef="#ctx0" brushRef="#br0" timeOffset="182780">14236 12811 11490,'20'36'230,"-2"-6"-230,-10-20 0,-1 0 73,-1-2-37,1 0-2,-2-3-34,0-1-6,-1-1 6,-1-2 275,1-1-12,-1-1-137,2-1-126,-2-4-479,4-7 305,-1-1-288,3-15 199,-4 7-48,0-8 65,-3 6 39,0 0 114,1-1 93,-1 0 138,1 2-1,-1 0 17,0 2-37,-1 1 158,0 3-141,-1 1 31,0 2 43,0 2 164,-2 1-145,1 1-20,-4-3-109,3 3-45,-1-1 12,3 4 35,0 3-18,0 0 88,0 0-72,0 1 31,0 0 214,0 2-472,0 1-62,1-2-386,5-5 468,-2 2 44,4-2 48,3 1 20,-5 3-76,7-2 73,-6 3-2,2 1-40,-1 1 33,8 0 76,-2 0-67,6 0-42,-3 0 42,2-1 3,1 1 53,1 0-56,-1 0 81,2-1-81,-2 0-47,0 0-46,-2 0-478,6-1 137,-7 1-123,3 0-378,-8 0-353,-1 0-445,-2 0 1733,-1 0 0,-4 0 0,-2 0 0</inkml:trace>
  <inkml:trace contextRef="#ctx0" brushRef="#br0" timeOffset="183038">14474 12621 6283,'1'11'3995,"1"-1"-3785,-2-10-706,0 0 496,0 9 9,0-3 55,0 10 17,0-3 57,0 3-138,0 3-656,0 12-312,0-5-427,-1 6 1305,0-8 0,0-13 1,-1 1-1</inkml:trace>
  <inkml:trace contextRef="#ctx0" brushRef="#br0" timeOffset="183402">14664 12668 11488,'10'-2'1150,"-1"0"-1575,-9 2 145,0 0 171,-28 24 72,14 1 29,-18 15-430,23 2 219,6-18 18,2 5 30,4-14 34,3 0 137,1-7 563,6-1-236,-4-6 265,3-1-401,-3-3 52,0-3-52,0-3 16,1-2-160,-2-3-47,1-2 152,-3-2 38,0-2 1,-3-1 42,-1-11-233,-2 8-126,-3-9-70,0 12-85,-3 2-1870,-8-2 166,4 12-1209,-7-2 3194,2 13 0,8-1 0,-1 0 0</inkml:trace>
  <inkml:trace contextRef="#ctx0" brushRef="#br0" timeOffset="183742">14259 13097 9533,'-12'-1'2237,"3"1"-1873,9 0 768,0 0-745,50-10-233,-24 4-437,7-1 0,2 0 364,-1-1 0,21-4-4,-11 2-332,6-2 1,1 0-254,3-1-1123,-4 1 0,-2 0 485,-6 2-494,6 0-1297,-25 4 2937,-4 2 0,-10 2 0,-3 1 0</inkml:trace>
  <inkml:trace contextRef="#ctx0" brushRef="#br0" timeOffset="184228">14450 13144 8786,'-13'-4'3276,"3"1"-3078,10 3-858,0 0 296,4 0 428,1 0-11,6 0-8,-1 0-45,4 0-8,0 1-74,1 0 38,1 1-29,-2 0-56,-1 1 11,-2 0-100,-3 1-199,0 3 151,-5-1 266,0 3 56,-3-2 462,-7 7-454,1-5 9,-7 5 8,4-8-8,0-1 19,1 0 18,2-1-12,1-1-70,2 0-28,1-2-728,1 0 683,3 0 45,0 0 291,3 3 28,2-2-30,1 1 75,7 2-199,-1-2-76,11 2-41,-10-3-48,4 2-3395,-7-2 3392,-4 0 3,-3 0 59,-3 1 213,-2-1 36,0 1 415,-5 2-317,0 0 3523,-14 8-3766,3-5-85,-7 4 12,2-4-90,0-2-1156,-10-2-256,6-1-826,-5-4 2238,11-2 0,9 1 0,4 0 0</inkml:trace>
  <inkml:trace contextRef="#ctx0" brushRef="#br0" timeOffset="186676">15950 12740 10037,'5'10'2526,"-1"-1"-1857,-4-9 877,0 0-2856,1-5 1147,-4 11 42,-1 4 116,-2 11 10,0 6 26,0-1-22,-1 16 7,1-8-598,0 11 546,2-16-82,1-1-61,2-2-48,1-4 0,0-2 65,0-5-45,1-3-48,2-3-145,2-4 982,2-2-473,0-2 20,9-5-376,-1-1-108,7-6-62,-4-2-85,1-3-108,0-3-740,10-13 188,-7 5 723,5-9 439,-10 10 226,-2 0 331,-2 0 163,-3 1 739,-1-7-832,-3 8-8,-1-4-29,-3 11-102,-1 2-27,0 2 8,-1 2-35,0 2 1081,-1 0-1157,-1 4-117,0 1-241,0 3-249,0 0-431,1 1 187,0 1-56,-1 1 456,0 2 93,-1 4 53,-1 4-19,-1 5-28,-2 4 50,-1 4-56,1 3-8,0 2-380,1 1 388,0 0 0,2-1-65,0 9-240,2-10-140,1 6-3471,1-14 2992,1-3-333,1-1-348,3-3 1605,0-3 0,-2-5 0,0-2 0</inkml:trace>
  <inkml:trace contextRef="#ctx0" brushRef="#br0" timeOffset="187068">16235 13073 9852,'-7'-11'2028,"1"1"-1964,6 10-28,0 0-80,35-6 7,-20 5-36,28-6-235,-25 9 171,-7 0-36,2 3 27,-10 1 146,-1 1 76,-1 1 8,-4 2 215,-7 8-237,0-3-51,-8 6 79,4-6-54,0 0 20,0-2 151,2 0 247,-2 0-219,4-4-19,0 1-107,7-6 17,1-2-81,2-1-40,3-1 1,0 0 131,3 0-2,1-1-135,2-1-244,11-2-143,-2-1-94,9-2-272,-4-1-227,2-1-406,2 0-723,-4 0 2109,3-3 0,-14 7 0,0-1 0</inkml:trace>
  <inkml:trace contextRef="#ctx0" brushRef="#br0" timeOffset="187294">16497 12930 11636,'2'4'2025,"0"-1"-1958,-2-3-69,11-8-7,-3 5-64,12-7 12,-6 6-346,10-1-173,-4 2-1254,14-2 149,-14 3-1104,3-1 2789,-10 2 0,-7 1 0,-1 0 0</inkml:trace>
  <inkml:trace contextRef="#ctx0" brushRef="#br0" timeOffset="187504">16497 13025 8959,'-19'-4'3313,"3"1"-3280,16 3 230,0 0 171,-2 7-207,7-5 116,10 5-290,4-7-50,9 0-6,-6 0-224,2-1-395,1-1-532,0-1-820,2-1 1974,-3 1 0,-10 0 0,-5 1 0</inkml:trace>
  <inkml:trace contextRef="#ctx0" brushRef="#br0" timeOffset="188423">16926 12502 11868,'9'12'2949,"-2"-3"-2753,-7-9-599,0 0 73,-4-8-65,3 6-762,-4-1 1157,5 9 59,-1 15-59,1-2 98,0 17-157,2-13-140,0 7 0,3-12-310,3 3 330,-1-8 13,2 0 94,-3-8 72,-1-2 226,0-1 46,0-2 11,-1 0 53,2-3-328,0-2 110,5-9-82,-3 1 1,3-7-32,-5 3 57,-1-1 5,1-11-31,-2 8 62,0-10-98,-3 17-495,1-2-96,-2 12-417,0 3 991,-2 8 17,1 2 9,-1 7 35,2 0 4,1 11-45,1-6-3,3 7 98,1-11-25,2-2 226,4 1-24,-2-6 122,2-1-16,-4-6 109,-1-1 68,-1-2-127,1-2-159,-1-3-32,5-11-212,-2 0 42,7-21-53,-7 9-17,3-12-257,-6 7-760,4-33 529,-3 26-1043,3-24-788,-7 44-483,0 3 2802,-3 13 0,1 3 0,-1 1 0</inkml:trace>
  <inkml:trace contextRef="#ctx0" brushRef="#br0" timeOffset="188783">17283 12573 7850,'8'3'1641,"-2"0"-1641,-6-3-204,0 0 39,31-6-199,-20 5 238,21-3 89,-29 8 37,-2 2 135,-2 1-23,-1 3-3,-2 1 190,-4 1-69,-2 1-59,-1-1-6,-2 2 118,0-2 89,-4 4-170,5-5 97,-3 2-209,10-8 11,1-1-140,3-3 2,2 0 37,2-1 149,2 0 77,3 0-44,2 0-182,4 0-352,2 0-1152,13-1-109,-6-1 1613,6 1 0,-17 0 0,-4 1 0</inkml:trace>
  <inkml:trace contextRef="#ctx0" brushRef="#br0" timeOffset="189104">16902 12954 9726,'-5'-5'1885,"2"2"-1258,3 3 241,35-13-624,-17 7-146,31-10 84,-27 10 34,4 1-65,0-1-14,3 0 6,2 0-566,2-1 423,2 0-8,2 0 2,1 0-56,20-2-19,-14 3-249,12-1-133,-20 4 57,-5 1-1761,8 0 893,-19 2-470,2-1-183,-19 2 1927,-6 2 0,3-1 0,-3 0 0</inkml:trace>
  <inkml:trace contextRef="#ctx0" brushRef="#br0" timeOffset="189538">16902 13145 8181,'7'7'1951,"-2"-2"-1752,-5-5 1140,0 0-1076,3 22 0,-1-9-64,1 21-101,-1-13-87,-1 2 87,-1 3-20,1 1-75,-1 2-508,0 1 622,0 0-117,0 1-98,-1-1-84,-1-1-98,-1-1-92,-4 9 235,1-9-471,-6 14 244,4-19-748,-5 11 239,7-18-488,-1 2 1487,4-10 1,1-5-1,1 0 1</inkml:trace>
  <inkml:trace contextRef="#ctx0" brushRef="#br0" timeOffset="189795">16997 13335 11941,'-11'61'140,"2"-8"-140,9-30 45,0 0 28,0 2-73,0-1-154,0 2-157,0-2-179,1 0-1476,0 8 460,0-9-532,0 3 2038,-1-11 0,0-7 0,0-2 0</inkml:trace>
  <inkml:trace contextRef="#ctx0" brushRef="#br0" timeOffset="190340">17116 13454 10578,'-1'-9'901,"1"3"-901,0 6 196,0 0-50,-15 22-101,10-10 106,-13 41-151,16-33-143,0 16-19,4-21-12,1-3-70,2-1 34,1-3-8,0-1 156,1-2 197,2-3-135,-1-1-501,8-8 218,-5 0-146,5-8 21,-4 2-12,0-3 428,1-7 194,-3 4 873,1-9-655,-7 13-39,0 0-194,-3 9-632,0 2 89,0 4 494,-1 7-57,0 2-81,0 13-9,0-7 9,2 7-5,1-7 10,2 0 177,2 4-8,0-5 81,2 1 134,-3-9 56,-1-1-19,-1-4 405,3 0-611,-2-4 4,8-9-219,-4-1 68,5-9 78,-5 3-114,2-15-91,-4 7-315,0-12-83,-4 11-172,0-1-919,0-9 543,-2 13-486,1-2 1486,-2 17 0,0 5 0,0 3 0</inkml:trace>
  <inkml:trace contextRef="#ctx0" brushRef="#br0" timeOffset="190700">17426 13502 6985,'6'10'1313,"-1"-2"-1259,-5-8-1720,0 0 1666,16 17 347,-13-9-17,12 14-83,-18-12 173,-1 0-28,-3 1 36,-1-1-64,0 1-328,0-2-36,-2 3 9,4-4 75,0 1-48,4-4-36,1-2 0,1 1 101,3-2 17,1 0 19,3 0-120,2-2-17,2 0-793,3 0 219,3-1 34,1-1-1571,10-5 2111,-5-2 0,-3 3 0,-10 1 0</inkml:trace>
  <inkml:trace contextRef="#ctx0" brushRef="#br0" timeOffset="191060">17616 13240 11126,'9'3'2275,"-1"-1"-1645,-8-2-1379,0 0 941,1 10-58,-1-1-5,3 20-20,-1-7-11,3 10 11,-2-4 6,2 3 47,2 18-89,-2-10-67,2 12-6,-3-15-630,-2-2 549,-1-1-415,-1 9 289,-2-12-550,-1 13 96,-1-23-3245,-3 4 2218,4-16 1688,-2-2 0,5-6 0,-1-1 0</inkml:trace>
  <inkml:trace contextRef="#ctx0" brushRef="#br0" timeOffset="191352">17687 13264 9074,'11'8'2803,"-3"-1"-2476,-8-7-47,0 0-36,3 1 47,-2 3-75,2 3-61,-2 6-57,1 4 84,1 4-84,1 4-54,0 3 46,0 3-646,2 21 648,0-12-89,2 15-3,-1-17 0,-2-1-107,0-2-217,0-1-173,-2-3-298,0-2-297,0-3-846,0-4-1461,1-4 3399,-1-6 0,-1-6 0,0-3 0</inkml:trace>
  <inkml:trace contextRef="#ctx0" brushRef="#br0" timeOffset="192225">18045 12787 11723,'7'5'2683,"-1"-1"-2389,-6-4-177,0 0-313,5 0 196,-1 0-5,7-1 10,0 0 46,5-1-15,5 0-240,16-3-174,-5 2-464,11-1 139,-12 1-221,0 1-2489,6 0 3413,-9-1 0,-6 1 0,-12 1 0</inkml:trace>
  <inkml:trace contextRef="#ctx0" brushRef="#br0" timeOffset="192438">18045 12978 11583,'4'12'2005,"0"-3"-1999,-4-9 355,0 0-45,34-3-274,0-1-1545,19-2 1170,-10 0-180,-11 2-257,0-1-599,1 1-640,-3 0 2009,5-2 0,-19 4 0,0-2 0</inkml:trace>
  <inkml:trace contextRef="#ctx0" brushRef="#br0" timeOffset="196176">19163 12121 11391,'8'0'2498,"-3"0"-1799,-5 0-139,0 0-235,3 0 30,2-1-250,0 0-105,3 0 16,-2-1-86,2 0-98,9-1 165,-2 0-39,28-2 39,-18 2-50,15-1 53,-18 3-51,7 0-55,-10 0 61,4 1-8,-13 0 3,-1 0 5,-4 0 45,0 0 0,-4 0-3050,-1 0 1286,-4 1-496,1-1 2260,-5 2 0,6-2 0,-1 1 0</inkml:trace>
  <inkml:trace contextRef="#ctx0" brushRef="#br0" timeOffset="198272">19735 11716 11073,'5'2'2437,"-1"-1"-3684,-4-1 1113,2-1 134,1 1 28,3-1-129,1 1-73,0 0-705,2 2 423,-3 1-34,0 2 98,-3 0 173,-2 1 203,-6 10 153,-1-7 218,-6 7-91,1-9-63,-2 1 410,-7 2-348,5-1-56,-4 1-5,8-5-32,0 0-97,2-1-3,1 0-61,3-1 27,1-1-33,4-1-216,-1-1 213,5 0 417,8 1-319,1 0 3,6 1-48,6 1-53,-5-2-89,7 2-29,-10 0-11,-3-1-14,-5 1 17,-3 0 126,-4 0 0,-1 0 182,-2 0 308,-6 6-246,0-1-98,-5 3-65,1-1-8,-1-1-73,-1 1 0,-1-2-933,-16 7 278,10-5-1885,-21 8 4,21-10 2536,-7 3 0,18-8 0,1 0 0</inkml:trace>
  <inkml:trace contextRef="#ctx0" brushRef="#br0" timeOffset="198522">19497 12120 9228,'-6'-1'1831,"1"0"500,5 1-2205,34-2-889,-17 0 763,30-2 0,-23 1 191,3-1-191,1 0-70,3-1-3,0 0-126,2 0-433,0 1 271,-1-1-247,-2 2-254,-2 0-350,-4 1-255,-4 1-597,-4 1 2218,-6 0 1,-5 0-1,-3 0 1</inkml:trace>
  <inkml:trace contextRef="#ctx0" brushRef="#br0" timeOffset="199067">19473 12406 7486,'7'5'1507,"-1"-1"-1208,-6-4 368,0 0-594,19 29-73,-10-17-48,15 22 42,-17-26 6,0 0 48,-1-2-40,-1-1 48,-1-2 171,-1-1 263,-1-1 1109,-1-1-1355,0-1-614,0-5 79,-1-2 187,0-11 225,-1 4-113,0-7 90,-2 4-64,-2-10-34,2 5-3,-2-8 3,3 10 227,0-8-65,1 9-25,1-6-137,0 15 6,0-1 50,1 7-45,1 1 79,0 1-90,1 1 0,-1 0-110,2 0 57,0 1 218,12-3-159,-4 2 25,10-2 5,-7 2-33,2 0 123,10-1-120,-5 1-6,7 0 2,-10 0-2,1 0 68,10 0-304,-8-1-16,8 0-39,-9 0-45,-1 0-190,-3 0-45,-2 0-250,-2 0-1038,-1 1 454,-5 0 1405,-2 1 0,-4 1 0,-1 0 0</inkml:trace>
  <inkml:trace contextRef="#ctx0" brushRef="#br0" timeOffset="199300">19711 12311 9973,'1'10'1097,"1"-2"-1097,-2-8-498,0 0 635,4 26-28,-2-4-265,2 16-407,-2-12-395,-2-6 958,1 7 0,-1-14 0,0 3 0</inkml:trace>
  <inkml:trace contextRef="#ctx0" brushRef="#br0" timeOffset="199681">19901 12383 11152,'3'4'1965,"0"0"-2805,-3-4 767,-33 8-100,19 2 173,-25 9-81,26 1 81,2 1-9,1 2-136,3 0-245,3 0 99,2-2 126,2-2 129,3-2 120,7-1 142,1-6 329,11-1-348,-6-7-45,6-2 48,-5-4-100,-1-2 304,12-15-159,-12 6-56,7-11 115,-15 12-17,-3 0 170,-2-1-117,-2-1-204,-1 0-146,-3-1-90,0-1 37,-3 1-415,-5-5-41,3 6-1827,-5-4-853,6 11 3189,-4-3 0,8 9 0,0 0 0</inkml:trace>
  <inkml:trace contextRef="#ctx0" brushRef="#br0" timeOffset="200535">19568 13049 14257,'-48'22'-459,"7"0"359,32-4-15,-2 12 34,4-5-1,1 7-19,5-10-106,1-1 36,3-3 126,3-2-64,4-3-48,1-1 157,2-4 207,1-2 37,2-3 389,16-5-392,-12-2-59,11-4-3,-17-2-72,-1-1 27,-1-2 37,-2-1-12,-2 0 208,-1-1 104,-3 0-116,-1-1-142,-2 1-28,-1-1-182,-2-1-3,-2 0-62,-1 0 54,-2-1-82,0 2-70,-2 1-159,-1 2-98,0 2-81,-1 2-228,1 2-319,0 3-629,2 1-1442,0 2 3116,2 0 0,3 1 0,0 0 0</inkml:trace>
  <inkml:trace contextRef="#ctx0" brushRef="#br0" timeOffset="202408">19378 14168 11712,'4'5'3111,"0"-1"-1311,-4-4-1528,3 0-272,0-1-62,3 0-111,4-3 66,0 1 29,6-2-126,1 1-485,14-2 134,-5 1-1232,21-2 413,-18 3-810,8-1 2184,-3 1 0,-18 2 0,3-1 0</inkml:trace>
  <inkml:trace contextRef="#ctx0" brushRef="#br0" timeOffset="202737">19949 13811 9578,'1'13'6805,"1"-3"-6576,-2-10-89,0 0-624,-2-1 103,1 0-81,-1 1 73,1 3 327,0 1 59,-1 4-64,0 2-6,0 4-69,0 3-1948,-2 23-973,1-3-165,-1 5 3228,-1-11 0,3-22 0,-1 0 0</inkml:trace>
  <inkml:trace contextRef="#ctx0" brushRef="#br0" timeOffset="202984">19735 14168 9950,'-2'-2'1736,"1"-1"-1590,1 3-82,37-9-27,-9 2-96,24-6-1915,-20 6 1901,-8 1 417,-1 0-562,-1 1-99,-2 0-75,-1 1-308,-2 2-504,-2 0-739,-3 1 1474,-1 0 0,-6 1 0,0 0 0</inkml:trace>
  <inkml:trace contextRef="#ctx0" brushRef="#br0" timeOffset="203510">19711 14430 7696,'8'5'1762,"-2"-1"-1415,-6-4-81,0 0-266,5 32 42,-2-17 22,5 25-64,-3-26-36,2 4 39,-2-6 78,5 4-73,-5-9 211,2 0 97,-4-5 121,0-1 0,-2-1-48,1 0-179,-1-1-193,0-2 27,1-3-147,1-14 92,-1 5-71,0-12-7,-2 9-29,0-1 118,0-1 0,0 0 174,0-8 53,-1 7 44,1-4 102,-1 11 5,1 3-98,0 2-126,-1 1 168,1 2-266,0 2-157,0 1-212,0 2-49,3 0 354,1 1-57,4-2 29,1 1 30,3 0-30,1 0 30,1 0 113,9-1-71,-4-1-28,6 0-3309,-7 0 3301,1 0-135,0-1-145,-1 0-65,0 0-153,-2-1-2630,11-2 1331,-13 3 1797,8-2 0,-18 5 0,-1 1 0</inkml:trace>
  <inkml:trace contextRef="#ctx0" brushRef="#br0" timeOffset="203757">19949 14406 9010,'-3'-9'2623,"0"2"-2623,3 7 443,0 0-438,-7 31 1,5-16-12,-6 26-176,5-24-235,0 2-185,0 1-518,0 1-347,1-1-552,-1-1 2019,1 0 0,1-10 0,0-1 0</inkml:trace>
  <inkml:trace contextRef="#ctx0" brushRef="#br0" timeOffset="204124">20116 14478 9785,'9'6'3397,"-2"-2"-3117,-7-4-1602,0 0 1249,-30 17-109,13 6 149,-16 4 21,23-1-97,11-2 400,2-12 90,4 7 0,0-16-20,2-2-55,1 0-43,1-2-83,1-2 18,0-3 51,0-3-86,-1-2-29,-1-1 1,-1-1 159,-2 0 61,-2 0 1,-2 1 16,-2-1-265,-2 0-107,-3-1-258,-9-7-42,0 3-83,-6-5-233,3 7-344,0 0-287,1 2-369,1-1 1616,1-3 0,6 9 0,1-2 0</inkml:trace>
  <inkml:trace contextRef="#ctx0" brushRef="#br0" timeOffset="205898">19092 12002 10454,'4'4'2268,"-1"-1"-1589,-3-3-668,-40 0-5,25 0-6,-31 1-34,35 1-31,0 1-8,1 1-61,1 1 52,-1-1 77,2 2 5,-1-1 3,1 1-3,0-1-6,1 1-67,-1-1 20,-1 3 19,3-2-2,-2 2 30,3-4 4,1 1-7,1-1-80,0 1-1,1-2 34,0 0 3,2 0 5,-1 0 129,1 1-36,0 0 109,0 2-109,0-2-45,0 3-8,0-1 8,1 2 61,2 15-61,-1-8 62,2 21-99,-3-16 37,1 7 34,-1-8-76,2 17-11,-1-13 44,1 12 4,0-17 2,0 11-5,-1-7 8,1 8 8,-2-9-8,0 1-28,0 10 28,-1-7-447,0 17 511,0-17-27,-1 7-37,1-12-9,-1 1-150,0 6 159,1-5 0,-1 6 72,1-8-63,-1 2-18,0 0-19,0 2 28,-1 0 3,1 0 34,-1 1-29,1 0 65,0 0-73,-2 13-6,0-9 15,-2 22-9,2-22 368,-1 10-368,1-12-2,-2 10 2,1-8-241,-3 9 278,3-12 86,0 1-120,0 0 92,0 0-39,-2 25-84,3-6-1087,-1 8 1115,3-16-109,1-2-36,0-10 181,0 7 0,0-11 183,0-1-135,0 0-76,0 0 74,-1 0-82,0 0-3,-1 0-34,0 0-47,0 10 154,1-8-70,-1 6 65,2-8 1058,-1-1-1089,1 0-37,0 6 0,0-6 145,1 5-142,-1-9 89,2-1-89,-1 1-44,0-1 38,1 1-75,-1 6 151,0-5-70,1 6 53,-2-7-53,1 0 8,-1 0-8,0 0 82,2 15-84,0-4 83,0 6-81,0-9-119,1 1 119,-1-6 29,0 6-29,0-8 0,-1-1-3,2 7-95,-1-7 86,1 6-24,0-8 39,0 0-6,1 0 0,0 0 14,3 9 214,-1-2-225,1 4-67,-2-6 73,0 0 22,-1-5-28,1 4-62,-1-5 25,0-2 37,1 0 0,0-1 0,0-1 71,0 0-63,0-1-2,-1-1 38,-1 0 29,1-2-64,0 1 44,-1-1-246,4 2-189,0-2-69,4 0-103,0-3-535,3-1-432,0 0 1521,9-4 0,-14 2 0,4-2 0</inkml:trace>
  <inkml:trace contextRef="#ctx0" brushRef="#br0" timeOffset="207861">20520 11978 9670,'-8'-15'1801,"2"3"-1583,6 12-795,0 0 230,-3-4 347,3 4 160,0-3 111,4 3-108,4 3 2,0 0 179,3 2-335,1-1 167,8 2-170,-4-1 53,18 3-59,-19-5-45,5 1 45,-14-3-9,-4 0-371,0-1-21,-2 1 303,-1 1 107,1 0 72,-1 1-81,1-1-37,0 1 37,-1 2 118,1 0-17,0 2-101,-1 1 101,1 3-96,0 0 230,-1 3-232,0 1 14,0 17-28,-1-9 11,0 11 78,2-15-72,-1-1 179,0 9-121,1-5 23,-1 7-82,1-8 110,0 1-70,0 2 182,0 1-219,0 1 17,0 1-615,0 16 596,0-9 139,0 26-66,-1-23-79,0 11 0,0-16 112,-1 0-112,0 12 2,0-10-255,-1 8 258,2-14-5,-1-1 6,1-1 27,0 0-33,1-2 82,-1 11-35,1-8-78,-2 19 330,1-18-296,0 8-3,0-11 0,-2 9 79,2-8 191,-2 16-234,1-10-78,1 0 51,0 6-6,1-16-1,0 6 1,0-8-3,0-2-22,0 0 22,0-1 8,0 1 373,1-1-315,-1 1-30,0 0 0,0 0-27,-4 24-9,2-18 0,-4 18 0,3-24-65,-1 6-33,1-5 98,0 5 0,1-7 90,1-1-20,0 9-70,0-6-36,1 6 36,0-7 2,0 0 80,1 0-77,0-1-5,2 9-5,0-7 2,0 5 3,-2-9 45,1-1-45,-1 0-6,-1-2 0,0 1 6,0-1 135,-1 5-127,-1-3-2,-1 4 53,1-5-59,-1 0-138,1 6 138,0-4-8,0 4 8,1-6-62,0-1-2,1 1 36,0-2 28,0 0 6,0 5-4,0-4 68,0 4 12,-1-5-80,-1 0 1,0 1 3,0-1-6,0 1-20,0-1 20,0 1 62,0 0-62,0 0-56,0 0 3,0 0 16,0-1 74,1 5-37,1-3-31,0 3 31,0-5 17,0 4-17,0-3-62,0 8 70,0-8 23,0 3-25,0-4-12,0 0 1,0 0 5,1 1 8,0-2-5,1 1 5,0 5 101,1-4 1,-1 4-110,-1-5 19,-1 4 160,1-3-14,-1 11-162,-1-12-6,0 6-19,0-9 11,0 0 22,0 0 6,1 0-9,-1 0 171,0 5-134,0-3-45,0 2 146,-1-3-68,0 0 3,0 0-36,-1-1-8,-1-1 52,0-2 46,0 1 7,-1-2 71,-1 0-25,-1-1-65,-2 0-67,-2 0-56,-2 0-356,-9 0-159,5-1-157,-9 0-863,5-2-1710,1-2 3245,-6-4 0,14 4 0,-1-4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5C5662-F2AE-5243-8D39-2436C13AA9F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82B8AC-5CA7-BD46-8142-9930D661B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39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2B8AC-5CA7-BD46-8142-9930D661B7B2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118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28166" y="1295400"/>
            <a:ext cx="6487668" cy="3152887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</a:pPr>
            <a:endParaRPr sz="32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523999"/>
            <a:ext cx="6498158" cy="1724867"/>
          </a:xfr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921" y="3299012"/>
            <a:ext cx="6498159" cy="91664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538" y="3352801"/>
            <a:ext cx="8416925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38" y="4771029"/>
            <a:ext cx="8416925" cy="972671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370980" y="363538"/>
            <a:ext cx="8402040" cy="2836862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403144"/>
            <a:ext cx="8056563" cy="1362075"/>
          </a:xfrm>
        </p:spPr>
        <p:txBody>
          <a:bodyPr anchor="b" anchorCtr="0"/>
          <a:lstStyle>
            <a:lvl1pPr algn="ctr">
              <a:defRPr sz="46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3736005"/>
            <a:ext cx="8056563" cy="1500187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275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1071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4" y="107576"/>
            <a:ext cx="8042276" cy="133695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4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274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1070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1070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611872"/>
            <a:ext cx="3840480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824" y="368300"/>
            <a:ext cx="3840480" cy="55753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787856"/>
            <a:ext cx="3840480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611872"/>
            <a:ext cx="4079545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8" y="1787856"/>
            <a:ext cx="4079545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5090617" y="359392"/>
            <a:ext cx="3657600" cy="531807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9792" y="368301"/>
            <a:ext cx="1524000" cy="5575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4" y="368301"/>
            <a:ext cx="6689726" cy="55753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1600201"/>
            <a:ext cx="8042276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01F9CA3-105E-4857-9057-6DB6197DA7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9250" indent="-349250" algn="l" defTabSz="914400" rtl="0" eaLnBrk="1" latinLnBrk="0" hangingPunct="1">
        <a:spcBef>
          <a:spcPts val="2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2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96837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63650" indent="-295275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622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5" Type="http://schemas.openxmlformats.org/officeDocument/2006/relationships/customXml" Target="../ink/ink4.xml"/><Relationship Id="rId4" Type="http://schemas.openxmlformats.org/officeDocument/2006/relationships/image" Target="../media/image114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5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40000"/>
                <a:satMod val="400000"/>
              </a:schemeClr>
              <a:schemeClr val="bg2">
                <a:tint val="10000"/>
                <a:satMod val="2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Vector Spaces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53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C5E3D-F671-414E-A2E7-507B7A902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B871C-26E3-2145-9AFE-153A9E20D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physics and engineering, a vector is characterized by two quantities (length and direction) and is represented by a directed line segment.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576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5309C-EB28-E046-8C26-C8E97306C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 in the Plane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177C8-5503-9949-A3F1-F1600E99E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vector in the plane is represented geometrically by a directed line segment whose initial point is the origin and whose terminal point is the point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A44370-F21E-8C49-AAC6-E7295D3CA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950" y="2354034"/>
            <a:ext cx="754704" cy="4036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387B6C-8C57-6349-9C4C-8ADB9D1EB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722" y="2757713"/>
            <a:ext cx="2832100" cy="2857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A4F798-6DD8-F049-9992-C93E93BD8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9471" y="4699456"/>
            <a:ext cx="1978215" cy="6440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4CCC7-37A6-AE4A-B637-4355101E23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1308" y="5715908"/>
            <a:ext cx="56515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033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B5B5B-C15D-0C4C-9863-0731CEADC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E978A-CFA9-7444-B65F-FC0B2B713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331459-9D41-324F-B9FF-183DD299F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7676281" cy="4363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FB5F28-9754-3F44-A013-F6878C9EC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18" y="2036537"/>
            <a:ext cx="5590268" cy="524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E1B020-C0AC-A14D-B7FC-B06BE1EB90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357" y="2561136"/>
            <a:ext cx="3401786" cy="354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668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C45E52-100E-4E4C-AED7-3F37E43DB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61887"/>
            <a:ext cx="8160740" cy="658586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5992AF9-1D0C-3B4D-8DFC-B6092A8F7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1D7E24-12B9-654C-9A1C-42AE5D9F4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06" y="2483399"/>
            <a:ext cx="3526379" cy="4049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596732-2604-E047-805B-AC2D9E59C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513" y="3381828"/>
            <a:ext cx="7035800" cy="231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070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21129-883B-4F4F-B38B-394780B53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multiplication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8A5A573-7E9C-2C4A-872E-79BFCA0E08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797" y="1444532"/>
            <a:ext cx="5149851" cy="7356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A78C8F-0195-6744-B71C-527E03AD3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07" y="2356757"/>
            <a:ext cx="6800850" cy="971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529B43-F4D8-FA4E-9029-43BEDF433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632" y="3328307"/>
            <a:ext cx="4565152" cy="4599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9F3A93-BE26-6F49-9674-15D6F7B1BA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32" y="3914868"/>
            <a:ext cx="3996555" cy="459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7C2BBE-EC6E-7A48-AE90-D27518E3A6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7214" y="4513128"/>
            <a:ext cx="2301840" cy="56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783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9175A-1878-E14C-A2B9-E9D3A76BD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D317D-ACE6-FF49-9A5D-7E96E743E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7D40D4-6821-1A4E-B5D8-9349B0873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3659868" cy="3563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8CD0A4-2203-214F-8BBE-4F313A72B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413" y="1767113"/>
            <a:ext cx="3659868" cy="340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850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FB383-8995-FA48-9A30-F2F16115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CB9E7-E489-F74C-AC3F-8B57004F0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1C8707-86FF-C342-887D-280255624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713765"/>
            <a:ext cx="7435673" cy="133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630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31345-E2D3-5D4E-8128-2018B03EA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12857-E082-E94C-A0F0-3FE8FA693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881C18-E80B-9649-BC0E-5A39F1091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47" y="1600201"/>
            <a:ext cx="8076506" cy="365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449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365DA-B440-5A44-AFA2-52F5DE1DB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 in R</a:t>
            </a:r>
            <a:r>
              <a:rPr lang="en-US" baseline="30000" dirty="0"/>
              <a:t>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B142F-6E4E-104D-BC43-421554A5D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D74AAF-BD15-644B-B8D5-DA337F536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46" y="1600201"/>
            <a:ext cx="8420333" cy="14868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911BF7-44B3-A44A-A7AD-2C37CD615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321" y="3242677"/>
            <a:ext cx="7203299" cy="86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532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96886-6CE1-9349-A184-C58BF4FB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E5A64-FEFE-3147-AD64-2BDAFA6D4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C78B7F-6124-6F46-8539-B38E705B6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55" y="1600201"/>
            <a:ext cx="8717490" cy="20940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FA822F-6155-F74B-BEBD-1E924A614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164" y="3791903"/>
            <a:ext cx="6584950" cy="218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85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ED81C-6FC1-B84A-AE6A-8A13E330B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B32B0-8588-D542-AADD-556319DBB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B2FA19-4201-D14A-9976-BA23F704C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34" y="1600201"/>
            <a:ext cx="7887557" cy="96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6E297-7D9F-1D4D-A1F6-13EB85018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ADA3A-DA59-FF4E-BF46-0FD564AB6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52B60E-AE14-BE4B-8B71-6FAFAF841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71" y="1600201"/>
            <a:ext cx="8032979" cy="366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424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CAC76-574B-224E-8944-F5134197F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40359-56E1-4C47-8AE6-BBD535964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25960-B24E-2E41-93D2-0F6C18520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06" y="1600201"/>
            <a:ext cx="8685614" cy="103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385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E5AE8-15BE-DB48-8A00-F97B6F613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9475B-6B64-C048-9CF8-999F8BEE5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AF4A9-B31B-FF4C-975D-C7DCC9663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6" y="1600201"/>
            <a:ext cx="8042276" cy="212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566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15C26-0212-B24F-800C-1EC2DA374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51BFD-C17F-DB45-B8C4-54FFE604B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4B87B1-5A50-1041-8363-E242AF876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4" y="1600200"/>
            <a:ext cx="7810493" cy="114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639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3AE6F-5870-CE44-AFE1-D7F2D1240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77" y="-160092"/>
            <a:ext cx="8042276" cy="1336956"/>
          </a:xfrm>
        </p:spPr>
        <p:txBody>
          <a:bodyPr/>
          <a:lstStyle/>
          <a:p>
            <a:r>
              <a:rPr lang="en-US" dirty="0"/>
              <a:t>Vector 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2B926-B571-EA4F-B437-58522A18A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572" y="1176864"/>
            <a:ext cx="8042276" cy="4343400"/>
          </a:xfrm>
        </p:spPr>
        <p:txBody>
          <a:bodyPr/>
          <a:lstStyle/>
          <a:p>
            <a:r>
              <a:rPr lang="en-US" dirty="0"/>
              <a:t>Recall: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C4BB82-F81E-ED45-BBA1-19ABB6439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25" y="1609879"/>
            <a:ext cx="8032979" cy="36603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5F13D0D-C969-1E42-BF8C-A868FFD0F2AA}"/>
              </a:ext>
            </a:extLst>
          </p:cNvPr>
          <p:cNvSpPr/>
          <p:nvPr/>
        </p:nvSpPr>
        <p:spPr>
          <a:xfrm>
            <a:off x="649286" y="5270267"/>
            <a:ext cx="80329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Helvetica" pitchFamily="2" charset="0"/>
              </a:rPr>
              <a:t>Any set </a:t>
            </a:r>
            <a:r>
              <a:rPr lang="en-US" dirty="0">
                <a:latin typeface="Helvetica" pitchFamily="2" charset="0"/>
              </a:rPr>
              <a:t>that satisfies these properties (or axioms) is called a vector space, and the objects in the set are called vectors.</a:t>
            </a:r>
            <a:endParaRPr lang="en-US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788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D3BD1-8BC6-754E-9ECF-AC8EC7646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5261A-8AF8-9643-8431-CFA0EC568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455BA5-85BD-694D-B5F2-4E250DCE5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647700"/>
            <a:ext cx="88011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058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B4410-E1FC-124A-ADDA-2AAB4AE92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728C7-3294-9C48-AE71-44A2C0F89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83F868-17B7-814B-AC37-9AAEE5787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1444532"/>
            <a:ext cx="91059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539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536C5-31FA-BB4B-BD97-47239D52C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EAEA7-6400-AA46-9CFD-E12C81005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A62505-758A-E241-B1A0-5BFACD903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201"/>
            <a:ext cx="91313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0691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26492-3AC0-7642-A0E1-8C688494C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2C46C-CBBF-3644-B483-0A93A0A22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191123-ABF2-D14B-9319-0F217771A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3" y="1600201"/>
            <a:ext cx="89535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7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ECB2A-B264-4C42-9003-2FC7A30A2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55BC8-DAEC-2741-9895-51BC8F441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Vector Space of All Polynomials of Degree 2 or Less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489936-1B3E-B649-9EE1-B04B886CD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899" y="2635249"/>
            <a:ext cx="4657311" cy="63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692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546FA-F2DB-7C4F-8E63-24028F195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Important Vector 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DBCCF-AC27-E846-B1BF-5A805F9BB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F39EFC-2F9F-864F-809E-A80328AF2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63" y="1600201"/>
            <a:ext cx="8115300" cy="306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569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826D1-CB46-784B-9BF9-B1D48CB4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32D4C-3C81-6A43-8720-F83CD063C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B6269D-4466-214A-BB40-73777B0E7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13" y="1600201"/>
            <a:ext cx="8763000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404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F5AA4-B866-0846-98AA-3684D95D1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EE4C7-B89D-854A-842E-6655D699D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The Set of Integers Is Not a Vector Space</a:t>
            </a:r>
          </a:p>
          <a:p>
            <a:r>
              <a:rPr lang="en-US"/>
              <a:t>The Set of Second-Degree Polynomials Is Not a Vector Space</a:t>
            </a:r>
          </a:p>
        </p:txBody>
      </p:sp>
    </p:spTree>
    <p:extLst>
      <p:ext uri="{BB962C8B-B14F-4D97-AF65-F5344CB8AC3E}">
        <p14:creationId xmlns:p14="http://schemas.microsoft.com/office/powerpoint/2010/main" val="2318801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92AEE-D315-F647-95E7-61469F3BC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Subspaces of Vector 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11EC9-7F68-6B47-8612-2D63A0AA5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subset of a vector space is a subspace if it is a vector space (with the same operations):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40A4EC-DF50-BD45-A747-B836BB27D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1" y="2598491"/>
            <a:ext cx="8960757" cy="83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2566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D6A90-FABA-0B46-9F34-530AB65D5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6DEF339-FC6E-924E-BC52-C863620B7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592" y="1596573"/>
            <a:ext cx="9046408" cy="81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4222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C8D5F-7D57-8D41-AD6D-BE34D7AB7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58D9C-A19A-9943-ABE5-6183D7C90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D3FCF6-E804-DA4E-A39A-6B16A05EE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38" y="1600201"/>
            <a:ext cx="8323851" cy="318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225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1BA61-7BCD-F04C-ABC9-C92B97F2F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9D1D9-9281-874E-82D0-19DEA431E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2E46DC-FF7E-004A-9F2E-9823AB24D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69" y="1600201"/>
            <a:ext cx="8755688" cy="71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126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19C1E-31AF-0541-A52A-176E09EA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7971918-51BE-E24B-8EA8-0E77D6FD2C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061" y="1536873"/>
            <a:ext cx="7871878" cy="112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630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AA7C1-80E5-3C43-837F-6E464D9DA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Sequences of subspaces nested within each other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A4AF1-18F4-6040-94E0-DEE1C5A57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85C554-83B9-3348-B583-6150B157E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05" y="1600201"/>
            <a:ext cx="7701285" cy="2347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B25991-626F-1945-88E4-A1F8B45A3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4103555"/>
            <a:ext cx="4792208" cy="184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438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861E6-36A6-0945-8662-6416C9182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6BBBC-D68A-AF4C-960E-ADF5451BC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F93ED-C212-9243-9828-4CBA38B87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709" y="1444532"/>
            <a:ext cx="9182709" cy="8608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D79A2D-9203-C445-949F-9F2D692D9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206" y="2516622"/>
            <a:ext cx="3480707" cy="289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195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DDEDF-7190-7348-8989-BE55A1CF4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3CC92-B3E9-2D47-9DE0-F4CE25A58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AEFB0D-AAA8-9741-B242-DC75BD841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716" y="1600201"/>
            <a:ext cx="7491073" cy="262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1145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F9F50-FB1E-E147-9BFC-D7FD9470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2B520-EA31-D44A-B7D5-4193DF203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8E7FC1-841F-FE4C-B50C-41C26C09C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4" y="1600200"/>
            <a:ext cx="8058881" cy="23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2363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7CE5-EBE7-F84D-9176-64D715B2E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Spanning Sets and Linear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07C1C-1DFB-F944-9C5E-4B5F50147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FD1FB6-2DF8-6441-AB29-243FBE855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6" y="1600202"/>
            <a:ext cx="8042276" cy="154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7656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95BB-0072-3042-842A-22F7C6DE8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10E09-9034-514D-AFDF-FB45A0B4F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C7ED85-16E2-5A41-AB38-089C291F4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7989904" cy="13369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B6D2D2-AA3D-8F49-BC34-901E5F0FC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5" y="3429000"/>
            <a:ext cx="8042276" cy="33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508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74671-D4D8-BB47-8212-2B86B171A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46FFA-9826-8343-8387-2B865C3D6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E3DD5-EFCB-CC48-A5FE-4F9EFC7AE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8042276" cy="9495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8ABF66-626E-DE43-9320-447BEB809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4" y="2705404"/>
            <a:ext cx="8001539" cy="289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734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67091-AD29-5849-9054-2C416BE34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F0FE1-145C-3346-9297-D3D8E2986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BD9139-62BB-E144-B010-B04601F04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4" y="1600200"/>
            <a:ext cx="7390039" cy="119309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E5A9FC7-9220-E843-A408-EDD238C55FCD}"/>
              </a:ext>
            </a:extLst>
          </p:cNvPr>
          <p:cNvSpPr/>
          <p:nvPr/>
        </p:nvSpPr>
        <p:spPr>
          <a:xfrm>
            <a:off x="549273" y="2948959"/>
            <a:ext cx="80422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Helvetica" pitchFamily="2" charset="0"/>
              </a:rPr>
              <a:t>The coefficient matrix for this system has a nonzero determinant, the system has a unique solution. So, any vector in </a:t>
            </a:r>
            <a:r>
              <a:rPr lang="en-US" b="1" i="1" dirty="0">
                <a:latin typeface="Helvetica" pitchFamily="2" charset="0"/>
              </a:rPr>
              <a:t>R</a:t>
            </a:r>
            <a:r>
              <a:rPr lang="en-US" b="1" i="1" baseline="30000" dirty="0">
                <a:latin typeface="Helvetica" pitchFamily="2" charset="0"/>
              </a:rPr>
              <a:t>3</a:t>
            </a:r>
            <a:r>
              <a:rPr lang="en-US" dirty="0">
                <a:latin typeface="Helvetica" pitchFamily="2" charset="0"/>
              </a:rPr>
              <a:t> can be written as a linear combination of the vectors in </a:t>
            </a:r>
            <a:r>
              <a:rPr lang="en-US" b="1" i="1" dirty="0">
                <a:latin typeface="Helvetica" pitchFamily="2" charset="0"/>
              </a:rPr>
              <a:t>S</a:t>
            </a:r>
            <a:r>
              <a:rPr lang="en-US" dirty="0">
                <a:latin typeface="Helvetica" pitchFamily="2" charset="0"/>
              </a:rPr>
              <a:t>, and you can conclude that the set S spans </a:t>
            </a:r>
            <a:r>
              <a:rPr lang="en-US" b="1" i="1" dirty="0">
                <a:latin typeface="Helvetica" pitchFamily="2" charset="0"/>
              </a:rPr>
              <a:t>R</a:t>
            </a:r>
            <a:r>
              <a:rPr lang="en-US" b="1" i="1" baseline="30000" dirty="0">
                <a:latin typeface="Helvetica" pitchFamily="2" charset="0"/>
              </a:rPr>
              <a:t>3</a:t>
            </a:r>
            <a:endParaRPr lang="en-US" b="1" i="1" baseline="30000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256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FEC5D-63F6-9B4F-AF10-ACA1E4064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23706-5AF7-CE4B-B13D-F80A1B006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9B95E2-516B-614C-A740-2D284824B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60979"/>
            <a:ext cx="8042276" cy="18173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D9B67C-9598-B846-AF76-7A14295D8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5" y="3848100"/>
            <a:ext cx="8068658" cy="92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61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A512F-3873-1C43-A1F3-8C7CA4E83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B2D0D-1BFA-AF4C-8BF0-986C3C177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73DB95-CD7C-664B-AEA3-49779DA77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6" y="1543224"/>
            <a:ext cx="8042276" cy="17377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26CF0C-BF41-0145-A73F-29D22D7B3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4" y="3581400"/>
            <a:ext cx="7694840" cy="6272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A6232F-6DD0-8B42-A56B-016B8FB74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74" y="4273078"/>
            <a:ext cx="7700134" cy="4721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BCBDD6-741F-244E-9959-E83544C412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328" y="4857945"/>
            <a:ext cx="7592786" cy="56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20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E832E-368F-864D-A6EA-9B8631F6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7A331-0A1E-2F44-93A0-F28F08EBD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6A3C73-448F-284A-A7EC-C4710BEB4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79" y="4366986"/>
            <a:ext cx="8013672" cy="11284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546D78-C86A-714D-99D5-15B017899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78" y="1616529"/>
            <a:ext cx="7944449" cy="230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274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17513-8C6A-A241-838F-819327513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ACA67-C22F-0348-BE38-125A60F3A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960E28-BF30-124E-912D-BDA75C6FC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4" y="1600201"/>
            <a:ext cx="7876693" cy="120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4350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88C1E-BA1B-EA42-A744-71D18A957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98615-8A38-044C-BE0D-0AA3D8994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6CEA00-5A66-8246-B625-3ACAA50FB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4" y="1600201"/>
            <a:ext cx="7985181" cy="150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5698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6C5F3-BE74-2444-A6D1-48A56FDD6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EF846-C264-EF4C-8140-B1FA4D429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721DC7-E778-E842-9B08-5D9333139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4" y="1600201"/>
            <a:ext cx="8002547" cy="211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99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B88B5-AF5D-FE4B-80E0-F1B1D988E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A437F-8848-CB4C-84E0-07DE9E0D4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C29FA6-F020-2F40-B108-7278AB82E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4" y="1600200"/>
            <a:ext cx="8121859" cy="8381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A886BA-4368-744A-A9C4-5581143C5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83" y="2832100"/>
            <a:ext cx="8277749" cy="133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43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3DFD3-6969-B044-962D-BE6229692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for Linear Dependence of Two Vectors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7A10F3-2909-DF45-9522-A7882925DC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275" y="1641927"/>
            <a:ext cx="7980562" cy="7384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3B508A-9D2C-D04A-BC19-110F7F31E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5" y="2586264"/>
            <a:ext cx="4371068" cy="14283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B84348-363C-9041-911D-5B4ED0407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76" y="4014606"/>
            <a:ext cx="4371068" cy="126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9878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0AE76-1610-3643-939B-51512DCFF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Basis and Dimension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4B0DC-B147-E546-A95B-9A54E8E0F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386583-5217-1340-AD92-3FAB298F8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4" y="1560287"/>
            <a:ext cx="8100371" cy="10377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D3E2A1-BB0E-E049-99C3-17D4F1F26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36" y="2790012"/>
            <a:ext cx="7277100" cy="838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A9F1C6B-2573-B746-9D76-A7BABD4B83CC}"/>
              </a:ext>
            </a:extLst>
          </p:cNvPr>
          <p:cNvSpPr/>
          <p:nvPr/>
        </p:nvSpPr>
        <p:spPr>
          <a:xfrm>
            <a:off x="549273" y="3823436"/>
            <a:ext cx="80422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Helvetica" pitchFamily="2" charset="0"/>
              </a:rPr>
              <a:t>If a vector space </a:t>
            </a:r>
            <a:r>
              <a:rPr lang="en-US" b="1" i="1" dirty="0">
                <a:latin typeface="Helvetica" pitchFamily="2" charset="0"/>
              </a:rPr>
              <a:t>V</a:t>
            </a:r>
            <a:r>
              <a:rPr lang="en-US" dirty="0">
                <a:latin typeface="Helvetica" pitchFamily="2" charset="0"/>
              </a:rPr>
              <a:t> has a basis consisting of a finite number of vectors, then </a:t>
            </a:r>
            <a:r>
              <a:rPr lang="en-US" b="1" i="1" dirty="0">
                <a:latin typeface="Helvetica" pitchFamily="2" charset="0"/>
              </a:rPr>
              <a:t>V</a:t>
            </a:r>
            <a:r>
              <a:rPr lang="en-US" dirty="0">
                <a:latin typeface="Helvetica" pitchFamily="2" charset="0"/>
              </a:rPr>
              <a:t> is finite dimensional. Otherwise, </a:t>
            </a:r>
            <a:r>
              <a:rPr lang="en-US" b="1" i="1" dirty="0">
                <a:latin typeface="Helvetica" pitchFamily="2" charset="0"/>
              </a:rPr>
              <a:t>V</a:t>
            </a:r>
            <a:r>
              <a:rPr lang="en-US" dirty="0">
                <a:latin typeface="Helvetica" pitchFamily="2" charset="0"/>
              </a:rPr>
              <a:t> is called infinite dimensional.</a:t>
            </a:r>
            <a:endParaRPr lang="en-US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30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6EEC-3A5C-B34C-8E87-0D5BE02A1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F71A6-928F-3848-AB8A-EBBBF0207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37CF4A-E172-8743-B5DC-0A94B46A6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49" y="1600201"/>
            <a:ext cx="6820807" cy="241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1104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C95E2-BED3-CE4A-BBDD-26D0CAFEF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22F47-7A61-A148-8295-E2434EF80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8305C0-BA4C-244A-AC95-8025B3EAC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0"/>
            <a:ext cx="6315982" cy="36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4200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6A16B-03D0-944F-8FF5-A61367C10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34335-CC27-A644-A3F0-BCF62FBC0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DAD5097-B87E-5F42-980C-A98140887379}"/>
                  </a:ext>
                </a:extLst>
              </p14:cNvPr>
              <p14:cNvContentPartPr/>
              <p14:nvPr/>
            </p14:nvContentPartPr>
            <p14:xfrm>
              <a:off x="317160" y="305280"/>
              <a:ext cx="8130600" cy="2630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DAD5097-B87E-5F42-980C-A981408873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7800" y="295920"/>
                <a:ext cx="8149320" cy="264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22469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B4C48E-9752-1F4C-B31D-714158F0B3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7219" y="923472"/>
            <a:ext cx="6199251" cy="8040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DD07DD-4147-AB43-BB68-D81F69CE4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03" y="326572"/>
            <a:ext cx="28575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686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C819B-F19F-A94C-B2BA-BE7FD3EF0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0E351-598E-3349-91D6-954EB26D6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6ADAD0-BBC1-1C45-9A1F-30E3E148B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-185056"/>
            <a:ext cx="8042276" cy="29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1577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23DFD-CF05-604A-83AB-433356EEB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75413-AC79-8F4E-AD29-E1718EF1B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A8AD56-736D-E343-8A36-80703DA8D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-286656"/>
            <a:ext cx="8003170" cy="269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2230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FE84E-D757-3F48-9186-3D406CAEB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0E166-896F-364F-8EA7-99230966F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870068-3650-4E4E-8956-B6D9EF0DE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0"/>
            <a:ext cx="8092344" cy="823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5F51FE-6FFD-A041-BD2F-E0FD450AC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5" y="2851150"/>
            <a:ext cx="8042276" cy="127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505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F02C1-BE88-4645-8BBF-F59C901D4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E575B-DCEF-2647-AFC3-6338CAC7A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4B4705-196A-B44D-AA1D-7882FEE95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4" y="1600201"/>
            <a:ext cx="8078091" cy="7075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AE3D04-6CE2-BD48-BD29-C3BCA9537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60" y="2608397"/>
            <a:ext cx="8101371" cy="212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626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E001E-2E27-6C4E-BC9C-A7D2CC096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556A6-1B28-1846-B4BA-832057353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3735D3-9FB3-3B4F-9B96-6F865D980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3830"/>
            <a:ext cx="8066410" cy="950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DA4A05-F4A7-CA47-A109-352BECB48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48" y="2990850"/>
            <a:ext cx="7780703" cy="131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97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95A75-05AB-6248-9945-63BBB3A56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34300-D2D8-4745-8743-667C74A1A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C839F6-92A1-4844-A489-0FEAC3647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0"/>
            <a:ext cx="8107408" cy="8381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46B228-6603-3640-9482-F1F93CD2D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42" y="2594066"/>
            <a:ext cx="8042275" cy="342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7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F4382-129E-5740-8EA1-C2B045967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8BD4D-05AC-ED42-AFDC-A6DD6DA5E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1B09BE-2EBE-EB49-871F-8313927E9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10" y="107576"/>
            <a:ext cx="8256806" cy="13369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F2E534-80F5-3743-AEF2-55DC26370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10" y="1587501"/>
            <a:ext cx="4394200" cy="21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61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1EDA0-11C0-D646-B637-5772A98FE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77D68-8F50-0B4B-BF6A-D61BEE465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6937D0-19BE-544A-A971-C163B9264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46" y="0"/>
            <a:ext cx="7724933" cy="170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1131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174EE-DDDA-4C46-96DD-9FABEB5F5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5DF80-C549-A344-A1C2-309CFC84F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C909E0-9A80-7A4A-A991-A7914E328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07576"/>
            <a:ext cx="7846824" cy="182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5385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4F71F-C2FC-C742-8D8B-2E5A25282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C9549-4E37-0C4B-9FAE-B29B6174A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D428F6-FB06-7F49-AECF-ED2FD3353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07576"/>
            <a:ext cx="7996044" cy="109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8380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0558-C067-2A4A-9EBE-5DF1E842C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95EDC-CA7B-5C4E-AE12-D95585359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7E2523-604D-1743-A31B-85C89DC91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6" y="1600202"/>
            <a:ext cx="8042276" cy="10414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28DD5E-E748-424D-9530-7973897F9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3" y="2987221"/>
            <a:ext cx="7993223" cy="6994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7CEEC2-435C-3F40-B843-A4B17B3D0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73" y="4028667"/>
            <a:ext cx="8042276" cy="77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11741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F8FC0-719B-E24E-8956-10E298C82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65AB0-BE47-584D-967C-0B8CF86DC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CD4E94-FA49-1B49-8B2C-B12414287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4" y="1549400"/>
            <a:ext cx="5241925" cy="325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53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A67E9-B7F9-F845-ACF0-3D6E3AB5F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E9A0D-A74F-0C40-B528-5EFB56258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7826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E15D5-B88F-9646-B146-463C19B41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6098E-F14C-0147-8407-6C8E17000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697BD2-134C-7544-8D37-6DBAD4880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4872336" cy="302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192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D5F9E-8204-FD43-ACA4-B6F4FB066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DA44B-7C93-AB4E-9F83-FC13BBED3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836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E0851-211B-BE4F-B9EE-63888957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A8555-B97D-4948-A54F-2C56F1CE3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D17584-0DC8-0642-8DFF-0E310F681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1600201"/>
            <a:ext cx="6071158" cy="301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4774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4D162-F142-E746-85DE-E96BF83E8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1D6F8-9C76-6A43-94ED-A430F2A3C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78605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B1CDA-2FAF-654F-A213-8B54A1A21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CA818-29EA-AE4D-BDB2-DBDA0F29E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F877AA-0101-C24A-8511-150DCE9DF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0"/>
            <a:ext cx="8117798" cy="7511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D9ABA9-D935-7C4F-9FFC-906FC9D65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5" y="2768599"/>
            <a:ext cx="8117798" cy="7511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861D72-4C61-E340-B64D-CF9E1FAA3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36" y="3771900"/>
            <a:ext cx="4327978" cy="196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820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98A7-F5B7-E149-B68A-D0924C4FF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ED4D8-7DB4-F040-8D92-42EFEB1E9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1360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442BA-18C9-9346-B7D3-32E4B3B8D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9D28A-41C3-484C-99AB-F50CD41BC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B22190-568F-314B-9AE4-294FA6011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7973954" cy="22315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0393BF-364D-814F-8BB1-E24098FEA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5" y="3987439"/>
            <a:ext cx="4318318" cy="195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499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EB724-509B-A54E-A38F-895D5FF5A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88420-783D-3A48-9C11-323707298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1CDC96A-8176-3241-8290-AF111AE1DEFD}"/>
                  </a:ext>
                </a:extLst>
              </p14:cNvPr>
              <p14:cNvContentPartPr/>
              <p14:nvPr/>
            </p14:nvContentPartPr>
            <p14:xfrm>
              <a:off x="322200" y="318240"/>
              <a:ext cx="7174440" cy="4267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1CDC96A-8176-3241-8290-AF111AE1DEF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2840" y="308880"/>
                <a:ext cx="7193160" cy="428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722062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61459-1002-F94A-8103-17E32AD5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29651-E64F-4B46-A5AD-BCFE6949A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A57265-A5EA-744F-8F95-F5E1768FF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4" y="1719035"/>
            <a:ext cx="8095021" cy="10822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6CC5FF-8046-1D4D-9002-53524A652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613" y="3132549"/>
            <a:ext cx="72136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57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044E1-4479-2142-8BB5-88B061BB8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652357-E5C6-EA46-9587-284068D41C7A}"/>
                  </a:ext>
                </a:extLst>
              </p14:cNvPr>
              <p14:cNvContentPartPr/>
              <p14:nvPr/>
            </p14:nvContentPartPr>
            <p14:xfrm>
              <a:off x="134640" y="245880"/>
              <a:ext cx="7219800" cy="2949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652357-E5C6-EA46-9587-284068D41C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5280" y="236520"/>
                <a:ext cx="7238520" cy="29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340DFC1-A27E-5E41-BB91-EEFA548E4EAE}"/>
                  </a:ext>
                </a:extLst>
              </p14:cNvPr>
              <p14:cNvContentPartPr/>
              <p14:nvPr/>
            </p14:nvContentPartPr>
            <p14:xfrm>
              <a:off x="384120" y="3566160"/>
              <a:ext cx="7728120" cy="2061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340DFC1-A27E-5E41-BB91-EEFA548E4EA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4760" y="3556800"/>
                <a:ext cx="7746840" cy="208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323248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20F6B-2CA6-A941-B132-84C941BFC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E066C-3487-4543-8015-B8DC75AEF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56D62A-8614-9C47-9F3F-6EBDB2A28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18343"/>
            <a:ext cx="8037610" cy="950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C82F56-0125-A44B-80D8-E05208D13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4" y="3111500"/>
            <a:ext cx="8083783" cy="74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54764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2C93B-84B5-6F46-A1A8-71E6D5FFA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EA75B-B5D5-D64D-9D26-A2416C0B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0E6B40-1475-174D-BCE4-6F4997A52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57" y="273050"/>
            <a:ext cx="728980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58104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02F75-0DD5-E042-9045-9D3F18A14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F3805-0050-6C48-B8B0-5EF171E40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384293-DC93-194A-9EE5-D41A8120B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4" y="1600201"/>
            <a:ext cx="8062059" cy="330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32520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82301-3E30-AA47-A319-D96CCD57D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Coordinates and Change of Basis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5311EB-01DE-3B49-BA58-AB9DEF9BF9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275" y="1654627"/>
            <a:ext cx="7910288" cy="316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99736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2277F-492F-B748-8661-F7AE50984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1C136-32CC-C048-8034-3DC6551D5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0F05B1-220A-8947-B710-2323053C3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54214"/>
            <a:ext cx="7896616" cy="152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50649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B99BC-E06D-1E49-9FB6-FB35E65C1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BCAA8-AD94-5247-9BE6-7BD631517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5B245D-36C1-A242-8627-7C9D981FC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14" y="0"/>
            <a:ext cx="8110598" cy="239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50625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77B78-3B7D-1F44-BF75-0A3A4805C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4FC6B-BAF0-5A46-AB1B-E51462CC3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354321-CCA0-2A4C-9DC0-D3C43A8A3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64" y="168728"/>
            <a:ext cx="7997687" cy="149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08565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08013-9F18-DF4E-B043-20320AD4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of Basis in </a:t>
            </a:r>
            <a:r>
              <a:rPr lang="en-US" b="1" i="1" dirty="0"/>
              <a:t>R</a:t>
            </a:r>
            <a:r>
              <a:rPr lang="en-US" b="1" i="1" baseline="30000" dirty="0"/>
              <a:t>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7A7B2-30C6-534C-81A3-96039A134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419F9D-A5FE-354F-954F-14C4280B1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814" y="1704522"/>
            <a:ext cx="7340600" cy="4813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CC7C51-5941-3A4A-99D5-EE5FFD42D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77" y="1704522"/>
            <a:ext cx="10922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1765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979E-FFAB-5443-BA78-AF0B70F27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BBA87-5AFE-1E40-AA86-D7424CE86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A25B68-F56C-1949-A967-0819E521B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4" y="1600200"/>
            <a:ext cx="7960935" cy="7365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152939-8393-0440-87D1-26AC6A044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36" y="3842659"/>
            <a:ext cx="71501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10958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95151-04AC-2B42-B45B-C3730EB6B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4DB67-3277-FA44-9370-408C5E4B4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34A197-5A02-B04D-9E7B-DE586A32B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722" y="320669"/>
            <a:ext cx="8042800" cy="9107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97D3BEC-0D79-AC40-B5AE-8D43939DAF46}"/>
                  </a:ext>
                </a:extLst>
              </p14:cNvPr>
              <p14:cNvContentPartPr/>
              <p14:nvPr/>
            </p14:nvContentPartPr>
            <p14:xfrm>
              <a:off x="2884680" y="715320"/>
              <a:ext cx="1293840" cy="119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97D3BEC-0D79-AC40-B5AE-8D43939DAF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75320" y="705960"/>
                <a:ext cx="1312560" cy="13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973294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6771D-5643-2948-B52A-A65EA6F9C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95E1F-314F-204F-92AF-BD9C14A9B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113985-6568-A441-B7A9-AAA0C45F9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07576"/>
            <a:ext cx="7948625" cy="1694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47538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5CAF1-A5DC-544B-9B6E-4C0364585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978EB-9DE6-D640-AB8B-A65AFCE22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65483E-5698-8E41-90C8-AA6C62CC4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07576"/>
            <a:ext cx="7848600" cy="200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24888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15E69-FC7E-964D-99B9-D72DF8D80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3DE07-302E-8C4E-B1ED-CC9098859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B5C365-9B3D-EC47-9ED8-38EBE23AB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322035"/>
            <a:ext cx="7708900" cy="17145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B8C78FA-2E31-D74C-BB4F-319D0DBF3CF0}"/>
                  </a:ext>
                </a:extLst>
              </p14:cNvPr>
              <p14:cNvContentPartPr/>
              <p14:nvPr/>
            </p14:nvContentPartPr>
            <p14:xfrm>
              <a:off x="614160" y="2203200"/>
              <a:ext cx="6824160" cy="3536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B8C78FA-2E31-D74C-BB4F-319D0DBF3C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4800" y="2193840"/>
                <a:ext cx="6842880" cy="355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00035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Breeze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Breeze.thmx</Template>
  <TotalTime>1337</TotalTime>
  <Words>269</Words>
  <Application>Microsoft Office PowerPoint</Application>
  <PresentationFormat>On-screen Show (4:3)</PresentationFormat>
  <Paragraphs>28</Paragraphs>
  <Slides>87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88" baseType="lpstr">
      <vt:lpstr>Breeze</vt:lpstr>
      <vt:lpstr>Vector Spaces</vt:lpstr>
      <vt:lpstr>PowerPoint Presentation</vt:lpstr>
      <vt:lpstr>Vectors in the Plane</vt:lpstr>
      <vt:lpstr>PowerPoint Presentation</vt:lpstr>
      <vt:lpstr>PowerPoint Presentation</vt:lpstr>
      <vt:lpstr>Scalar multiplication</vt:lpstr>
      <vt:lpstr>PowerPoint Presentation</vt:lpstr>
      <vt:lpstr>PowerPoint Presentation</vt:lpstr>
      <vt:lpstr>PowerPoint Presentation</vt:lpstr>
      <vt:lpstr>Vectors in 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Vector Spaces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of Important Vector Spaces</vt:lpstr>
      <vt:lpstr>PowerPoint Presentation</vt:lpstr>
      <vt:lpstr>Counter examples</vt:lpstr>
      <vt:lpstr>Subspaces of Vector Spaces</vt:lpstr>
      <vt:lpstr>Example</vt:lpstr>
      <vt:lpstr>PowerPoint Presentation</vt:lpstr>
      <vt:lpstr>Example</vt:lpstr>
      <vt:lpstr>Example</vt:lpstr>
      <vt:lpstr>Sequences of subspaces nested within each other</vt:lpstr>
      <vt:lpstr>PowerPoint Presentation</vt:lpstr>
      <vt:lpstr>PowerPoint Presentation</vt:lpstr>
      <vt:lpstr>PowerPoint Presentation</vt:lpstr>
      <vt:lpstr>Spanning Sets and Linear Independence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Testing for Linear Dependence of Two Vectors</vt:lpstr>
      <vt:lpstr>Basis and Dimension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Coordinates and Change of Basis</vt:lpstr>
      <vt:lpstr>PowerPoint Presentation</vt:lpstr>
      <vt:lpstr>PowerPoint Presentation</vt:lpstr>
      <vt:lpstr>PowerPoint Presentation</vt:lpstr>
      <vt:lpstr>Change of Basis in Rn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 THEOREMS OF VECTOR ANALYSIS</dc:title>
  <dc:creator>Min Wang</dc:creator>
  <cp:lastModifiedBy>Min Wang</cp:lastModifiedBy>
  <cp:revision>111</cp:revision>
  <cp:lastPrinted>2020-04-06T20:50:38Z</cp:lastPrinted>
  <dcterms:created xsi:type="dcterms:W3CDTF">2018-06-05T01:47:43Z</dcterms:created>
  <dcterms:modified xsi:type="dcterms:W3CDTF">2025-11-11T18:27:47Z</dcterms:modified>
</cp:coreProperties>
</file>