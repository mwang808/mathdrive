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handoutMasterIdLst>
    <p:handoutMasterId r:id="rId29"/>
  </p:handoutMasterIdLst>
  <p:sldIdLst>
    <p:sldId id="291" r:id="rId2"/>
    <p:sldId id="294" r:id="rId3"/>
    <p:sldId id="267" r:id="rId4"/>
    <p:sldId id="297" r:id="rId5"/>
    <p:sldId id="282" r:id="rId6"/>
    <p:sldId id="298" r:id="rId7"/>
    <p:sldId id="299" r:id="rId8"/>
    <p:sldId id="290" r:id="rId9"/>
    <p:sldId id="300" r:id="rId10"/>
    <p:sldId id="301" r:id="rId11"/>
    <p:sldId id="302" r:id="rId12"/>
    <p:sldId id="303" r:id="rId13"/>
    <p:sldId id="304" r:id="rId14"/>
    <p:sldId id="305" r:id="rId15"/>
    <p:sldId id="306" r:id="rId16"/>
    <p:sldId id="307" r:id="rId17"/>
    <p:sldId id="315" r:id="rId18"/>
    <p:sldId id="308" r:id="rId19"/>
    <p:sldId id="309" r:id="rId20"/>
    <p:sldId id="316" r:id="rId21"/>
    <p:sldId id="310" r:id="rId22"/>
    <p:sldId id="283" r:id="rId23"/>
    <p:sldId id="284" r:id="rId24"/>
    <p:sldId id="312" r:id="rId25"/>
    <p:sldId id="313" r:id="rId26"/>
    <p:sldId id="314"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008D"/>
    <a:srgbClr val="A00F73"/>
    <a:srgbClr val="207BB8"/>
    <a:srgbClr val="2075AE"/>
    <a:srgbClr val="7F4520"/>
    <a:srgbClr val="2384C6"/>
    <a:srgbClr val="6EA484"/>
    <a:srgbClr val="F79B2E"/>
    <a:srgbClr val="DAD6CB"/>
    <a:srgbClr val="807C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FA541F-3007-7147-BC75-92C53770872F}" v="7" dt="2026-02-25T02:01:51.7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47" autoAdjust="0"/>
    <p:restoredTop sz="94434" autoAdjust="0"/>
  </p:normalViewPr>
  <p:slideViewPr>
    <p:cSldViewPr snapToGrid="0">
      <p:cViewPr varScale="1">
        <p:scale>
          <a:sx n="119" d="100"/>
          <a:sy n="119" d="100"/>
        </p:scale>
        <p:origin x="1728" y="18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4" d="100"/>
          <a:sy n="54" d="100"/>
        </p:scale>
        <p:origin x="-283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 Wang" userId="40c509f2-6e44-41ac-be95-0b697891d3eb" providerId="ADAL" clId="{1E82F5CA-06CB-5569-B40B-7CFA0163A4AB}"/>
    <pc:docChg chg="addSld modSld sldOrd">
      <pc:chgData name="Min Wang" userId="40c509f2-6e44-41ac-be95-0b697891d3eb" providerId="ADAL" clId="{1E82F5CA-06CB-5569-B40B-7CFA0163A4AB}" dt="2026-02-25T02:03:00.594" v="25" actId="729"/>
      <pc:docMkLst>
        <pc:docMk/>
      </pc:docMkLst>
      <pc:sldChg chg="mod modShow">
        <pc:chgData name="Min Wang" userId="40c509f2-6e44-41ac-be95-0b697891d3eb" providerId="ADAL" clId="{1E82F5CA-06CB-5569-B40B-7CFA0163A4AB}" dt="2026-02-22T12:49:02.272" v="0" actId="729"/>
        <pc:sldMkLst>
          <pc:docMk/>
          <pc:sldMk cId="1066034566" sldId="267"/>
        </pc:sldMkLst>
      </pc:sldChg>
      <pc:sldChg chg="mod modShow">
        <pc:chgData name="Min Wang" userId="40c509f2-6e44-41ac-be95-0b697891d3eb" providerId="ADAL" clId="{1E82F5CA-06CB-5569-B40B-7CFA0163A4AB}" dt="2026-02-25T02:03:00.594" v="25" actId="729"/>
        <pc:sldMkLst>
          <pc:docMk/>
          <pc:sldMk cId="1006009391" sldId="284"/>
        </pc:sldMkLst>
      </pc:sldChg>
      <pc:sldChg chg="addSp modSp mod modAnim">
        <pc:chgData name="Min Wang" userId="40c509f2-6e44-41ac-be95-0b697891d3eb" providerId="ADAL" clId="{1E82F5CA-06CB-5569-B40B-7CFA0163A4AB}" dt="2026-02-22T12:49:45.265" v="4"/>
        <pc:sldMkLst>
          <pc:docMk/>
          <pc:sldMk cId="3020419520" sldId="301"/>
        </pc:sldMkLst>
        <pc:picChg chg="add mod">
          <ac:chgData name="Min Wang" userId="40c509f2-6e44-41ac-be95-0b697891d3eb" providerId="ADAL" clId="{1E82F5CA-06CB-5569-B40B-7CFA0163A4AB}" dt="2026-02-22T12:49:39.147" v="3" actId="14100"/>
          <ac:picMkLst>
            <pc:docMk/>
            <pc:sldMk cId="3020419520" sldId="301"/>
            <ac:picMk id="4" creationId="{15DD04B8-4DB9-1DE0-9575-68AD5B96AAB0}"/>
          </ac:picMkLst>
        </pc:picChg>
      </pc:sldChg>
      <pc:sldChg chg="addSp modSp mod">
        <pc:chgData name="Min Wang" userId="40c509f2-6e44-41ac-be95-0b697891d3eb" providerId="ADAL" clId="{1E82F5CA-06CB-5569-B40B-7CFA0163A4AB}" dt="2026-02-25T02:01:21.795" v="15" actId="1076"/>
        <pc:sldMkLst>
          <pc:docMk/>
          <pc:sldMk cId="1779606571" sldId="306"/>
        </pc:sldMkLst>
        <pc:picChg chg="add mod">
          <ac:chgData name="Min Wang" userId="40c509f2-6e44-41ac-be95-0b697891d3eb" providerId="ADAL" clId="{1E82F5CA-06CB-5569-B40B-7CFA0163A4AB}" dt="2026-02-25T02:01:15.510" v="12" actId="1076"/>
          <ac:picMkLst>
            <pc:docMk/>
            <pc:sldMk cId="1779606571" sldId="306"/>
            <ac:picMk id="4" creationId="{8384D7E0-969D-48EE-474D-B18A20D951FD}"/>
          </ac:picMkLst>
        </pc:picChg>
        <pc:picChg chg="add mod">
          <ac:chgData name="Min Wang" userId="40c509f2-6e44-41ac-be95-0b697891d3eb" providerId="ADAL" clId="{1E82F5CA-06CB-5569-B40B-7CFA0163A4AB}" dt="2026-02-25T02:01:21.795" v="15" actId="1076"/>
          <ac:picMkLst>
            <pc:docMk/>
            <pc:sldMk cId="1779606571" sldId="306"/>
            <ac:picMk id="5" creationId="{25D58DA4-93FF-079C-5A64-632805D36D45}"/>
          </ac:picMkLst>
        </pc:picChg>
      </pc:sldChg>
      <pc:sldChg chg="ord">
        <pc:chgData name="Min Wang" userId="40c509f2-6e44-41ac-be95-0b697891d3eb" providerId="ADAL" clId="{1E82F5CA-06CB-5569-B40B-7CFA0163A4AB}" dt="2026-02-25T02:00:08.997" v="8" actId="20578"/>
        <pc:sldMkLst>
          <pc:docMk/>
          <pc:sldMk cId="4028871436" sldId="307"/>
        </pc:sldMkLst>
      </pc:sldChg>
      <pc:sldChg chg="ord">
        <pc:chgData name="Min Wang" userId="40c509f2-6e44-41ac-be95-0b697891d3eb" providerId="ADAL" clId="{1E82F5CA-06CB-5569-B40B-7CFA0163A4AB}" dt="2026-02-25T02:00:12.217" v="9" actId="20578"/>
        <pc:sldMkLst>
          <pc:docMk/>
          <pc:sldMk cId="1529319714" sldId="308"/>
        </pc:sldMkLst>
      </pc:sldChg>
      <pc:sldChg chg="ord">
        <pc:chgData name="Min Wang" userId="40c509f2-6e44-41ac-be95-0b697891d3eb" providerId="ADAL" clId="{1E82F5CA-06CB-5569-B40B-7CFA0163A4AB}" dt="2026-02-25T02:00:28.314" v="10" actId="20578"/>
        <pc:sldMkLst>
          <pc:docMk/>
          <pc:sldMk cId="2532524031" sldId="309"/>
        </pc:sldMkLst>
      </pc:sldChg>
      <pc:sldChg chg="mod modShow">
        <pc:chgData name="Min Wang" userId="40c509f2-6e44-41ac-be95-0b697891d3eb" providerId="ADAL" clId="{1E82F5CA-06CB-5569-B40B-7CFA0163A4AB}" dt="2026-02-25T02:03:00.594" v="25" actId="729"/>
        <pc:sldMkLst>
          <pc:docMk/>
          <pc:sldMk cId="3549062324" sldId="312"/>
        </pc:sldMkLst>
      </pc:sldChg>
      <pc:sldChg chg="mod modShow">
        <pc:chgData name="Min Wang" userId="40c509f2-6e44-41ac-be95-0b697891d3eb" providerId="ADAL" clId="{1E82F5CA-06CB-5569-B40B-7CFA0163A4AB}" dt="2026-02-25T02:03:00.594" v="25" actId="729"/>
        <pc:sldMkLst>
          <pc:docMk/>
          <pc:sldMk cId="1186394419" sldId="313"/>
        </pc:sldMkLst>
      </pc:sldChg>
      <pc:sldChg chg="mod modShow">
        <pc:chgData name="Min Wang" userId="40c509f2-6e44-41ac-be95-0b697891d3eb" providerId="ADAL" clId="{1E82F5CA-06CB-5569-B40B-7CFA0163A4AB}" dt="2026-02-22T12:51:02.929" v="5" actId="729"/>
        <pc:sldMkLst>
          <pc:docMk/>
          <pc:sldMk cId="2846860478" sldId="314"/>
        </pc:sldMkLst>
      </pc:sldChg>
      <pc:sldChg chg="addSp modSp add mod">
        <pc:chgData name="Min Wang" userId="40c509f2-6e44-41ac-be95-0b697891d3eb" providerId="ADAL" clId="{1E82F5CA-06CB-5569-B40B-7CFA0163A4AB}" dt="2026-02-25T02:01:47.712" v="21" actId="1076"/>
        <pc:sldMkLst>
          <pc:docMk/>
          <pc:sldMk cId="2788573107" sldId="315"/>
        </pc:sldMkLst>
        <pc:picChg chg="add mod">
          <ac:chgData name="Min Wang" userId="40c509f2-6e44-41ac-be95-0b697891d3eb" providerId="ADAL" clId="{1E82F5CA-06CB-5569-B40B-7CFA0163A4AB}" dt="2026-02-25T02:01:40.163" v="19" actId="14100"/>
          <ac:picMkLst>
            <pc:docMk/>
            <pc:sldMk cId="2788573107" sldId="315"/>
            <ac:picMk id="4" creationId="{D3898E64-7F84-C365-63B2-BC49E5F06ECD}"/>
          </ac:picMkLst>
        </pc:picChg>
        <pc:picChg chg="add mod">
          <ac:chgData name="Min Wang" userId="40c509f2-6e44-41ac-be95-0b697891d3eb" providerId="ADAL" clId="{1E82F5CA-06CB-5569-B40B-7CFA0163A4AB}" dt="2026-02-25T02:01:47.712" v="21" actId="1076"/>
          <ac:picMkLst>
            <pc:docMk/>
            <pc:sldMk cId="2788573107" sldId="315"/>
            <ac:picMk id="5" creationId="{321CB9E3-CDD9-3198-9616-973B5911FB52}"/>
          </ac:picMkLst>
        </pc:picChg>
      </pc:sldChg>
      <pc:sldChg chg="addSp modSp add mod">
        <pc:chgData name="Min Wang" userId="40c509f2-6e44-41ac-be95-0b697891d3eb" providerId="ADAL" clId="{1E82F5CA-06CB-5569-B40B-7CFA0163A4AB}" dt="2026-02-25T02:01:56.024" v="24" actId="14100"/>
        <pc:sldMkLst>
          <pc:docMk/>
          <pc:sldMk cId="1918206035" sldId="316"/>
        </pc:sldMkLst>
        <pc:picChg chg="add mod">
          <ac:chgData name="Min Wang" userId="40c509f2-6e44-41ac-be95-0b697891d3eb" providerId="ADAL" clId="{1E82F5CA-06CB-5569-B40B-7CFA0163A4AB}" dt="2026-02-25T02:01:56.024" v="24" actId="14100"/>
          <ac:picMkLst>
            <pc:docMk/>
            <pc:sldMk cId="1918206035" sldId="316"/>
            <ac:picMk id="4" creationId="{F769D5CB-CEEF-6109-35EC-F5A9987734A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23DDC7F-11C0-4319-A581-E4C85DF4DCC7}" type="datetimeFigureOut">
              <a:rPr lang="en-IN" smtClean="0"/>
              <a:t>24/02/26</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04B23B4-F070-49C3-8878-E1472E18C760}" type="slidenum">
              <a:rPr lang="en-IN" smtClean="0"/>
              <a:t>‹#›</a:t>
            </a:fld>
            <a:endParaRPr lang="en-IN"/>
          </a:p>
        </p:txBody>
      </p:sp>
    </p:spTree>
    <p:extLst>
      <p:ext uri="{BB962C8B-B14F-4D97-AF65-F5344CB8AC3E}">
        <p14:creationId xmlns:p14="http://schemas.microsoft.com/office/powerpoint/2010/main" val="42381593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83980-AF8F-4A7A-B2E2-26960AEE503E}" type="datetimeFigureOut">
              <a:rPr lang="en-IN" smtClean="0"/>
              <a:t>24/02/26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133D7F-26E6-4153-B08C-5F7A98CE0E5A}" type="slidenum">
              <a:rPr lang="en-IN" smtClean="0"/>
              <a:t>‹#›</a:t>
            </a:fld>
            <a:endParaRPr lang="en-IN"/>
          </a:p>
        </p:txBody>
      </p:sp>
    </p:spTree>
    <p:extLst>
      <p:ext uri="{BB962C8B-B14F-4D97-AF65-F5344CB8AC3E}">
        <p14:creationId xmlns:p14="http://schemas.microsoft.com/office/powerpoint/2010/main" val="601505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625FFA8-3268-4756-906C-6FE5550883BC}" type="datetime1">
              <a:rPr lang="en-IN" smtClean="0"/>
              <a:t>24/02/26</a:t>
            </a:fld>
            <a:endParaRPr lang="en-IN"/>
          </a:p>
        </p:txBody>
      </p:sp>
      <p:sp>
        <p:nvSpPr>
          <p:cNvPr id="5" name="Footer Placeholder 4"/>
          <p:cNvSpPr>
            <a:spLocks noGrp="1"/>
          </p:cNvSpPr>
          <p:nvPr>
            <p:ph type="ftr" sz="quarter" idx="11"/>
          </p:nvPr>
        </p:nvSpPr>
        <p:spPr/>
        <p:txBody>
          <a:bodyPr/>
          <a:lstStyle/>
          <a:p>
            <a:r>
              <a:rPr lang="en-IN"/>
              <a:t>Copyright © Cengage Learning. All rights reserved. </a:t>
            </a:r>
          </a:p>
        </p:txBody>
      </p:sp>
      <p:sp>
        <p:nvSpPr>
          <p:cNvPr id="6" name="Slide Number Placeholder 5"/>
          <p:cNvSpPr>
            <a:spLocks noGrp="1"/>
          </p:cNvSpPr>
          <p:nvPr>
            <p:ph type="sldNum" sz="quarter" idx="12"/>
          </p:nvPr>
        </p:nvSpPr>
        <p:spPr/>
        <p:txBody>
          <a:bodyPr/>
          <a:lstStyle/>
          <a:p>
            <a:fld id="{A87FF525-DAB2-4BDC-A82F-1466554F68BC}" type="slidenum">
              <a:rPr lang="en-IN" smtClean="0"/>
              <a:t>‹#›</a:t>
            </a:fld>
            <a:endParaRPr lang="en-IN"/>
          </a:p>
        </p:txBody>
      </p:sp>
    </p:spTree>
    <p:extLst>
      <p:ext uri="{BB962C8B-B14F-4D97-AF65-F5344CB8AC3E}">
        <p14:creationId xmlns:p14="http://schemas.microsoft.com/office/powerpoint/2010/main" val="1725596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338649-EA52-4F6F-A9BA-CF3920DD1EED}" type="datetime1">
              <a:rPr lang="en-IN" smtClean="0"/>
              <a:t>24/02/26</a:t>
            </a:fld>
            <a:endParaRPr lang="en-IN"/>
          </a:p>
        </p:txBody>
      </p:sp>
      <p:sp>
        <p:nvSpPr>
          <p:cNvPr id="5" name="Footer Placeholder 4"/>
          <p:cNvSpPr>
            <a:spLocks noGrp="1"/>
          </p:cNvSpPr>
          <p:nvPr>
            <p:ph type="ftr" sz="quarter" idx="11"/>
          </p:nvPr>
        </p:nvSpPr>
        <p:spPr/>
        <p:txBody>
          <a:bodyPr/>
          <a:lstStyle/>
          <a:p>
            <a:r>
              <a:rPr lang="en-IN"/>
              <a:t>Copyright © Cengage Learning. All rights reserved. </a:t>
            </a:r>
          </a:p>
        </p:txBody>
      </p:sp>
      <p:sp>
        <p:nvSpPr>
          <p:cNvPr id="6" name="Slide Number Placeholder 5"/>
          <p:cNvSpPr>
            <a:spLocks noGrp="1"/>
          </p:cNvSpPr>
          <p:nvPr>
            <p:ph type="sldNum" sz="quarter" idx="12"/>
          </p:nvPr>
        </p:nvSpPr>
        <p:spPr/>
        <p:txBody>
          <a:bodyPr/>
          <a:lstStyle/>
          <a:p>
            <a:fld id="{A87FF525-DAB2-4BDC-A82F-1466554F68BC}" type="slidenum">
              <a:rPr lang="en-IN" smtClean="0"/>
              <a:t>‹#›</a:t>
            </a:fld>
            <a:endParaRPr lang="en-IN"/>
          </a:p>
        </p:txBody>
      </p:sp>
    </p:spTree>
    <p:extLst>
      <p:ext uri="{BB962C8B-B14F-4D97-AF65-F5344CB8AC3E}">
        <p14:creationId xmlns:p14="http://schemas.microsoft.com/office/powerpoint/2010/main" val="4098482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5CA1E6-0660-490A-B2E9-7EF4EAE20A05}" type="datetime1">
              <a:rPr lang="en-IN" smtClean="0"/>
              <a:t>24/02/26</a:t>
            </a:fld>
            <a:endParaRPr lang="en-IN"/>
          </a:p>
        </p:txBody>
      </p:sp>
      <p:sp>
        <p:nvSpPr>
          <p:cNvPr id="5" name="Footer Placeholder 4"/>
          <p:cNvSpPr>
            <a:spLocks noGrp="1"/>
          </p:cNvSpPr>
          <p:nvPr>
            <p:ph type="ftr" sz="quarter" idx="11"/>
          </p:nvPr>
        </p:nvSpPr>
        <p:spPr/>
        <p:txBody>
          <a:bodyPr/>
          <a:lstStyle/>
          <a:p>
            <a:r>
              <a:rPr lang="en-IN"/>
              <a:t>Copyright © Cengage Learning. All rights reserved. </a:t>
            </a:r>
          </a:p>
        </p:txBody>
      </p:sp>
      <p:sp>
        <p:nvSpPr>
          <p:cNvPr id="6" name="Slide Number Placeholder 5"/>
          <p:cNvSpPr>
            <a:spLocks noGrp="1"/>
          </p:cNvSpPr>
          <p:nvPr>
            <p:ph type="sldNum" sz="quarter" idx="12"/>
          </p:nvPr>
        </p:nvSpPr>
        <p:spPr/>
        <p:txBody>
          <a:bodyPr/>
          <a:lstStyle/>
          <a:p>
            <a:fld id="{A87FF525-DAB2-4BDC-A82F-1466554F68BC}" type="slidenum">
              <a:rPr lang="en-IN" smtClean="0"/>
              <a:t>‹#›</a:t>
            </a:fld>
            <a:endParaRPr lang="en-IN"/>
          </a:p>
        </p:txBody>
      </p:sp>
    </p:spTree>
    <p:extLst>
      <p:ext uri="{BB962C8B-B14F-4D97-AF65-F5344CB8AC3E}">
        <p14:creationId xmlns:p14="http://schemas.microsoft.com/office/powerpoint/2010/main" val="168222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FDE4E4-5CAA-46CA-85DC-EB089A2E8FC9}" type="datetime1">
              <a:rPr lang="en-IN" smtClean="0"/>
              <a:t>24/02/26</a:t>
            </a:fld>
            <a:endParaRPr lang="en-IN"/>
          </a:p>
        </p:txBody>
      </p:sp>
      <p:sp>
        <p:nvSpPr>
          <p:cNvPr id="6" name="Footer Placeholder 5"/>
          <p:cNvSpPr>
            <a:spLocks noGrp="1"/>
          </p:cNvSpPr>
          <p:nvPr>
            <p:ph type="ftr" sz="quarter" idx="11"/>
          </p:nvPr>
        </p:nvSpPr>
        <p:spPr/>
        <p:txBody>
          <a:bodyPr/>
          <a:lstStyle/>
          <a:p>
            <a:r>
              <a:rPr lang="en-IN"/>
              <a:t>Copyright © Cengage Learning. All rights reserved. </a:t>
            </a:r>
          </a:p>
        </p:txBody>
      </p:sp>
      <p:sp>
        <p:nvSpPr>
          <p:cNvPr id="7" name="Slide Number Placeholder 6"/>
          <p:cNvSpPr>
            <a:spLocks noGrp="1"/>
          </p:cNvSpPr>
          <p:nvPr>
            <p:ph type="sldNum" sz="quarter" idx="12"/>
          </p:nvPr>
        </p:nvSpPr>
        <p:spPr/>
        <p:txBody>
          <a:bodyPr/>
          <a:lstStyle/>
          <a:p>
            <a:fld id="{A87FF525-DAB2-4BDC-A82F-1466554F68BC}" type="slidenum">
              <a:rPr lang="en-IN" smtClean="0"/>
              <a:t>‹#›</a:t>
            </a:fld>
            <a:endParaRPr lang="en-IN"/>
          </a:p>
        </p:txBody>
      </p:sp>
    </p:spTree>
    <p:extLst>
      <p:ext uri="{BB962C8B-B14F-4D97-AF65-F5344CB8AC3E}">
        <p14:creationId xmlns:p14="http://schemas.microsoft.com/office/powerpoint/2010/main" val="1848888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3F8165B-E190-40F2-8101-43E7504CF5F1}" type="datetime1">
              <a:rPr lang="en-IN" smtClean="0"/>
              <a:t>24/02/26</a:t>
            </a:fld>
            <a:endParaRPr lang="en-IN"/>
          </a:p>
        </p:txBody>
      </p:sp>
      <p:sp>
        <p:nvSpPr>
          <p:cNvPr id="8" name="Footer Placeholder 7"/>
          <p:cNvSpPr>
            <a:spLocks noGrp="1"/>
          </p:cNvSpPr>
          <p:nvPr>
            <p:ph type="ftr" sz="quarter" idx="11"/>
          </p:nvPr>
        </p:nvSpPr>
        <p:spPr/>
        <p:txBody>
          <a:bodyPr/>
          <a:lstStyle/>
          <a:p>
            <a:r>
              <a:rPr lang="en-IN"/>
              <a:t>Copyright © Cengage Learning. All rights reserved. </a:t>
            </a:r>
          </a:p>
        </p:txBody>
      </p:sp>
      <p:sp>
        <p:nvSpPr>
          <p:cNvPr id="9" name="Slide Number Placeholder 8"/>
          <p:cNvSpPr>
            <a:spLocks noGrp="1"/>
          </p:cNvSpPr>
          <p:nvPr>
            <p:ph type="sldNum" sz="quarter" idx="12"/>
          </p:nvPr>
        </p:nvSpPr>
        <p:spPr/>
        <p:txBody>
          <a:bodyPr/>
          <a:lstStyle/>
          <a:p>
            <a:fld id="{A87FF525-DAB2-4BDC-A82F-1466554F68BC}" type="slidenum">
              <a:rPr lang="en-IN" smtClean="0"/>
              <a:t>‹#›</a:t>
            </a:fld>
            <a:endParaRPr lang="en-IN"/>
          </a:p>
        </p:txBody>
      </p:sp>
    </p:spTree>
    <p:extLst>
      <p:ext uri="{BB962C8B-B14F-4D97-AF65-F5344CB8AC3E}">
        <p14:creationId xmlns:p14="http://schemas.microsoft.com/office/powerpoint/2010/main" val="2595081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BACF9A-E8A1-43AF-B7D9-263F9AE2610D}" type="datetime1">
              <a:rPr lang="en-IN" smtClean="0"/>
              <a:t>24/02/26</a:t>
            </a:fld>
            <a:endParaRPr lang="en-IN"/>
          </a:p>
        </p:txBody>
      </p:sp>
      <p:sp>
        <p:nvSpPr>
          <p:cNvPr id="4" name="Footer Placeholder 3"/>
          <p:cNvSpPr>
            <a:spLocks noGrp="1"/>
          </p:cNvSpPr>
          <p:nvPr>
            <p:ph type="ftr" sz="quarter" idx="11"/>
          </p:nvPr>
        </p:nvSpPr>
        <p:spPr/>
        <p:txBody>
          <a:bodyPr/>
          <a:lstStyle/>
          <a:p>
            <a:r>
              <a:rPr lang="en-IN"/>
              <a:t>Copyright © Cengage Learning. All rights reserved. </a:t>
            </a:r>
          </a:p>
        </p:txBody>
      </p:sp>
      <p:sp>
        <p:nvSpPr>
          <p:cNvPr id="5" name="Slide Number Placeholder 4"/>
          <p:cNvSpPr>
            <a:spLocks noGrp="1"/>
          </p:cNvSpPr>
          <p:nvPr>
            <p:ph type="sldNum" sz="quarter" idx="12"/>
          </p:nvPr>
        </p:nvSpPr>
        <p:spPr/>
        <p:txBody>
          <a:bodyPr/>
          <a:lstStyle/>
          <a:p>
            <a:fld id="{A87FF525-DAB2-4BDC-A82F-1466554F68BC}" type="slidenum">
              <a:rPr lang="en-IN" smtClean="0"/>
              <a:t>‹#›</a:t>
            </a:fld>
            <a:endParaRPr lang="en-IN"/>
          </a:p>
        </p:txBody>
      </p:sp>
    </p:spTree>
    <p:extLst>
      <p:ext uri="{BB962C8B-B14F-4D97-AF65-F5344CB8AC3E}">
        <p14:creationId xmlns:p14="http://schemas.microsoft.com/office/powerpoint/2010/main" val="129781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76F3DB-847B-4A18-8621-525FC98EA45F}" type="datetime1">
              <a:rPr lang="en-IN" smtClean="0"/>
              <a:t>24/02/26</a:t>
            </a:fld>
            <a:endParaRPr lang="en-IN"/>
          </a:p>
        </p:txBody>
      </p:sp>
      <p:sp>
        <p:nvSpPr>
          <p:cNvPr id="3" name="Footer Placeholder 2"/>
          <p:cNvSpPr>
            <a:spLocks noGrp="1"/>
          </p:cNvSpPr>
          <p:nvPr>
            <p:ph type="ftr" sz="quarter" idx="11"/>
          </p:nvPr>
        </p:nvSpPr>
        <p:spPr/>
        <p:txBody>
          <a:bodyPr/>
          <a:lstStyle/>
          <a:p>
            <a:r>
              <a:rPr lang="en-IN"/>
              <a:t>Copyright © Cengage Learning. All rights reserved. </a:t>
            </a:r>
          </a:p>
        </p:txBody>
      </p:sp>
      <p:sp>
        <p:nvSpPr>
          <p:cNvPr id="4" name="Slide Number Placeholder 3"/>
          <p:cNvSpPr>
            <a:spLocks noGrp="1"/>
          </p:cNvSpPr>
          <p:nvPr>
            <p:ph type="sldNum" sz="quarter" idx="12"/>
          </p:nvPr>
        </p:nvSpPr>
        <p:spPr/>
        <p:txBody>
          <a:bodyPr/>
          <a:lstStyle/>
          <a:p>
            <a:fld id="{A87FF525-DAB2-4BDC-A82F-1466554F68BC}" type="slidenum">
              <a:rPr lang="en-IN" smtClean="0"/>
              <a:t>‹#›</a:t>
            </a:fld>
            <a:endParaRPr lang="en-IN"/>
          </a:p>
        </p:txBody>
      </p:sp>
    </p:spTree>
    <p:extLst>
      <p:ext uri="{BB962C8B-B14F-4D97-AF65-F5344CB8AC3E}">
        <p14:creationId xmlns:p14="http://schemas.microsoft.com/office/powerpoint/2010/main" val="2324856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0686C78-40C8-4D18-BCAA-247D7F7415BD}" type="datetime1">
              <a:rPr lang="en-IN" smtClean="0"/>
              <a:t>24/02/26</a:t>
            </a:fld>
            <a:endParaRPr lang="en-IN"/>
          </a:p>
        </p:txBody>
      </p:sp>
      <p:sp>
        <p:nvSpPr>
          <p:cNvPr id="6" name="Footer Placeholder 5"/>
          <p:cNvSpPr>
            <a:spLocks noGrp="1"/>
          </p:cNvSpPr>
          <p:nvPr>
            <p:ph type="ftr" sz="quarter" idx="11"/>
          </p:nvPr>
        </p:nvSpPr>
        <p:spPr/>
        <p:txBody>
          <a:bodyPr/>
          <a:lstStyle/>
          <a:p>
            <a:r>
              <a:rPr lang="en-IN"/>
              <a:t>Copyright © Cengage Learning. All rights reserved. </a:t>
            </a:r>
          </a:p>
        </p:txBody>
      </p:sp>
      <p:sp>
        <p:nvSpPr>
          <p:cNvPr id="7" name="Slide Number Placeholder 6"/>
          <p:cNvSpPr>
            <a:spLocks noGrp="1"/>
          </p:cNvSpPr>
          <p:nvPr>
            <p:ph type="sldNum" sz="quarter" idx="12"/>
          </p:nvPr>
        </p:nvSpPr>
        <p:spPr/>
        <p:txBody>
          <a:bodyPr/>
          <a:lstStyle/>
          <a:p>
            <a:fld id="{A87FF525-DAB2-4BDC-A82F-1466554F68BC}" type="slidenum">
              <a:rPr lang="en-IN" smtClean="0"/>
              <a:t>‹#›</a:t>
            </a:fld>
            <a:endParaRPr lang="en-IN"/>
          </a:p>
        </p:txBody>
      </p:sp>
    </p:spTree>
    <p:extLst>
      <p:ext uri="{BB962C8B-B14F-4D97-AF65-F5344CB8AC3E}">
        <p14:creationId xmlns:p14="http://schemas.microsoft.com/office/powerpoint/2010/main" val="2107195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1E2FC4-1061-4459-8611-D61B517EACA0}" type="datetime1">
              <a:rPr lang="en-IN" smtClean="0"/>
              <a:t>24/02/26</a:t>
            </a:fld>
            <a:endParaRPr lang="en-IN"/>
          </a:p>
        </p:txBody>
      </p:sp>
      <p:sp>
        <p:nvSpPr>
          <p:cNvPr id="6" name="Footer Placeholder 5"/>
          <p:cNvSpPr>
            <a:spLocks noGrp="1"/>
          </p:cNvSpPr>
          <p:nvPr>
            <p:ph type="ftr" sz="quarter" idx="11"/>
          </p:nvPr>
        </p:nvSpPr>
        <p:spPr/>
        <p:txBody>
          <a:bodyPr/>
          <a:lstStyle/>
          <a:p>
            <a:r>
              <a:rPr lang="en-IN"/>
              <a:t>Copyright © Cengage Learning. All rights reserved. </a:t>
            </a:r>
          </a:p>
        </p:txBody>
      </p:sp>
      <p:sp>
        <p:nvSpPr>
          <p:cNvPr id="7" name="Slide Number Placeholder 6"/>
          <p:cNvSpPr>
            <a:spLocks noGrp="1"/>
          </p:cNvSpPr>
          <p:nvPr>
            <p:ph type="sldNum" sz="quarter" idx="12"/>
          </p:nvPr>
        </p:nvSpPr>
        <p:spPr/>
        <p:txBody>
          <a:bodyPr/>
          <a:lstStyle/>
          <a:p>
            <a:fld id="{A87FF525-DAB2-4BDC-A82F-1466554F68BC}" type="slidenum">
              <a:rPr lang="en-IN" smtClean="0"/>
              <a:t>‹#›</a:t>
            </a:fld>
            <a:endParaRPr lang="en-IN"/>
          </a:p>
        </p:txBody>
      </p:sp>
    </p:spTree>
    <p:extLst>
      <p:ext uri="{BB962C8B-B14F-4D97-AF65-F5344CB8AC3E}">
        <p14:creationId xmlns:p14="http://schemas.microsoft.com/office/powerpoint/2010/main" val="2240321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659190-FC26-4B66-A734-7787631E3406}" type="datetime1">
              <a:rPr lang="en-IN" smtClean="0"/>
              <a:t>24/02/26</a:t>
            </a:fld>
            <a:endParaRPr lang="en-IN"/>
          </a:p>
        </p:txBody>
      </p:sp>
      <p:sp>
        <p:nvSpPr>
          <p:cNvPr id="5" name="Footer Placeholder 4"/>
          <p:cNvSpPr>
            <a:spLocks noGrp="1"/>
          </p:cNvSpPr>
          <p:nvPr>
            <p:ph type="ftr" sz="quarter" idx="11"/>
          </p:nvPr>
        </p:nvSpPr>
        <p:spPr/>
        <p:txBody>
          <a:bodyPr/>
          <a:lstStyle/>
          <a:p>
            <a:r>
              <a:rPr lang="en-IN"/>
              <a:t>Copyright © Cengage Learning. All rights reserved. </a:t>
            </a:r>
          </a:p>
        </p:txBody>
      </p:sp>
      <p:sp>
        <p:nvSpPr>
          <p:cNvPr id="6" name="Slide Number Placeholder 5"/>
          <p:cNvSpPr>
            <a:spLocks noGrp="1"/>
          </p:cNvSpPr>
          <p:nvPr>
            <p:ph type="sldNum" sz="quarter" idx="12"/>
          </p:nvPr>
        </p:nvSpPr>
        <p:spPr/>
        <p:txBody>
          <a:bodyPr/>
          <a:lstStyle/>
          <a:p>
            <a:fld id="{A87FF525-DAB2-4BDC-A82F-1466554F68BC}" type="slidenum">
              <a:rPr lang="en-IN" smtClean="0"/>
              <a:t>‹#›</a:t>
            </a:fld>
            <a:endParaRPr lang="en-IN"/>
          </a:p>
        </p:txBody>
      </p:sp>
    </p:spTree>
    <p:extLst>
      <p:ext uri="{BB962C8B-B14F-4D97-AF65-F5344CB8AC3E}">
        <p14:creationId xmlns:p14="http://schemas.microsoft.com/office/powerpoint/2010/main" val="2553327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8242EA-2449-45C0-ABBB-8C2AE950ABCD}" type="datetime1">
              <a:rPr lang="en-IN" smtClean="0"/>
              <a:t>24/02/26</a:t>
            </a:fld>
            <a:endParaRPr lang="en-IN"/>
          </a:p>
        </p:txBody>
      </p:sp>
      <p:sp>
        <p:nvSpPr>
          <p:cNvPr id="5" name="Footer Placeholder 4"/>
          <p:cNvSpPr>
            <a:spLocks noGrp="1"/>
          </p:cNvSpPr>
          <p:nvPr>
            <p:ph type="ftr" sz="quarter" idx="11"/>
          </p:nvPr>
        </p:nvSpPr>
        <p:spPr/>
        <p:txBody>
          <a:bodyPr/>
          <a:lstStyle/>
          <a:p>
            <a:r>
              <a:rPr lang="en-IN"/>
              <a:t>Copyright © Cengage Learning. All rights reserved. </a:t>
            </a:r>
          </a:p>
        </p:txBody>
      </p:sp>
      <p:sp>
        <p:nvSpPr>
          <p:cNvPr id="6" name="Slide Number Placeholder 5"/>
          <p:cNvSpPr>
            <a:spLocks noGrp="1"/>
          </p:cNvSpPr>
          <p:nvPr>
            <p:ph type="sldNum" sz="quarter" idx="12"/>
          </p:nvPr>
        </p:nvSpPr>
        <p:spPr/>
        <p:txBody>
          <a:bodyPr/>
          <a:lstStyle/>
          <a:p>
            <a:fld id="{A87FF525-DAB2-4BDC-A82F-1466554F68BC}" type="slidenum">
              <a:rPr lang="en-IN" smtClean="0"/>
              <a:t>‹#›</a:t>
            </a:fld>
            <a:endParaRPr lang="en-IN"/>
          </a:p>
        </p:txBody>
      </p:sp>
    </p:spTree>
    <p:extLst>
      <p:ext uri="{BB962C8B-B14F-4D97-AF65-F5344CB8AC3E}">
        <p14:creationId xmlns:p14="http://schemas.microsoft.com/office/powerpoint/2010/main" val="2486918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pic>
        <p:nvPicPr>
          <p:cNvPr id="1026" name="Picture 2"/>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0" y="3111"/>
            <a:ext cx="9144000" cy="61691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hasCustomPrompt="1"/>
          </p:nvPr>
        </p:nvSpPr>
        <p:spPr>
          <a:xfrm>
            <a:off x="172278" y="297614"/>
            <a:ext cx="1709529" cy="987846"/>
          </a:xfrm>
        </p:spPr>
        <p:txBody>
          <a:bodyPr>
            <a:noAutofit/>
          </a:bodyPr>
          <a:lstStyle>
            <a:lvl1pPr algn="ctr">
              <a:defRPr sz="8000" b="1">
                <a:solidFill>
                  <a:srgbClr val="7F4520"/>
                </a:solidFill>
                <a:latin typeface="Arial" panose="020B0604020202020204" pitchFamily="34" charset="0"/>
                <a:cs typeface="Arial" panose="020B0604020202020204" pitchFamily="34" charset="0"/>
              </a:defRPr>
            </a:lvl1pPr>
          </a:lstStyle>
          <a:p>
            <a:r>
              <a:rPr lang="en-US" dirty="0"/>
              <a:t>CN</a:t>
            </a:r>
            <a:endParaRPr lang="en-IN" dirty="0"/>
          </a:p>
        </p:txBody>
      </p:sp>
      <p:sp>
        <p:nvSpPr>
          <p:cNvPr id="9" name="Text Placeholder 8"/>
          <p:cNvSpPr>
            <a:spLocks noGrp="1"/>
          </p:cNvSpPr>
          <p:nvPr>
            <p:ph type="body" sz="quarter" idx="13"/>
          </p:nvPr>
        </p:nvSpPr>
        <p:spPr>
          <a:xfrm>
            <a:off x="2014332" y="159026"/>
            <a:ext cx="6970642" cy="1245706"/>
          </a:xfrm>
        </p:spPr>
        <p:txBody>
          <a:bodyPr/>
          <a:lstStyle>
            <a:lvl1pPr marL="0" indent="0">
              <a:lnSpc>
                <a:spcPct val="100000"/>
              </a:lnSpc>
              <a:buNone/>
              <a:defRPr sz="4000" b="1">
                <a:solidFill>
                  <a:srgbClr val="207BB8"/>
                </a:solidFill>
                <a:effectLst/>
                <a:latin typeface="Arial" panose="020B0604020202020204" pitchFamily="34" charset="0"/>
                <a:cs typeface="Arial" panose="020B0604020202020204" pitchFamily="34" charset="0"/>
              </a:defRPr>
            </a:lvl1pPr>
            <a:lvl2pPr>
              <a:lnSpc>
                <a:spcPct val="100000"/>
              </a:lnSpc>
              <a:defRPr>
                <a:latin typeface="Arial" panose="020B0604020202020204" pitchFamily="34" charset="0"/>
                <a:cs typeface="Arial" panose="020B0604020202020204" pitchFamily="34" charset="0"/>
              </a:defRPr>
            </a:lvl2pPr>
            <a:lvl3pPr>
              <a:lnSpc>
                <a:spcPct val="100000"/>
              </a:lnSpc>
              <a:defRPr>
                <a:latin typeface="Arial" panose="020B0604020202020204" pitchFamily="34" charset="0"/>
                <a:cs typeface="Arial" panose="020B0604020202020204" pitchFamily="34" charset="0"/>
              </a:defRPr>
            </a:lvl3pPr>
            <a:lvl4pPr>
              <a:lnSpc>
                <a:spcPct val="100000"/>
              </a:lnSpc>
              <a:defRPr>
                <a:latin typeface="Arial" panose="020B0604020202020204" pitchFamily="34" charset="0"/>
                <a:cs typeface="Arial" panose="020B0604020202020204" pitchFamily="34" charset="0"/>
              </a:defRPr>
            </a:lvl4pPr>
            <a:lvl5pPr>
              <a:lnSpc>
                <a:spcPct val="100000"/>
              </a:lnSpc>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Date Placeholder 9"/>
          <p:cNvSpPr>
            <a:spLocks noGrp="1"/>
          </p:cNvSpPr>
          <p:nvPr>
            <p:ph type="dt" sz="half" idx="14"/>
          </p:nvPr>
        </p:nvSpPr>
        <p:spPr/>
        <p:txBody>
          <a:bodyPr/>
          <a:lstStyle/>
          <a:p>
            <a:fld id="{F0095ACF-05BB-4AFF-847E-032AC35A8597}" type="datetime1">
              <a:rPr lang="en-IN" smtClean="0"/>
              <a:t>24/02/26</a:t>
            </a:fld>
            <a:endParaRPr lang="en-IN"/>
          </a:p>
        </p:txBody>
      </p:sp>
      <p:sp>
        <p:nvSpPr>
          <p:cNvPr id="11" name="Footer Placeholder 10"/>
          <p:cNvSpPr>
            <a:spLocks noGrp="1"/>
          </p:cNvSpPr>
          <p:nvPr>
            <p:ph type="ftr" sz="quarter" idx="15"/>
          </p:nvPr>
        </p:nvSpPr>
        <p:spPr>
          <a:xfrm>
            <a:off x="2146300" y="6356351"/>
            <a:ext cx="4744830" cy="365125"/>
          </a:xfrm>
        </p:spPr>
        <p:txBody>
          <a:bodyPr/>
          <a:lstStyle>
            <a:lvl1pPr algn="ctr">
              <a:defRPr sz="1400">
                <a:solidFill>
                  <a:schemeClr val="tx1"/>
                </a:solidFill>
                <a:latin typeface="Arial" panose="020B0604020202020204" pitchFamily="34" charset="0"/>
                <a:cs typeface="Arial" panose="020B0604020202020204" pitchFamily="34" charset="0"/>
              </a:defRPr>
            </a:lvl1pPr>
          </a:lstStyle>
          <a:p>
            <a:r>
              <a:rPr lang="en-IN" dirty="0"/>
              <a:t>Copyright © Cengage Learning. All rights reserved. </a:t>
            </a:r>
          </a:p>
        </p:txBody>
      </p:sp>
      <p:sp>
        <p:nvSpPr>
          <p:cNvPr id="12" name="Slide Number Placeholder 11"/>
          <p:cNvSpPr>
            <a:spLocks noGrp="1"/>
          </p:cNvSpPr>
          <p:nvPr>
            <p:ph type="sldNum" sz="quarter" idx="16"/>
          </p:nvPr>
        </p:nvSpPr>
        <p:spPr/>
        <p:txBody>
          <a:bodyPr/>
          <a:lstStyle/>
          <a:p>
            <a:fld id="{A87FF525-DAB2-4BDC-A82F-1466554F68BC}" type="slidenum">
              <a:rPr lang="en-IN" smtClean="0"/>
              <a:t>‹#›</a:t>
            </a:fld>
            <a:endParaRPr lang="en-IN"/>
          </a:p>
        </p:txBody>
      </p:sp>
      <p:sp>
        <p:nvSpPr>
          <p:cNvPr id="4" name="Text Placeholder 3"/>
          <p:cNvSpPr>
            <a:spLocks noGrp="1"/>
          </p:cNvSpPr>
          <p:nvPr>
            <p:ph type="body" sz="quarter" idx="17"/>
          </p:nvPr>
        </p:nvSpPr>
        <p:spPr>
          <a:xfrm>
            <a:off x="6003925" y="1855788"/>
            <a:ext cx="2344738" cy="768350"/>
          </a:xfrm>
        </p:spPr>
        <p:txBody>
          <a:bodyPr/>
          <a:lstStyle>
            <a:lvl1pPr marL="0" indent="0">
              <a:buNone/>
              <a:defRPr>
                <a:latin typeface="Arial" panose="020B0604020202020204" pitchFamily="34" charset="0"/>
                <a:cs typeface="Arial"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3"/>
          <p:cNvSpPr>
            <a:spLocks noGrp="1"/>
          </p:cNvSpPr>
          <p:nvPr>
            <p:ph type="body" sz="quarter" idx="18"/>
          </p:nvPr>
        </p:nvSpPr>
        <p:spPr>
          <a:xfrm>
            <a:off x="6024562" y="1855788"/>
            <a:ext cx="2344738" cy="768350"/>
          </a:xfrm>
        </p:spPr>
        <p:txBody>
          <a:bodyPr/>
          <a:lstStyle>
            <a:lvl1pPr marL="0" indent="0">
              <a:buNone/>
              <a:defRPr>
                <a:latin typeface="Arial" panose="020B0604020202020204" pitchFamily="34" charset="0"/>
                <a:cs typeface="Arial"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Text Placeholder 3"/>
          <p:cNvSpPr>
            <a:spLocks noGrp="1"/>
          </p:cNvSpPr>
          <p:nvPr>
            <p:ph type="body" sz="quarter" idx="19"/>
          </p:nvPr>
        </p:nvSpPr>
        <p:spPr>
          <a:xfrm>
            <a:off x="6003925" y="1855788"/>
            <a:ext cx="2344738" cy="768350"/>
          </a:xfrm>
        </p:spPr>
        <p:txBody>
          <a:bodyPr/>
          <a:lstStyle>
            <a:lvl1pPr marL="0" indent="0">
              <a:buNone/>
              <a:defRPr>
                <a:latin typeface="Arial" panose="020B0604020202020204" pitchFamily="34" charset="0"/>
                <a:cs typeface="Arial"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Picture Placeholder 5"/>
          <p:cNvSpPr>
            <a:spLocks noGrp="1"/>
          </p:cNvSpPr>
          <p:nvPr>
            <p:ph type="pic" sz="quarter" idx="21"/>
          </p:nvPr>
        </p:nvSpPr>
        <p:spPr>
          <a:xfrm>
            <a:off x="2146300" y="3856165"/>
            <a:ext cx="2332037" cy="503237"/>
          </a:xfrm>
        </p:spPr>
        <p:txBody>
          <a:bodyPr/>
          <a:lstStyle>
            <a:lvl1pPr marL="0" indent="0">
              <a:buNone/>
              <a:defRPr/>
            </a:lvl1pPr>
          </a:lstStyle>
          <a:p>
            <a:endParaRPr lang="en-IN" dirty="0"/>
          </a:p>
        </p:txBody>
      </p:sp>
      <p:sp>
        <p:nvSpPr>
          <p:cNvPr id="16" name="Picture Placeholder 5"/>
          <p:cNvSpPr>
            <a:spLocks noGrp="1"/>
          </p:cNvSpPr>
          <p:nvPr>
            <p:ph type="pic" sz="quarter" idx="22"/>
          </p:nvPr>
        </p:nvSpPr>
        <p:spPr>
          <a:xfrm>
            <a:off x="3027570" y="3879737"/>
            <a:ext cx="2332037" cy="503237"/>
          </a:xfrm>
        </p:spPr>
        <p:txBody>
          <a:bodyPr/>
          <a:lstStyle>
            <a:lvl1pPr marL="0" indent="0">
              <a:buNone/>
              <a:defRPr/>
            </a:lvl1pPr>
          </a:lstStyle>
          <a:p>
            <a:endParaRPr lang="en-IN" dirty="0"/>
          </a:p>
        </p:txBody>
      </p:sp>
      <p:sp>
        <p:nvSpPr>
          <p:cNvPr id="6" name="Picture Placeholder 5"/>
          <p:cNvSpPr>
            <a:spLocks noGrp="1"/>
          </p:cNvSpPr>
          <p:nvPr>
            <p:ph type="pic" sz="quarter" idx="20"/>
          </p:nvPr>
        </p:nvSpPr>
        <p:spPr>
          <a:xfrm>
            <a:off x="490538" y="3830638"/>
            <a:ext cx="2332037" cy="503237"/>
          </a:xfrm>
        </p:spPr>
        <p:txBody>
          <a:bodyPr/>
          <a:lstStyle>
            <a:lvl1pPr marL="0" indent="0">
              <a:buNone/>
              <a:defRPr/>
            </a:lvl1pPr>
          </a:lstStyle>
          <a:p>
            <a:endParaRPr lang="en-IN" dirty="0"/>
          </a:p>
        </p:txBody>
      </p:sp>
    </p:spTree>
    <p:extLst>
      <p:ext uri="{BB962C8B-B14F-4D97-AF65-F5344CB8AC3E}">
        <p14:creationId xmlns:p14="http://schemas.microsoft.com/office/powerpoint/2010/main" val="2143825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pic>
        <p:nvPicPr>
          <p:cNvPr id="6" name="Picture 6"/>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280987" y="2530548"/>
            <a:ext cx="8582025" cy="12668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hasCustomPrompt="1"/>
          </p:nvPr>
        </p:nvSpPr>
        <p:spPr>
          <a:xfrm>
            <a:off x="159026" y="2822092"/>
            <a:ext cx="1510753" cy="769248"/>
          </a:xfrm>
        </p:spPr>
        <p:txBody>
          <a:bodyPr>
            <a:normAutofit/>
          </a:bodyPr>
          <a:lstStyle>
            <a:lvl1pPr algn="ctr">
              <a:defRPr sz="4000" b="1">
                <a:solidFill>
                  <a:schemeClr val="bg1"/>
                </a:solidFill>
                <a:latin typeface="Arial" panose="020B0604020202020204" pitchFamily="34" charset="0"/>
                <a:cs typeface="Arial" panose="020B0604020202020204" pitchFamily="34" charset="0"/>
              </a:defRPr>
            </a:lvl1pPr>
          </a:lstStyle>
          <a:p>
            <a:r>
              <a:rPr lang="en-US" dirty="0"/>
              <a:t>SN</a:t>
            </a:r>
            <a:endParaRPr lang="en-IN" dirty="0"/>
          </a:p>
        </p:txBody>
      </p:sp>
      <p:sp>
        <p:nvSpPr>
          <p:cNvPr id="3" name="Date Placeholder 2"/>
          <p:cNvSpPr>
            <a:spLocks noGrp="1"/>
          </p:cNvSpPr>
          <p:nvPr>
            <p:ph type="dt" sz="half" idx="10"/>
          </p:nvPr>
        </p:nvSpPr>
        <p:spPr/>
        <p:txBody>
          <a:bodyPr/>
          <a:lstStyle/>
          <a:p>
            <a:fld id="{10759A80-E17D-452E-880A-985F8AC699C0}" type="datetime1">
              <a:rPr lang="en-IN" smtClean="0"/>
              <a:t>24/02/26</a:t>
            </a:fld>
            <a:endParaRPr lang="en-IN"/>
          </a:p>
        </p:txBody>
      </p:sp>
      <p:sp>
        <p:nvSpPr>
          <p:cNvPr id="4" name="Footer Placeholder 3"/>
          <p:cNvSpPr>
            <a:spLocks noGrp="1"/>
          </p:cNvSpPr>
          <p:nvPr>
            <p:ph type="ftr" sz="quarter" idx="11"/>
          </p:nvPr>
        </p:nvSpPr>
        <p:spPr/>
        <p:txBody>
          <a:bodyPr/>
          <a:lstStyle/>
          <a:p>
            <a:r>
              <a:rPr lang="en-IN"/>
              <a:t>Copyright © Cengage Learning. All rights reserved. </a:t>
            </a:r>
            <a:endParaRPr lang="en-IN" dirty="0"/>
          </a:p>
        </p:txBody>
      </p:sp>
      <p:sp>
        <p:nvSpPr>
          <p:cNvPr id="5" name="Slide Number Placeholder 4"/>
          <p:cNvSpPr>
            <a:spLocks noGrp="1"/>
          </p:cNvSpPr>
          <p:nvPr>
            <p:ph type="sldNum" sz="quarter" idx="12"/>
          </p:nvPr>
        </p:nvSpPr>
        <p:spPr/>
        <p:txBody>
          <a:bodyPr/>
          <a:lstStyle/>
          <a:p>
            <a:fld id="{A87FF525-DAB2-4BDC-A82F-1466554F68BC}" type="slidenum">
              <a:rPr lang="en-IN" smtClean="0"/>
              <a:t>‹#›</a:t>
            </a:fld>
            <a:endParaRPr lang="en-IN"/>
          </a:p>
        </p:txBody>
      </p:sp>
      <p:sp>
        <p:nvSpPr>
          <p:cNvPr id="8" name="Text Placeholder 7"/>
          <p:cNvSpPr>
            <a:spLocks noGrp="1"/>
          </p:cNvSpPr>
          <p:nvPr>
            <p:ph type="body" sz="quarter" idx="13"/>
          </p:nvPr>
        </p:nvSpPr>
        <p:spPr>
          <a:xfrm>
            <a:off x="1789053" y="2835690"/>
            <a:ext cx="6811608" cy="662881"/>
          </a:xfrm>
        </p:spPr>
        <p:txBody>
          <a:bodyPr/>
          <a:lstStyle>
            <a:lvl1pPr marL="0" indent="0">
              <a:lnSpc>
                <a:spcPct val="100000"/>
              </a:lnSpc>
              <a:buNone/>
              <a:defRPr sz="4000">
                <a:latin typeface="Arial" panose="020B0604020202020204" pitchFamily="34" charset="0"/>
                <a:cs typeface="Arial" panose="020B0604020202020204" pitchFamily="34" charset="0"/>
              </a:defRPr>
            </a:lvl1pPr>
            <a:lvl2pPr>
              <a:lnSpc>
                <a:spcPct val="100000"/>
              </a:lnSpc>
              <a:defRPr>
                <a:latin typeface="Arial" panose="020B0604020202020204" pitchFamily="34" charset="0"/>
                <a:cs typeface="Arial" panose="020B0604020202020204" pitchFamily="34" charset="0"/>
              </a:defRPr>
            </a:lvl2pPr>
            <a:lvl3pPr>
              <a:lnSpc>
                <a:spcPct val="100000"/>
              </a:lnSpc>
              <a:defRPr>
                <a:latin typeface="Arial" panose="020B0604020202020204" pitchFamily="34" charset="0"/>
                <a:cs typeface="Arial" panose="020B0604020202020204" pitchFamily="34" charset="0"/>
              </a:defRPr>
            </a:lvl3pPr>
            <a:lvl4pPr>
              <a:lnSpc>
                <a:spcPct val="100000"/>
              </a:lnSpc>
              <a:defRPr>
                <a:latin typeface="Arial" panose="020B0604020202020204" pitchFamily="34" charset="0"/>
                <a:cs typeface="Arial" panose="020B0604020202020204" pitchFamily="34" charset="0"/>
              </a:defRPr>
            </a:lvl4pPr>
            <a:lvl5pPr>
              <a:lnSpc>
                <a:spcPct val="100000"/>
              </a:lnSpc>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Footer Placeholder 4"/>
          <p:cNvSpPr txBox="1">
            <a:spLocks/>
          </p:cNvSpPr>
          <p:nvPr userDrawn="1"/>
        </p:nvSpPr>
        <p:spPr>
          <a:xfrm>
            <a:off x="1974575" y="6356350"/>
            <a:ext cx="5115339" cy="365125"/>
          </a:xfrm>
          <a:prstGeom prst="rect">
            <a:avLst/>
          </a:prstGeom>
        </p:spPr>
        <p:txBody>
          <a:bodyPr vert="horz" lIns="91440" tIns="45720" rIns="91440" bIns="45720" rtlCol="0" anchor="ctr"/>
          <a:lstStyle>
            <a:defPPr>
              <a:defRPr lang="en-US"/>
            </a:defPPr>
            <a:lvl1pPr marL="0" algn="ctr" defTabSz="914400" rtl="0" eaLnBrk="1" latinLnBrk="0" hangingPunct="1">
              <a:defRPr sz="14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Cengage Learning. All rights reserved. </a:t>
            </a:r>
          </a:p>
        </p:txBody>
      </p:sp>
      <p:sp>
        <p:nvSpPr>
          <p:cNvPr id="9" name="Text Placeholder 8"/>
          <p:cNvSpPr>
            <a:spLocks noGrp="1"/>
          </p:cNvSpPr>
          <p:nvPr>
            <p:ph type="body" sz="quarter" idx="14"/>
          </p:nvPr>
        </p:nvSpPr>
        <p:spPr>
          <a:xfrm>
            <a:off x="396875" y="4319588"/>
            <a:ext cx="3154708" cy="688975"/>
          </a:xfrm>
        </p:spPr>
        <p:txBody>
          <a:bodyPr/>
          <a:lstStyle>
            <a:lvl1pPr marL="0" indent="0">
              <a:buNone/>
              <a:defRPr>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Text Placeholder 8"/>
          <p:cNvSpPr>
            <a:spLocks noGrp="1"/>
          </p:cNvSpPr>
          <p:nvPr>
            <p:ph type="body" sz="quarter" idx="15"/>
          </p:nvPr>
        </p:nvSpPr>
        <p:spPr>
          <a:xfrm>
            <a:off x="2954890" y="4319587"/>
            <a:ext cx="3154708" cy="688975"/>
          </a:xfrm>
        </p:spPr>
        <p:txBody>
          <a:bodyPr/>
          <a:lstStyle>
            <a:lvl1pPr marL="0" indent="0">
              <a:buNone/>
              <a:defRPr>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Text Placeholder 8"/>
          <p:cNvSpPr>
            <a:spLocks noGrp="1"/>
          </p:cNvSpPr>
          <p:nvPr>
            <p:ph type="body" sz="quarter" idx="16"/>
          </p:nvPr>
        </p:nvSpPr>
        <p:spPr>
          <a:xfrm>
            <a:off x="5708304" y="4319586"/>
            <a:ext cx="3154708" cy="688975"/>
          </a:xfrm>
        </p:spPr>
        <p:txBody>
          <a:bodyPr/>
          <a:lstStyle>
            <a:lvl1pPr marL="0" indent="0">
              <a:buNone/>
              <a:defRPr>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Picture Placeholder 13"/>
          <p:cNvSpPr>
            <a:spLocks noGrp="1"/>
          </p:cNvSpPr>
          <p:nvPr>
            <p:ph type="pic" sz="quarter" idx="17"/>
          </p:nvPr>
        </p:nvSpPr>
        <p:spPr>
          <a:xfrm>
            <a:off x="396875" y="5459413"/>
            <a:ext cx="2187575" cy="544512"/>
          </a:xfrm>
        </p:spPr>
        <p:txBody>
          <a:bodyPr/>
          <a:lstStyle>
            <a:lvl1pPr marL="0" indent="0">
              <a:buNone/>
              <a:defRPr/>
            </a:lvl1pPr>
          </a:lstStyle>
          <a:p>
            <a:endParaRPr lang="en-IN" dirty="0"/>
          </a:p>
        </p:txBody>
      </p:sp>
      <p:sp>
        <p:nvSpPr>
          <p:cNvPr id="15" name="Picture Placeholder 13"/>
          <p:cNvSpPr>
            <a:spLocks noGrp="1"/>
          </p:cNvSpPr>
          <p:nvPr>
            <p:ph type="pic" sz="quarter" idx="18"/>
          </p:nvPr>
        </p:nvSpPr>
        <p:spPr>
          <a:xfrm>
            <a:off x="1974229" y="5410199"/>
            <a:ext cx="2187575" cy="544512"/>
          </a:xfrm>
        </p:spPr>
        <p:txBody>
          <a:bodyPr/>
          <a:lstStyle>
            <a:lvl1pPr marL="0" indent="0">
              <a:buNone/>
              <a:defRPr/>
            </a:lvl1pPr>
          </a:lstStyle>
          <a:p>
            <a:endParaRPr lang="en-IN" dirty="0"/>
          </a:p>
        </p:txBody>
      </p:sp>
      <p:sp>
        <p:nvSpPr>
          <p:cNvPr id="16" name="Picture Placeholder 13"/>
          <p:cNvSpPr>
            <a:spLocks noGrp="1"/>
          </p:cNvSpPr>
          <p:nvPr>
            <p:ph type="pic" sz="quarter" idx="19"/>
          </p:nvPr>
        </p:nvSpPr>
        <p:spPr>
          <a:xfrm>
            <a:off x="3226559" y="5437528"/>
            <a:ext cx="2187575" cy="544512"/>
          </a:xfrm>
        </p:spPr>
        <p:txBody>
          <a:bodyPr/>
          <a:lstStyle>
            <a:lvl1pPr marL="0" indent="0">
              <a:buNone/>
              <a:defRPr/>
            </a:lvl1pPr>
          </a:lstStyle>
          <a:p>
            <a:endParaRPr lang="en-IN" dirty="0"/>
          </a:p>
        </p:txBody>
      </p:sp>
    </p:spTree>
    <p:extLst>
      <p:ext uri="{BB962C8B-B14F-4D97-AF65-F5344CB8AC3E}">
        <p14:creationId xmlns:p14="http://schemas.microsoft.com/office/powerpoint/2010/main" val="3458189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enter Slide">
    <p:spTree>
      <p:nvGrpSpPr>
        <p:cNvPr id="1" name=""/>
        <p:cNvGrpSpPr/>
        <p:nvPr/>
      </p:nvGrpSpPr>
      <p:grpSpPr>
        <a:xfrm>
          <a:off x="0" y="0"/>
          <a:ext cx="0" cy="0"/>
          <a:chOff x="0" y="0"/>
          <a:chExt cx="0" cy="0"/>
        </a:xfrm>
      </p:grpSpPr>
      <p:pic>
        <p:nvPicPr>
          <p:cNvPr id="6" name="Picture 4"/>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90500" y="387280"/>
            <a:ext cx="8763000" cy="7334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2825496"/>
            <a:ext cx="8229600" cy="1143000"/>
          </a:xfrm>
        </p:spPr>
        <p:txBody>
          <a:bodyPr>
            <a:normAutofit/>
          </a:bodyPr>
          <a:lstStyle>
            <a:lvl1pPr algn="ctr">
              <a:lnSpc>
                <a:spcPct val="100000"/>
              </a:lnSpc>
              <a:defRPr sz="4000">
                <a:solidFill>
                  <a:srgbClr val="7F4520"/>
                </a:solidFill>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
        <p:nvSpPr>
          <p:cNvPr id="3" name="Date Placeholder 2"/>
          <p:cNvSpPr>
            <a:spLocks noGrp="1"/>
          </p:cNvSpPr>
          <p:nvPr>
            <p:ph type="dt" sz="half" idx="10"/>
          </p:nvPr>
        </p:nvSpPr>
        <p:spPr/>
        <p:txBody>
          <a:bodyPr/>
          <a:lstStyle/>
          <a:p>
            <a:fld id="{EFA3A666-AD7C-41F4-8846-1EF5924D4CDA}" type="datetime1">
              <a:rPr lang="en-IN" smtClean="0"/>
              <a:t>24/02/26</a:t>
            </a:fld>
            <a:endParaRPr lang="en-IN"/>
          </a:p>
        </p:txBody>
      </p:sp>
      <p:sp>
        <p:nvSpPr>
          <p:cNvPr id="4" name="Footer Placeholder 3"/>
          <p:cNvSpPr>
            <a:spLocks noGrp="1"/>
          </p:cNvSpPr>
          <p:nvPr>
            <p:ph type="ftr" sz="quarter" idx="11"/>
          </p:nvPr>
        </p:nvSpPr>
        <p:spPr/>
        <p:txBody>
          <a:bodyPr/>
          <a:lstStyle/>
          <a:p>
            <a:r>
              <a:rPr lang="en-IN"/>
              <a:t>Copyright © Cengage Learning. All rights reserved. </a:t>
            </a:r>
          </a:p>
        </p:txBody>
      </p:sp>
      <p:sp>
        <p:nvSpPr>
          <p:cNvPr id="5" name="Slide Number Placeholder 4"/>
          <p:cNvSpPr>
            <a:spLocks noGrp="1"/>
          </p:cNvSpPr>
          <p:nvPr>
            <p:ph type="sldNum" sz="quarter" idx="12"/>
          </p:nvPr>
        </p:nvSpPr>
        <p:spPr/>
        <p:txBody>
          <a:bodyPr/>
          <a:lstStyle/>
          <a:p>
            <a:fld id="{A87FF525-DAB2-4BDC-A82F-1466554F68BC}" type="slidenum">
              <a:rPr lang="en-IN" smtClean="0"/>
              <a:t>‹#›</a:t>
            </a:fld>
            <a:endParaRPr lang="en-IN"/>
          </a:p>
        </p:txBody>
      </p:sp>
      <p:sp>
        <p:nvSpPr>
          <p:cNvPr id="11" name="Slide Number Placeholder 3"/>
          <p:cNvSpPr txBox="1">
            <a:spLocks/>
          </p:cNvSpPr>
          <p:nvPr userDrawn="1"/>
        </p:nvSpPr>
        <p:spPr>
          <a:xfrm>
            <a:off x="8494776" y="6391656"/>
            <a:ext cx="649224" cy="365125"/>
          </a:xfrm>
          <a:prstGeom prst="rect">
            <a:avLst/>
          </a:prstGeom>
        </p:spPr>
        <p:txBody>
          <a:bodyPr/>
          <a:ls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1CAA2A77-17DC-4CE3-AB44-4B0BB14D7176}" type="slidenum">
              <a:rPr lang="en-IN" smtClean="0">
                <a:solidFill>
                  <a:srgbClr val="000000"/>
                </a:solidFill>
                <a:latin typeface="Arial" panose="020B0604020202020204" pitchFamily="34" charset="0"/>
                <a:cs typeface="Arial" panose="020B0604020202020204" pitchFamily="34" charset="0"/>
              </a:rPr>
              <a:pPr/>
              <a:t>‹#›</a:t>
            </a:fld>
            <a:endParaRPr lang="en-IN" dirty="0">
              <a:solidFill>
                <a:srgbClr val="000000"/>
              </a:solidFill>
              <a:latin typeface="Arial" panose="020B0604020202020204" pitchFamily="34" charset="0"/>
              <a:cs typeface="Arial" panose="020B0604020202020204" pitchFamily="34" charset="0"/>
            </a:endParaRPr>
          </a:p>
        </p:txBody>
      </p:sp>
      <p:sp>
        <p:nvSpPr>
          <p:cNvPr id="8" name="Text Placeholder 7"/>
          <p:cNvSpPr>
            <a:spLocks noGrp="1"/>
          </p:cNvSpPr>
          <p:nvPr>
            <p:ph type="body" sz="quarter" idx="13"/>
          </p:nvPr>
        </p:nvSpPr>
        <p:spPr>
          <a:xfrm>
            <a:off x="457200" y="4214813"/>
            <a:ext cx="8037576" cy="449952"/>
          </a:xfrm>
        </p:spPr>
        <p:txBody>
          <a:bodyPr/>
          <a:lstStyle>
            <a:lvl1pPr marL="0" indent="0">
              <a:buNone/>
              <a:defRPr>
                <a:latin typeface="Arial" panose="020B0604020202020204" pitchFamily="34" charset="0"/>
                <a:cs typeface="Arial"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Text Placeholder 7"/>
          <p:cNvSpPr>
            <a:spLocks noGrp="1"/>
          </p:cNvSpPr>
          <p:nvPr>
            <p:ph type="body" sz="quarter" idx="14"/>
          </p:nvPr>
        </p:nvSpPr>
        <p:spPr>
          <a:xfrm>
            <a:off x="457200" y="4664765"/>
            <a:ext cx="8037576" cy="449952"/>
          </a:xfrm>
        </p:spPr>
        <p:txBody>
          <a:bodyPr/>
          <a:lstStyle>
            <a:lvl1pPr marL="0" indent="0">
              <a:buNone/>
              <a:defRPr>
                <a:latin typeface="Arial" panose="020B0604020202020204" pitchFamily="34" charset="0"/>
                <a:cs typeface="Arial"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Text Placeholder 7"/>
          <p:cNvSpPr>
            <a:spLocks noGrp="1"/>
          </p:cNvSpPr>
          <p:nvPr>
            <p:ph type="body" sz="quarter" idx="15"/>
          </p:nvPr>
        </p:nvSpPr>
        <p:spPr>
          <a:xfrm>
            <a:off x="457200" y="4539289"/>
            <a:ext cx="8037576" cy="449952"/>
          </a:xfrm>
        </p:spPr>
        <p:txBody>
          <a:bodyPr/>
          <a:lstStyle>
            <a:lvl1pPr marL="0" indent="0">
              <a:buNone/>
              <a:defRPr>
                <a:latin typeface="Arial" panose="020B0604020202020204" pitchFamily="34" charset="0"/>
                <a:cs typeface="Arial"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7"/>
          <p:cNvSpPr>
            <a:spLocks noGrp="1"/>
          </p:cNvSpPr>
          <p:nvPr>
            <p:ph type="body" sz="quarter" idx="16"/>
          </p:nvPr>
        </p:nvSpPr>
        <p:spPr>
          <a:xfrm>
            <a:off x="457200" y="4328899"/>
            <a:ext cx="8037576" cy="449952"/>
          </a:xfrm>
        </p:spPr>
        <p:txBody>
          <a:bodyPr/>
          <a:lstStyle>
            <a:lvl1pPr marL="0" indent="0">
              <a:buNone/>
              <a:defRPr>
                <a:latin typeface="Arial" panose="020B0604020202020204" pitchFamily="34" charset="0"/>
                <a:cs typeface="Arial"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Picture Placeholder 13"/>
          <p:cNvSpPr>
            <a:spLocks noGrp="1"/>
          </p:cNvSpPr>
          <p:nvPr>
            <p:ph type="pic" sz="quarter" idx="17"/>
          </p:nvPr>
        </p:nvSpPr>
        <p:spPr>
          <a:xfrm>
            <a:off x="457200" y="5367338"/>
            <a:ext cx="2228850" cy="436562"/>
          </a:xfrm>
        </p:spPr>
        <p:txBody>
          <a:bodyPr/>
          <a:lstStyle>
            <a:lvl1pPr marL="0" indent="0">
              <a:buNone/>
              <a:defRPr>
                <a:latin typeface="Arial" panose="020B0604020202020204" pitchFamily="34" charset="0"/>
                <a:cs typeface="Arial" panose="020B0604020202020204" pitchFamily="34" charset="0"/>
              </a:defRPr>
            </a:lvl1pPr>
          </a:lstStyle>
          <a:p>
            <a:endParaRPr lang="en-IN" dirty="0"/>
          </a:p>
        </p:txBody>
      </p:sp>
      <p:sp>
        <p:nvSpPr>
          <p:cNvPr id="15" name="Picture Placeholder 13"/>
          <p:cNvSpPr>
            <a:spLocks noGrp="1"/>
          </p:cNvSpPr>
          <p:nvPr>
            <p:ph type="pic" sz="quarter" idx="18"/>
          </p:nvPr>
        </p:nvSpPr>
        <p:spPr>
          <a:xfrm>
            <a:off x="2686050" y="5367338"/>
            <a:ext cx="2228850" cy="436562"/>
          </a:xfrm>
        </p:spPr>
        <p:txBody>
          <a:bodyPr/>
          <a:lstStyle>
            <a:lvl1pPr marL="0" indent="0">
              <a:buNone/>
              <a:defRPr>
                <a:latin typeface="Arial" panose="020B0604020202020204" pitchFamily="34" charset="0"/>
                <a:cs typeface="Arial" panose="020B0604020202020204" pitchFamily="34" charset="0"/>
              </a:defRPr>
            </a:lvl1pPr>
          </a:lstStyle>
          <a:p>
            <a:endParaRPr lang="en-IN" dirty="0"/>
          </a:p>
        </p:txBody>
      </p:sp>
      <p:sp>
        <p:nvSpPr>
          <p:cNvPr id="16" name="Picture Placeholder 13"/>
          <p:cNvSpPr>
            <a:spLocks noGrp="1"/>
          </p:cNvSpPr>
          <p:nvPr>
            <p:ph type="pic" sz="quarter" idx="19"/>
          </p:nvPr>
        </p:nvSpPr>
        <p:spPr>
          <a:xfrm>
            <a:off x="4914900" y="5377973"/>
            <a:ext cx="2228850" cy="436562"/>
          </a:xfrm>
        </p:spPr>
        <p:txBody>
          <a:bodyPr/>
          <a:lstStyle>
            <a:lvl1pPr marL="0" indent="0">
              <a:buNone/>
              <a:defRPr>
                <a:latin typeface="Arial" panose="020B0604020202020204" pitchFamily="34" charset="0"/>
                <a:cs typeface="Arial" panose="020B0604020202020204" pitchFamily="34" charset="0"/>
              </a:defRPr>
            </a:lvl1pPr>
          </a:lstStyle>
          <a:p>
            <a:endParaRPr lang="en-IN" dirty="0"/>
          </a:p>
        </p:txBody>
      </p:sp>
      <p:sp>
        <p:nvSpPr>
          <p:cNvPr id="9" name="Picture Placeholder 8"/>
          <p:cNvSpPr>
            <a:spLocks noGrp="1"/>
          </p:cNvSpPr>
          <p:nvPr>
            <p:ph type="pic" sz="quarter" idx="20"/>
          </p:nvPr>
        </p:nvSpPr>
        <p:spPr>
          <a:xfrm>
            <a:off x="1881188" y="1762125"/>
            <a:ext cx="1498600" cy="584200"/>
          </a:xfrm>
        </p:spPr>
        <p:txBody>
          <a:bodyPr/>
          <a:lstStyle/>
          <a:p>
            <a:endParaRPr lang="en-IN"/>
          </a:p>
        </p:txBody>
      </p:sp>
      <p:sp>
        <p:nvSpPr>
          <p:cNvPr id="18" name="Picture Placeholder 17"/>
          <p:cNvSpPr>
            <a:spLocks noGrp="1"/>
          </p:cNvSpPr>
          <p:nvPr>
            <p:ph type="pic" sz="quarter" idx="21"/>
          </p:nvPr>
        </p:nvSpPr>
        <p:spPr>
          <a:xfrm>
            <a:off x="4054475" y="1762125"/>
            <a:ext cx="1300163" cy="584200"/>
          </a:xfrm>
        </p:spPr>
        <p:txBody>
          <a:bodyPr/>
          <a:lstStyle/>
          <a:p>
            <a:endParaRPr lang="en-IN"/>
          </a:p>
        </p:txBody>
      </p:sp>
      <p:sp>
        <p:nvSpPr>
          <p:cNvPr id="20" name="Picture Placeholder 19"/>
          <p:cNvSpPr>
            <a:spLocks noGrp="1"/>
          </p:cNvSpPr>
          <p:nvPr>
            <p:ph type="pic" sz="quarter" idx="22"/>
          </p:nvPr>
        </p:nvSpPr>
        <p:spPr>
          <a:xfrm>
            <a:off x="6003925" y="1762125"/>
            <a:ext cx="1139825" cy="584200"/>
          </a:xfrm>
        </p:spPr>
        <p:txBody>
          <a:bodyPr/>
          <a:lstStyle/>
          <a:p>
            <a:endParaRPr lang="en-IN"/>
          </a:p>
        </p:txBody>
      </p:sp>
    </p:spTree>
    <p:extLst>
      <p:ext uri="{BB962C8B-B14F-4D97-AF65-F5344CB8AC3E}">
        <p14:creationId xmlns:p14="http://schemas.microsoft.com/office/powerpoint/2010/main" val="37185315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pic>
        <p:nvPicPr>
          <p:cNvPr id="6" name="Picture 4"/>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90500" y="387280"/>
            <a:ext cx="8763000" cy="7334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356615" y="192024"/>
            <a:ext cx="8430768" cy="1143000"/>
          </a:xfrm>
        </p:spPr>
        <p:txBody>
          <a:bodyPr>
            <a:normAutofit/>
          </a:bodyPr>
          <a:lstStyle>
            <a:lvl1pPr>
              <a:defRPr sz="4000">
                <a:solidFill>
                  <a:schemeClr val="bg1"/>
                </a:solidFill>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
        <p:nvSpPr>
          <p:cNvPr id="3" name="Date Placeholder 2"/>
          <p:cNvSpPr>
            <a:spLocks noGrp="1"/>
          </p:cNvSpPr>
          <p:nvPr>
            <p:ph type="dt" sz="half" idx="10"/>
          </p:nvPr>
        </p:nvSpPr>
        <p:spPr/>
        <p:txBody>
          <a:bodyPr/>
          <a:lstStyle/>
          <a:p>
            <a:fld id="{EFA3A666-AD7C-41F4-8846-1EF5924D4CDA}" type="datetime1">
              <a:rPr lang="en-IN" smtClean="0"/>
              <a:t>24/02/26</a:t>
            </a:fld>
            <a:endParaRPr lang="en-IN"/>
          </a:p>
        </p:txBody>
      </p:sp>
      <p:sp>
        <p:nvSpPr>
          <p:cNvPr id="4" name="Footer Placeholder 3"/>
          <p:cNvSpPr>
            <a:spLocks noGrp="1"/>
          </p:cNvSpPr>
          <p:nvPr>
            <p:ph type="ftr" sz="quarter" idx="11"/>
          </p:nvPr>
        </p:nvSpPr>
        <p:spPr/>
        <p:txBody>
          <a:bodyPr/>
          <a:lstStyle/>
          <a:p>
            <a:r>
              <a:rPr lang="en-IN"/>
              <a:t>Copyright © Cengage Learning. All rights reserved. </a:t>
            </a:r>
          </a:p>
        </p:txBody>
      </p:sp>
      <p:sp>
        <p:nvSpPr>
          <p:cNvPr id="5" name="Slide Number Placeholder 4"/>
          <p:cNvSpPr>
            <a:spLocks noGrp="1"/>
          </p:cNvSpPr>
          <p:nvPr>
            <p:ph type="sldNum" sz="quarter" idx="12"/>
          </p:nvPr>
        </p:nvSpPr>
        <p:spPr/>
        <p:txBody>
          <a:bodyPr/>
          <a:lstStyle/>
          <a:p>
            <a:fld id="{A87FF525-DAB2-4BDC-A82F-1466554F68BC}" type="slidenum">
              <a:rPr lang="en-IN" smtClean="0"/>
              <a:t>‹#›</a:t>
            </a:fld>
            <a:endParaRPr lang="en-IN"/>
          </a:p>
        </p:txBody>
      </p:sp>
      <p:sp>
        <p:nvSpPr>
          <p:cNvPr id="8" name="Text Placeholder 7"/>
          <p:cNvSpPr>
            <a:spLocks noGrp="1"/>
          </p:cNvSpPr>
          <p:nvPr>
            <p:ph type="body" sz="quarter" idx="13"/>
          </p:nvPr>
        </p:nvSpPr>
        <p:spPr>
          <a:xfrm>
            <a:off x="457200" y="1444753"/>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Slide Number Placeholder 3"/>
          <p:cNvSpPr txBox="1">
            <a:spLocks/>
          </p:cNvSpPr>
          <p:nvPr userDrawn="1"/>
        </p:nvSpPr>
        <p:spPr>
          <a:xfrm>
            <a:off x="8494776" y="6391656"/>
            <a:ext cx="649224" cy="365125"/>
          </a:xfrm>
          <a:prstGeom prst="rect">
            <a:avLst/>
          </a:prstGeom>
        </p:spPr>
        <p:txBody>
          <a:bodyPr/>
          <a:ls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1CAA2A77-17DC-4CE3-AB44-4B0BB14D7176}" type="slidenum">
              <a:rPr lang="en-IN" smtClean="0">
                <a:solidFill>
                  <a:srgbClr val="000000"/>
                </a:solidFill>
                <a:latin typeface="Arial" panose="020B0604020202020204" pitchFamily="34" charset="0"/>
                <a:cs typeface="Arial" panose="020B0604020202020204" pitchFamily="34" charset="0"/>
              </a:rPr>
              <a:pPr/>
              <a:t>‹#›</a:t>
            </a:fld>
            <a:endParaRPr lang="en-IN" dirty="0">
              <a:solidFill>
                <a:srgbClr val="000000"/>
              </a:solidFill>
              <a:latin typeface="Arial" panose="020B0604020202020204" pitchFamily="34" charset="0"/>
              <a:cs typeface="Arial" panose="020B0604020202020204" pitchFamily="34" charset="0"/>
            </a:endParaRPr>
          </a:p>
        </p:txBody>
      </p:sp>
      <p:sp>
        <p:nvSpPr>
          <p:cNvPr id="12" name="Text Placeholder 7"/>
          <p:cNvSpPr>
            <a:spLocks noGrp="1"/>
          </p:cNvSpPr>
          <p:nvPr>
            <p:ph type="body" sz="quarter" idx="14"/>
          </p:nvPr>
        </p:nvSpPr>
        <p:spPr>
          <a:xfrm>
            <a:off x="470174" y="2144074"/>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7"/>
          <p:cNvSpPr>
            <a:spLocks noGrp="1"/>
          </p:cNvSpPr>
          <p:nvPr>
            <p:ph type="body" sz="quarter" idx="15"/>
          </p:nvPr>
        </p:nvSpPr>
        <p:spPr>
          <a:xfrm>
            <a:off x="470174" y="2727927"/>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Text Placeholder 7"/>
          <p:cNvSpPr>
            <a:spLocks noGrp="1"/>
          </p:cNvSpPr>
          <p:nvPr>
            <p:ph type="body" sz="quarter" idx="16"/>
          </p:nvPr>
        </p:nvSpPr>
        <p:spPr>
          <a:xfrm>
            <a:off x="470174" y="3355310"/>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Text Placeholder 7"/>
          <p:cNvSpPr>
            <a:spLocks noGrp="1"/>
          </p:cNvSpPr>
          <p:nvPr>
            <p:ph type="body" sz="quarter" idx="17"/>
          </p:nvPr>
        </p:nvSpPr>
        <p:spPr>
          <a:xfrm>
            <a:off x="470174" y="3966050"/>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Text Placeholder 7"/>
          <p:cNvSpPr>
            <a:spLocks noGrp="1"/>
          </p:cNvSpPr>
          <p:nvPr>
            <p:ph type="body" sz="quarter" idx="18"/>
          </p:nvPr>
        </p:nvSpPr>
        <p:spPr>
          <a:xfrm>
            <a:off x="470174" y="4593433"/>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7" name="Text Placeholder 7"/>
          <p:cNvSpPr>
            <a:spLocks noGrp="1"/>
          </p:cNvSpPr>
          <p:nvPr>
            <p:ph type="body" sz="quarter" idx="19"/>
          </p:nvPr>
        </p:nvSpPr>
        <p:spPr>
          <a:xfrm>
            <a:off x="470174" y="4878605"/>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Text Placeholder 7"/>
          <p:cNvSpPr>
            <a:spLocks noGrp="1"/>
          </p:cNvSpPr>
          <p:nvPr>
            <p:ph type="body" sz="quarter" idx="20"/>
          </p:nvPr>
        </p:nvSpPr>
        <p:spPr>
          <a:xfrm>
            <a:off x="470174" y="5505988"/>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Text Placeholder 7"/>
          <p:cNvSpPr>
            <a:spLocks noGrp="1"/>
          </p:cNvSpPr>
          <p:nvPr>
            <p:ph type="body" sz="quarter" idx="21"/>
          </p:nvPr>
        </p:nvSpPr>
        <p:spPr>
          <a:xfrm>
            <a:off x="457200" y="3982693"/>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Text Placeholder 7"/>
          <p:cNvSpPr>
            <a:spLocks noGrp="1"/>
          </p:cNvSpPr>
          <p:nvPr>
            <p:ph type="body" sz="quarter" idx="22"/>
          </p:nvPr>
        </p:nvSpPr>
        <p:spPr>
          <a:xfrm>
            <a:off x="457200" y="4610076"/>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Text Placeholder 7"/>
          <p:cNvSpPr>
            <a:spLocks noGrp="1"/>
          </p:cNvSpPr>
          <p:nvPr>
            <p:ph type="body" sz="quarter" idx="23"/>
          </p:nvPr>
        </p:nvSpPr>
        <p:spPr>
          <a:xfrm>
            <a:off x="457200" y="4895248"/>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2" name="Text Placeholder 7"/>
          <p:cNvSpPr>
            <a:spLocks noGrp="1"/>
          </p:cNvSpPr>
          <p:nvPr>
            <p:ph type="body" sz="quarter" idx="24"/>
          </p:nvPr>
        </p:nvSpPr>
        <p:spPr>
          <a:xfrm>
            <a:off x="457200" y="5522631"/>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able Placeholder 8"/>
          <p:cNvSpPr>
            <a:spLocks noGrp="1"/>
          </p:cNvSpPr>
          <p:nvPr>
            <p:ph type="tbl" sz="quarter" idx="25"/>
          </p:nvPr>
        </p:nvSpPr>
        <p:spPr>
          <a:xfrm>
            <a:off x="477076" y="3048000"/>
            <a:ext cx="8342312" cy="1908175"/>
          </a:xfrm>
        </p:spPr>
        <p:txBody>
          <a:bodyPr/>
          <a:lstStyle/>
          <a:p>
            <a:endParaRPr lang="en-IN"/>
          </a:p>
        </p:txBody>
      </p:sp>
      <p:sp>
        <p:nvSpPr>
          <p:cNvPr id="25" name="Table Placeholder 24"/>
          <p:cNvSpPr>
            <a:spLocks noGrp="1"/>
          </p:cNvSpPr>
          <p:nvPr>
            <p:ph type="tbl" sz="quarter" idx="26"/>
          </p:nvPr>
        </p:nvSpPr>
        <p:spPr>
          <a:xfrm>
            <a:off x="476665" y="3989388"/>
            <a:ext cx="8277225" cy="2106612"/>
          </a:xfrm>
        </p:spPr>
        <p:txBody>
          <a:bodyPr/>
          <a:lstStyle/>
          <a:p>
            <a:endParaRPr lang="en-IN"/>
          </a:p>
        </p:txBody>
      </p:sp>
      <p:sp>
        <p:nvSpPr>
          <p:cNvPr id="27" name="Picture Placeholder 26"/>
          <p:cNvSpPr>
            <a:spLocks noGrp="1"/>
          </p:cNvSpPr>
          <p:nvPr>
            <p:ph type="pic" sz="quarter" idx="27"/>
          </p:nvPr>
        </p:nvSpPr>
        <p:spPr>
          <a:xfrm>
            <a:off x="4916488" y="1457325"/>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28" name="Picture Placeholder 26"/>
          <p:cNvSpPr>
            <a:spLocks noGrp="1"/>
          </p:cNvSpPr>
          <p:nvPr>
            <p:ph type="pic" sz="quarter" idx="28"/>
          </p:nvPr>
        </p:nvSpPr>
        <p:spPr>
          <a:xfrm>
            <a:off x="4915726" y="4763743"/>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29" name="Picture Placeholder 26"/>
          <p:cNvSpPr>
            <a:spLocks noGrp="1"/>
          </p:cNvSpPr>
          <p:nvPr>
            <p:ph type="pic" sz="quarter" idx="29"/>
          </p:nvPr>
        </p:nvSpPr>
        <p:spPr>
          <a:xfrm>
            <a:off x="4915726" y="2908438"/>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30" name="Picture Placeholder 26"/>
          <p:cNvSpPr>
            <a:spLocks noGrp="1"/>
          </p:cNvSpPr>
          <p:nvPr>
            <p:ph type="pic" sz="quarter" idx="30"/>
          </p:nvPr>
        </p:nvSpPr>
        <p:spPr>
          <a:xfrm>
            <a:off x="4915726" y="3637308"/>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31" name="Picture Placeholder 26"/>
          <p:cNvSpPr>
            <a:spLocks noGrp="1"/>
          </p:cNvSpPr>
          <p:nvPr>
            <p:ph type="pic" sz="quarter" idx="31"/>
          </p:nvPr>
        </p:nvSpPr>
        <p:spPr>
          <a:xfrm>
            <a:off x="4915726" y="4392682"/>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32" name="Picture Placeholder 26"/>
          <p:cNvSpPr>
            <a:spLocks noGrp="1"/>
          </p:cNvSpPr>
          <p:nvPr>
            <p:ph type="pic" sz="quarter" idx="32"/>
          </p:nvPr>
        </p:nvSpPr>
        <p:spPr>
          <a:xfrm>
            <a:off x="4915726" y="5148056"/>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33" name="Picture Placeholder 26"/>
          <p:cNvSpPr>
            <a:spLocks noGrp="1"/>
          </p:cNvSpPr>
          <p:nvPr>
            <p:ph type="pic" sz="quarter" idx="33"/>
          </p:nvPr>
        </p:nvSpPr>
        <p:spPr>
          <a:xfrm>
            <a:off x="4915726" y="2179569"/>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34" name="Picture Placeholder 26"/>
          <p:cNvSpPr>
            <a:spLocks noGrp="1"/>
          </p:cNvSpPr>
          <p:nvPr>
            <p:ph type="pic" sz="quarter" idx="34"/>
          </p:nvPr>
        </p:nvSpPr>
        <p:spPr>
          <a:xfrm>
            <a:off x="4915726" y="3524665"/>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35" name="Picture Placeholder 26"/>
          <p:cNvSpPr>
            <a:spLocks noGrp="1"/>
          </p:cNvSpPr>
          <p:nvPr>
            <p:ph type="pic" sz="quarter" idx="35"/>
          </p:nvPr>
        </p:nvSpPr>
        <p:spPr>
          <a:xfrm>
            <a:off x="4915726" y="2278961"/>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36" name="Picture Placeholder 26"/>
          <p:cNvSpPr>
            <a:spLocks noGrp="1"/>
          </p:cNvSpPr>
          <p:nvPr>
            <p:ph type="pic" sz="quarter" idx="36"/>
          </p:nvPr>
        </p:nvSpPr>
        <p:spPr>
          <a:xfrm>
            <a:off x="4915726" y="3895726"/>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37" name="Picture Placeholder 26"/>
          <p:cNvSpPr>
            <a:spLocks noGrp="1"/>
          </p:cNvSpPr>
          <p:nvPr>
            <p:ph type="pic" sz="quarter" idx="37"/>
          </p:nvPr>
        </p:nvSpPr>
        <p:spPr>
          <a:xfrm>
            <a:off x="4915726" y="1854891"/>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38" name="Picture Placeholder 26"/>
          <p:cNvSpPr>
            <a:spLocks noGrp="1"/>
          </p:cNvSpPr>
          <p:nvPr>
            <p:ph type="pic" sz="quarter" idx="38"/>
          </p:nvPr>
        </p:nvSpPr>
        <p:spPr>
          <a:xfrm>
            <a:off x="4915726" y="2530751"/>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39" name="Picture Placeholder 26"/>
          <p:cNvSpPr>
            <a:spLocks noGrp="1"/>
          </p:cNvSpPr>
          <p:nvPr>
            <p:ph type="pic" sz="quarter" idx="39"/>
          </p:nvPr>
        </p:nvSpPr>
        <p:spPr>
          <a:xfrm>
            <a:off x="4915726" y="3100595"/>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40" name="Table Placeholder 8"/>
          <p:cNvSpPr>
            <a:spLocks noGrp="1"/>
          </p:cNvSpPr>
          <p:nvPr>
            <p:ph type="tbl" sz="quarter" idx="40"/>
          </p:nvPr>
        </p:nvSpPr>
        <p:spPr>
          <a:xfrm>
            <a:off x="629476" y="3200400"/>
            <a:ext cx="8342312" cy="1908175"/>
          </a:xfrm>
        </p:spPr>
        <p:txBody>
          <a:bodyPr/>
          <a:lstStyle/>
          <a:p>
            <a:endParaRPr lang="en-IN"/>
          </a:p>
        </p:txBody>
      </p:sp>
      <p:sp>
        <p:nvSpPr>
          <p:cNvPr id="41" name="Table Placeholder 8"/>
          <p:cNvSpPr>
            <a:spLocks noGrp="1"/>
          </p:cNvSpPr>
          <p:nvPr>
            <p:ph type="tbl" sz="quarter" idx="41"/>
          </p:nvPr>
        </p:nvSpPr>
        <p:spPr>
          <a:xfrm>
            <a:off x="781876" y="3352800"/>
            <a:ext cx="8342312" cy="1908175"/>
          </a:xfrm>
        </p:spPr>
        <p:txBody>
          <a:bodyPr/>
          <a:lstStyle/>
          <a:p>
            <a:endParaRPr lang="en-IN"/>
          </a:p>
        </p:txBody>
      </p:sp>
      <p:sp>
        <p:nvSpPr>
          <p:cNvPr id="42" name="Table Placeholder 8"/>
          <p:cNvSpPr>
            <a:spLocks noGrp="1"/>
          </p:cNvSpPr>
          <p:nvPr>
            <p:ph type="tbl" sz="quarter" idx="42"/>
          </p:nvPr>
        </p:nvSpPr>
        <p:spPr>
          <a:xfrm>
            <a:off x="934276" y="4843670"/>
            <a:ext cx="7342621" cy="1058443"/>
          </a:xfrm>
        </p:spPr>
        <p:txBody>
          <a:bodyPr/>
          <a:lstStyle/>
          <a:p>
            <a:endParaRPr lang="en-IN"/>
          </a:p>
        </p:txBody>
      </p:sp>
    </p:spTree>
    <p:extLst>
      <p:ext uri="{BB962C8B-B14F-4D97-AF65-F5344CB8AC3E}">
        <p14:creationId xmlns:p14="http://schemas.microsoft.com/office/powerpoint/2010/main" val="2325508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ED9B31-A185-4214-8EBD-9F056A2E125F}" type="datetime1">
              <a:rPr lang="en-IN" smtClean="0"/>
              <a:t>24/02/26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Copyright © Cengage Learning. All rights reserved. </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7FF525-DAB2-4BDC-A82F-1466554F68BC}" type="slidenum">
              <a:rPr lang="en-IN" smtClean="0"/>
              <a:t>‹#›</a:t>
            </a:fld>
            <a:endParaRPr lang="en-IN"/>
          </a:p>
        </p:txBody>
      </p:sp>
    </p:spTree>
    <p:extLst>
      <p:ext uri="{BB962C8B-B14F-4D97-AF65-F5344CB8AC3E}">
        <p14:creationId xmlns:p14="http://schemas.microsoft.com/office/powerpoint/2010/main" val="13730629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7" r:id="rId14"/>
    <p:sldLayoutId id="2147483674" r:id="rId1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1</a:t>
            </a:r>
            <a:endParaRPr lang="en-IN" dirty="0"/>
          </a:p>
        </p:txBody>
      </p:sp>
      <p:sp>
        <p:nvSpPr>
          <p:cNvPr id="3" name="Text Placeholder 2"/>
          <p:cNvSpPr>
            <a:spLocks noGrp="1"/>
          </p:cNvSpPr>
          <p:nvPr>
            <p:ph type="body" sz="quarter" idx="13"/>
          </p:nvPr>
        </p:nvSpPr>
        <p:spPr>
          <a:xfrm>
            <a:off x="1996226" y="394404"/>
            <a:ext cx="6970642" cy="900229"/>
          </a:xfrm>
        </p:spPr>
        <p:txBody>
          <a:bodyPr>
            <a:noAutofit/>
          </a:bodyPr>
          <a:lstStyle/>
          <a:p>
            <a:r>
              <a:rPr lang="en-IN" sz="3800" dirty="0">
                <a:solidFill>
                  <a:srgbClr val="2075AE"/>
                </a:solidFill>
              </a:rPr>
              <a:t>Systems of Linear Equations</a:t>
            </a:r>
          </a:p>
        </p:txBody>
      </p:sp>
      <p:sp>
        <p:nvSpPr>
          <p:cNvPr id="10" name="Footer Placeholder 6"/>
          <p:cNvSpPr>
            <a:spLocks noGrp="1"/>
          </p:cNvSpPr>
          <p:nvPr>
            <p:ph type="ftr" sz="quarter" idx="15"/>
          </p:nvPr>
        </p:nvSpPr>
        <p:spPr>
          <a:xfrm>
            <a:off x="2159747" y="6352429"/>
            <a:ext cx="4744830" cy="365125"/>
          </a:xfrm>
        </p:spPr>
        <p:txBody>
          <a:bodyPr/>
          <a:lstStyle/>
          <a:p>
            <a:r>
              <a:rPr lang="en-IN" dirty="0"/>
              <a:t>Copyright © Cengage Learning. All rights reserved. </a:t>
            </a:r>
          </a:p>
        </p:txBody>
      </p:sp>
    </p:spTree>
    <p:extLst>
      <p:ext uri="{BB962C8B-B14F-4D97-AF65-F5344CB8AC3E}">
        <p14:creationId xmlns:p14="http://schemas.microsoft.com/office/powerpoint/2010/main" val="1937565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1.1</a:t>
            </a:r>
            <a:endParaRPr lang="en-IN" dirty="0"/>
          </a:p>
        </p:txBody>
      </p:sp>
      <p:sp>
        <p:nvSpPr>
          <p:cNvPr id="3" name="Text Placeholder 2"/>
          <p:cNvSpPr>
            <a:spLocks noGrp="1"/>
          </p:cNvSpPr>
          <p:nvPr>
            <p:ph type="body" sz="quarter" idx="13"/>
          </p:nvPr>
        </p:nvSpPr>
        <p:spPr>
          <a:xfrm>
            <a:off x="1789053" y="2459736"/>
            <a:ext cx="6811608" cy="1444752"/>
          </a:xfrm>
        </p:spPr>
        <p:txBody>
          <a:bodyPr>
            <a:normAutofit/>
          </a:bodyPr>
          <a:lstStyle/>
          <a:p>
            <a:r>
              <a:rPr lang="en-IN" dirty="0"/>
              <a:t>Introduction to Systems of Linear Equations</a:t>
            </a:r>
            <a:endParaRPr lang="en-US" dirty="0"/>
          </a:p>
        </p:txBody>
      </p:sp>
    </p:spTree>
    <p:extLst>
      <p:ext uri="{BB962C8B-B14F-4D97-AF65-F5344CB8AC3E}">
        <p14:creationId xmlns:p14="http://schemas.microsoft.com/office/powerpoint/2010/main" val="1195046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Objectives</a:t>
            </a:r>
            <a:endParaRPr lang="en-IN" dirty="0"/>
          </a:p>
        </p:txBody>
      </p:sp>
      <p:sp>
        <p:nvSpPr>
          <p:cNvPr id="3" name="Text Placeholder 2"/>
          <p:cNvSpPr>
            <a:spLocks noGrp="1"/>
          </p:cNvSpPr>
          <p:nvPr>
            <p:ph type="body" sz="quarter" idx="13"/>
          </p:nvPr>
        </p:nvSpPr>
        <p:spPr>
          <a:xfrm>
            <a:off x="457200" y="1444753"/>
            <a:ext cx="8335962" cy="4324035"/>
          </a:xfrm>
        </p:spPr>
        <p:txBody>
          <a:bodyPr/>
          <a:lstStyle/>
          <a:p>
            <a:pPr marL="342900" indent="-342900">
              <a:buClr>
                <a:srgbClr val="7F4520"/>
              </a:buClr>
              <a:buFont typeface="Wingdings" panose="05000000000000000000" pitchFamily="2" charset="2"/>
              <a:buChar char="§"/>
            </a:pPr>
            <a:r>
              <a:rPr lang="en-IN" sz="2800" dirty="0"/>
              <a:t>Recognize a linear equation in </a:t>
            </a:r>
            <a:r>
              <a:rPr lang="en-IN" sz="2800" i="1" dirty="0"/>
              <a:t>n </a:t>
            </a:r>
            <a:r>
              <a:rPr lang="en-IN" sz="2800" dirty="0"/>
              <a:t>variables.</a:t>
            </a:r>
          </a:p>
          <a:p>
            <a:pPr marL="342900" indent="-342900">
              <a:buClr>
                <a:srgbClr val="7F4520"/>
              </a:buClr>
              <a:buFont typeface="Wingdings" panose="05000000000000000000" pitchFamily="2" charset="2"/>
              <a:buChar char="§"/>
            </a:pPr>
            <a:endParaRPr lang="en-IN" sz="1200" dirty="0"/>
          </a:p>
          <a:p>
            <a:pPr marL="342900" indent="-342900">
              <a:buClr>
                <a:srgbClr val="7F4520"/>
              </a:buClr>
              <a:buFont typeface="Wingdings" panose="05000000000000000000" pitchFamily="2" charset="2"/>
              <a:buChar char="§"/>
            </a:pPr>
            <a:r>
              <a:rPr lang="en-IN" sz="2800" dirty="0"/>
              <a:t>Find a parametric representation of a solution set.</a:t>
            </a:r>
          </a:p>
          <a:p>
            <a:pPr marL="342900" indent="-342900">
              <a:buClr>
                <a:srgbClr val="7F4520"/>
              </a:buClr>
              <a:buFont typeface="Wingdings" panose="05000000000000000000" pitchFamily="2" charset="2"/>
              <a:buChar char="§"/>
            </a:pPr>
            <a:endParaRPr lang="en-IN" sz="1200" dirty="0"/>
          </a:p>
          <a:p>
            <a:pPr marL="342900" indent="-342900">
              <a:buClr>
                <a:srgbClr val="7F4520"/>
              </a:buClr>
              <a:buFont typeface="Wingdings" panose="05000000000000000000" pitchFamily="2" charset="2"/>
              <a:buChar char="§"/>
            </a:pPr>
            <a:r>
              <a:rPr lang="en-IN" sz="2800" dirty="0"/>
              <a:t>Determine whether a system of linear equations is consistent or inconsistent.</a:t>
            </a:r>
          </a:p>
          <a:p>
            <a:pPr marL="342900" indent="-342900">
              <a:buClr>
                <a:srgbClr val="7F4520"/>
              </a:buClr>
              <a:buFont typeface="Wingdings" panose="05000000000000000000" pitchFamily="2" charset="2"/>
              <a:buChar char="§"/>
            </a:pPr>
            <a:endParaRPr lang="en-IN" sz="1200" dirty="0"/>
          </a:p>
          <a:p>
            <a:pPr marL="342900" indent="-342900">
              <a:buClr>
                <a:srgbClr val="7F4520"/>
              </a:buClr>
              <a:buFont typeface="Wingdings" panose="05000000000000000000" pitchFamily="2" charset="2"/>
              <a:buChar char="§"/>
            </a:pPr>
            <a:r>
              <a:rPr lang="en-IN" sz="2800" dirty="0"/>
              <a:t>Use back-substitution and Gaussian elimination to solve a system of linear equations.</a:t>
            </a:r>
          </a:p>
        </p:txBody>
      </p:sp>
    </p:spTree>
    <p:extLst>
      <p:ext uri="{BB962C8B-B14F-4D97-AF65-F5344CB8AC3E}">
        <p14:creationId xmlns:p14="http://schemas.microsoft.com/office/powerpoint/2010/main" val="1066034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solidFill>
                  <a:srgbClr val="207BB8"/>
                </a:solidFill>
              </a:rPr>
              <a:t>Linear Equations in </a:t>
            </a:r>
            <a:r>
              <a:rPr lang="en-IN" i="1" dirty="0">
                <a:solidFill>
                  <a:srgbClr val="207BB8"/>
                </a:solidFill>
              </a:rPr>
              <a:t>n</a:t>
            </a:r>
            <a:r>
              <a:rPr lang="en-IN" dirty="0">
                <a:solidFill>
                  <a:srgbClr val="207BB8"/>
                </a:solidFill>
              </a:rPr>
              <a:t> Variables</a:t>
            </a:r>
          </a:p>
        </p:txBody>
      </p:sp>
    </p:spTree>
    <p:extLst>
      <p:ext uri="{BB962C8B-B14F-4D97-AF65-F5344CB8AC3E}">
        <p14:creationId xmlns:p14="http://schemas.microsoft.com/office/powerpoint/2010/main" val="231152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700" dirty="0"/>
              <a:t>Linear Equations in </a:t>
            </a:r>
            <a:r>
              <a:rPr lang="en-IN" sz="3700" i="1" dirty="0"/>
              <a:t>n</a:t>
            </a:r>
            <a:r>
              <a:rPr lang="en-IN" sz="3700" dirty="0"/>
              <a:t> Variables </a:t>
            </a:r>
            <a:r>
              <a:rPr lang="en-US" sz="3700" dirty="0"/>
              <a:t>(1 of 1)</a:t>
            </a:r>
            <a:endParaRPr lang="en-IN" sz="3700" dirty="0"/>
          </a:p>
        </p:txBody>
      </p:sp>
      <p:sp>
        <p:nvSpPr>
          <p:cNvPr id="5" name="Text Placeholder 2"/>
          <p:cNvSpPr>
            <a:spLocks noGrp="1"/>
          </p:cNvSpPr>
          <p:nvPr>
            <p:ph type="body" sz="quarter" idx="13"/>
          </p:nvPr>
        </p:nvSpPr>
        <p:spPr>
          <a:xfrm>
            <a:off x="564775" y="1546188"/>
            <a:ext cx="8095131" cy="3771400"/>
          </a:xfrm>
          <a:ln w="28575">
            <a:solidFill>
              <a:srgbClr val="7F4520"/>
            </a:solidFill>
          </a:ln>
        </p:spPr>
        <p:txBody>
          <a:bodyPr/>
          <a:lstStyle/>
          <a:p>
            <a:r>
              <a:rPr lang="en-IN" b="1" dirty="0">
                <a:solidFill>
                  <a:srgbClr val="7F4520"/>
                </a:solidFill>
              </a:rPr>
              <a:t>Definition of a Linear Equation in </a:t>
            </a:r>
            <a:r>
              <a:rPr lang="en-IN" b="1" i="1" dirty="0">
                <a:solidFill>
                  <a:srgbClr val="7F4520"/>
                </a:solidFill>
              </a:rPr>
              <a:t>n </a:t>
            </a:r>
            <a:r>
              <a:rPr lang="en-IN" b="1" dirty="0">
                <a:solidFill>
                  <a:srgbClr val="7F4520"/>
                </a:solidFill>
              </a:rPr>
              <a:t>Variables</a:t>
            </a:r>
            <a:endParaRPr lang="en-IN" dirty="0">
              <a:solidFill>
                <a:srgbClr val="7F4520"/>
              </a:solidFill>
            </a:endParaRPr>
          </a:p>
          <a:p>
            <a:r>
              <a:rPr lang="en-IN" dirty="0"/>
              <a:t>A </a:t>
            </a:r>
            <a:r>
              <a:rPr lang="en-IN" b="1" dirty="0"/>
              <a:t>linear equation in </a:t>
            </a:r>
            <a:r>
              <a:rPr lang="en-IN" b="1" i="1" dirty="0"/>
              <a:t>n </a:t>
            </a:r>
            <a:r>
              <a:rPr lang="en-IN" b="1" dirty="0"/>
              <a:t>variables </a:t>
            </a:r>
            <a:r>
              <a:rPr lang="en-IN" i="1" dirty="0"/>
              <a:t>x</a:t>
            </a:r>
            <a:r>
              <a:rPr lang="en-IN" baseline="-25000" dirty="0"/>
              <a:t>1</a:t>
            </a:r>
            <a:r>
              <a:rPr lang="en-IN" dirty="0"/>
              <a:t>, </a:t>
            </a:r>
            <a:r>
              <a:rPr lang="en-IN" i="1" dirty="0"/>
              <a:t>x</a:t>
            </a:r>
            <a:r>
              <a:rPr lang="en-IN" baseline="-25000" dirty="0"/>
              <a:t>2</a:t>
            </a:r>
            <a:r>
              <a:rPr lang="en-IN" dirty="0"/>
              <a:t>, </a:t>
            </a:r>
            <a:r>
              <a:rPr lang="en-IN" i="1" dirty="0"/>
              <a:t>x</a:t>
            </a:r>
            <a:r>
              <a:rPr lang="en-IN" baseline="-25000" dirty="0"/>
              <a:t>3</a:t>
            </a:r>
            <a:r>
              <a:rPr lang="en-IN" dirty="0"/>
              <a:t>, ... , </a:t>
            </a:r>
            <a:r>
              <a:rPr lang="en-IN" i="1" dirty="0"/>
              <a:t>x</a:t>
            </a:r>
            <a:r>
              <a:rPr lang="en-IN" sz="100" i="1" dirty="0"/>
              <a:t> </a:t>
            </a:r>
            <a:r>
              <a:rPr lang="en-IN" i="1" baseline="-25000" dirty="0"/>
              <a:t>n</a:t>
            </a:r>
            <a:r>
              <a:rPr lang="en-IN" i="1" dirty="0"/>
              <a:t> </a:t>
            </a:r>
            <a:r>
              <a:rPr lang="en-IN" dirty="0"/>
              <a:t>has the form</a:t>
            </a:r>
          </a:p>
          <a:p>
            <a:endParaRPr lang="en-IN" sz="400" dirty="0"/>
          </a:p>
          <a:p>
            <a:r>
              <a:rPr lang="pt-BR" i="1" dirty="0"/>
              <a:t>		a</a:t>
            </a:r>
            <a:r>
              <a:rPr lang="pt-BR" baseline="-25000" dirty="0"/>
              <a:t>1</a:t>
            </a:r>
            <a:r>
              <a:rPr lang="pt-BR" i="1" dirty="0"/>
              <a:t>x</a:t>
            </a:r>
            <a:r>
              <a:rPr lang="pt-BR" baseline="-25000" dirty="0"/>
              <a:t>1</a:t>
            </a:r>
            <a:r>
              <a:rPr lang="pt-BR" dirty="0"/>
              <a:t> + </a:t>
            </a:r>
            <a:r>
              <a:rPr lang="pt-BR" i="1" dirty="0"/>
              <a:t>a</a:t>
            </a:r>
            <a:r>
              <a:rPr lang="pt-BR" baseline="-25000" dirty="0"/>
              <a:t>2</a:t>
            </a:r>
            <a:r>
              <a:rPr lang="pt-BR" i="1" dirty="0"/>
              <a:t>x</a:t>
            </a:r>
            <a:r>
              <a:rPr lang="pt-BR" baseline="-25000" dirty="0"/>
              <a:t>2</a:t>
            </a:r>
            <a:r>
              <a:rPr lang="pt-BR" dirty="0"/>
              <a:t> + </a:t>
            </a:r>
            <a:r>
              <a:rPr lang="pt-BR" i="1" dirty="0"/>
              <a:t>a</a:t>
            </a:r>
            <a:r>
              <a:rPr lang="pt-BR" baseline="-25000" dirty="0"/>
              <a:t>3</a:t>
            </a:r>
            <a:r>
              <a:rPr lang="pt-BR" i="1" dirty="0"/>
              <a:t>x</a:t>
            </a:r>
            <a:r>
              <a:rPr lang="pt-BR" baseline="-25000" dirty="0"/>
              <a:t>3</a:t>
            </a:r>
            <a:r>
              <a:rPr lang="pt-BR" dirty="0"/>
              <a:t> + </a:t>
            </a:r>
            <a:r>
              <a:rPr lang="en-IN" dirty="0"/>
              <a:t>... </a:t>
            </a:r>
            <a:r>
              <a:rPr lang="pt-BR" dirty="0"/>
              <a:t>+ </a:t>
            </a:r>
            <a:r>
              <a:rPr lang="pt-BR" i="1" dirty="0"/>
              <a:t>a</a:t>
            </a:r>
            <a:r>
              <a:rPr lang="pt-BR" sz="100" i="1" dirty="0"/>
              <a:t> </a:t>
            </a:r>
            <a:r>
              <a:rPr lang="pt-BR" i="1" baseline="-25000" dirty="0"/>
              <a:t>n</a:t>
            </a:r>
            <a:r>
              <a:rPr lang="pt-BR" i="1" dirty="0"/>
              <a:t>x</a:t>
            </a:r>
            <a:r>
              <a:rPr lang="pt-BR" sz="100" i="1" dirty="0"/>
              <a:t> </a:t>
            </a:r>
            <a:r>
              <a:rPr lang="pt-BR" i="1" baseline="-25000" dirty="0"/>
              <a:t>n</a:t>
            </a:r>
            <a:r>
              <a:rPr lang="pt-BR" i="1" dirty="0"/>
              <a:t> </a:t>
            </a:r>
            <a:r>
              <a:rPr lang="pt-BR" dirty="0"/>
              <a:t>= </a:t>
            </a:r>
            <a:r>
              <a:rPr lang="pt-BR" i="1" dirty="0"/>
              <a:t>b</a:t>
            </a:r>
            <a:r>
              <a:rPr lang="pt-BR" dirty="0"/>
              <a:t>.</a:t>
            </a:r>
          </a:p>
          <a:p>
            <a:endParaRPr lang="pt-BR" sz="400" dirty="0"/>
          </a:p>
          <a:p>
            <a:r>
              <a:rPr lang="en-IN" dirty="0"/>
              <a:t>The </a:t>
            </a:r>
            <a:r>
              <a:rPr lang="en-IN" b="1" dirty="0"/>
              <a:t>coefficients </a:t>
            </a:r>
            <a:r>
              <a:rPr lang="en-IN" i="1" dirty="0"/>
              <a:t>a</a:t>
            </a:r>
            <a:r>
              <a:rPr lang="en-IN" baseline="-25000" dirty="0"/>
              <a:t>1</a:t>
            </a:r>
            <a:r>
              <a:rPr lang="en-IN" dirty="0"/>
              <a:t>, </a:t>
            </a:r>
            <a:r>
              <a:rPr lang="en-IN" i="1" dirty="0"/>
              <a:t>a</a:t>
            </a:r>
            <a:r>
              <a:rPr lang="en-IN" baseline="-25000" dirty="0"/>
              <a:t>2</a:t>
            </a:r>
            <a:r>
              <a:rPr lang="en-IN" dirty="0"/>
              <a:t>, </a:t>
            </a:r>
            <a:r>
              <a:rPr lang="en-IN" i="1" dirty="0"/>
              <a:t>a</a:t>
            </a:r>
            <a:r>
              <a:rPr lang="en-IN" baseline="-25000" dirty="0"/>
              <a:t>3</a:t>
            </a:r>
            <a:r>
              <a:rPr lang="en-IN" dirty="0"/>
              <a:t>, ... , </a:t>
            </a:r>
            <a:r>
              <a:rPr lang="en-IN" i="1" dirty="0"/>
              <a:t>a</a:t>
            </a:r>
            <a:r>
              <a:rPr lang="en-IN" sz="100" i="1" dirty="0"/>
              <a:t> </a:t>
            </a:r>
            <a:r>
              <a:rPr lang="en-IN" i="1" baseline="-25000" dirty="0"/>
              <a:t>n</a:t>
            </a:r>
            <a:r>
              <a:rPr lang="en-IN" i="1" dirty="0"/>
              <a:t> </a:t>
            </a:r>
            <a:r>
              <a:rPr lang="en-IN" dirty="0"/>
              <a:t>are real numbers, and the </a:t>
            </a:r>
            <a:r>
              <a:rPr lang="en-IN" b="1" dirty="0"/>
              <a:t>constant term </a:t>
            </a:r>
            <a:r>
              <a:rPr lang="en-IN" i="1" dirty="0"/>
              <a:t>b </a:t>
            </a:r>
            <a:r>
              <a:rPr lang="en-IN" dirty="0"/>
              <a:t>is a real number. The number </a:t>
            </a:r>
            <a:r>
              <a:rPr lang="en-IN" i="1" dirty="0"/>
              <a:t>a</a:t>
            </a:r>
            <a:r>
              <a:rPr lang="en-IN" baseline="-25000" dirty="0"/>
              <a:t>1</a:t>
            </a:r>
            <a:r>
              <a:rPr lang="en-IN" dirty="0"/>
              <a:t> is the </a:t>
            </a:r>
            <a:r>
              <a:rPr lang="en-IN" b="1" dirty="0"/>
              <a:t>leading coefficient, </a:t>
            </a:r>
            <a:r>
              <a:rPr lang="en-IN" dirty="0"/>
              <a:t>and </a:t>
            </a:r>
            <a:r>
              <a:rPr lang="en-IN" i="1" dirty="0"/>
              <a:t>x</a:t>
            </a:r>
            <a:r>
              <a:rPr lang="en-IN" baseline="-25000" dirty="0"/>
              <a:t>1</a:t>
            </a:r>
            <a:r>
              <a:rPr lang="en-IN" dirty="0"/>
              <a:t> is the </a:t>
            </a:r>
            <a:r>
              <a:rPr lang="en-IN" b="1" dirty="0"/>
              <a:t>leading variable.</a:t>
            </a:r>
            <a:endParaRPr lang="en-IN" dirty="0"/>
          </a:p>
        </p:txBody>
      </p:sp>
    </p:spTree>
    <p:extLst>
      <p:ext uri="{BB962C8B-B14F-4D97-AF65-F5344CB8AC3E}">
        <p14:creationId xmlns:p14="http://schemas.microsoft.com/office/powerpoint/2010/main" val="3633377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Example 1 </a:t>
            </a:r>
            <a:r>
              <a:rPr lang="en-US" sz="3200" dirty="0"/>
              <a:t>– </a:t>
            </a:r>
            <a:r>
              <a:rPr lang="en-IN" sz="3200" dirty="0"/>
              <a:t>Linear and Nonlinear Equations</a:t>
            </a:r>
          </a:p>
        </p:txBody>
      </p:sp>
      <p:sp>
        <p:nvSpPr>
          <p:cNvPr id="3" name="Text Placeholder 2"/>
          <p:cNvSpPr>
            <a:spLocks noGrp="1"/>
          </p:cNvSpPr>
          <p:nvPr>
            <p:ph type="body" sz="quarter" idx="13"/>
          </p:nvPr>
        </p:nvSpPr>
        <p:spPr>
          <a:xfrm>
            <a:off x="457200" y="1444753"/>
            <a:ext cx="8335962" cy="1579802"/>
          </a:xfrm>
        </p:spPr>
        <p:txBody>
          <a:bodyPr/>
          <a:lstStyle/>
          <a:p>
            <a:r>
              <a:rPr lang="en-IN" dirty="0"/>
              <a:t>Each equation is linear.</a:t>
            </a:r>
          </a:p>
          <a:p>
            <a:r>
              <a:rPr lang="en-IN" b="1" dirty="0"/>
              <a:t>a. </a:t>
            </a:r>
            <a:r>
              <a:rPr lang="en-IN" dirty="0"/>
              <a:t>3</a:t>
            </a:r>
            <a:r>
              <a:rPr lang="en-IN" i="1" dirty="0"/>
              <a:t>x </a:t>
            </a:r>
            <a:r>
              <a:rPr lang="en-IN" dirty="0"/>
              <a:t>+ 2</a:t>
            </a:r>
            <a:r>
              <a:rPr lang="en-IN" i="1" dirty="0"/>
              <a:t>y </a:t>
            </a:r>
            <a:r>
              <a:rPr lang="en-IN" dirty="0"/>
              <a:t>= 7</a:t>
            </a:r>
          </a:p>
          <a:p>
            <a:r>
              <a:rPr lang="en-US" b="1" dirty="0"/>
              <a:t>b. </a:t>
            </a:r>
          </a:p>
          <a:p>
            <a:endParaRPr lang="en-IN" b="1" dirty="0">
              <a:solidFill>
                <a:srgbClr val="207BB8"/>
              </a:solidFill>
            </a:endParaRPr>
          </a:p>
        </p:txBody>
      </p:sp>
      <p:pic>
        <p:nvPicPr>
          <p:cNvPr id="6" name="Picture Placeholder 5" descr="(1∕2)x + y minus pi z = sqrt(2)"/>
          <p:cNvPicPr>
            <a:picLocks noGrp="1" noChangeAspect="1"/>
          </p:cNvPicPr>
          <p:nvPr>
            <p:ph type="pic" sz="quarter" idx="27"/>
          </p:nvPr>
        </p:nvPicPr>
        <p:blipFill>
          <a:blip r:embed="rId2"/>
          <a:stretch>
            <a:fillRect/>
          </a:stretch>
        </p:blipFill>
        <p:spPr>
          <a:xfrm>
            <a:off x="893127" y="2348602"/>
            <a:ext cx="2462213" cy="542925"/>
          </a:xfrm>
          <a:prstGeom prst="rect">
            <a:avLst/>
          </a:prstGeom>
          <a:noFill/>
          <a:ln>
            <a:noFill/>
          </a:ln>
        </p:spPr>
      </p:pic>
      <p:sp>
        <p:nvSpPr>
          <p:cNvPr id="7" name="Text Placeholder 2"/>
          <p:cNvSpPr>
            <a:spLocks noGrp="1"/>
          </p:cNvSpPr>
          <p:nvPr>
            <p:ph type="body" sz="quarter" idx="13"/>
          </p:nvPr>
        </p:nvSpPr>
        <p:spPr>
          <a:xfrm>
            <a:off x="440785" y="3017569"/>
            <a:ext cx="438274" cy="580439"/>
          </a:xfrm>
        </p:spPr>
        <p:txBody>
          <a:bodyPr/>
          <a:lstStyle/>
          <a:p>
            <a:r>
              <a:rPr lang="en-US" b="1" dirty="0"/>
              <a:t>c. </a:t>
            </a:r>
          </a:p>
        </p:txBody>
      </p:sp>
      <p:pic>
        <p:nvPicPr>
          <p:cNvPr id="10" name="Picture Placeholder 9" descr="(sin(pi))x_1 + 4x_2 = e^2"/>
          <p:cNvPicPr>
            <a:picLocks noGrp="1" noChangeAspect="1"/>
          </p:cNvPicPr>
          <p:nvPr>
            <p:ph type="pic" sz="quarter" idx="27"/>
          </p:nvPr>
        </p:nvPicPr>
        <p:blipFill>
          <a:blip r:embed="rId3"/>
          <a:stretch>
            <a:fillRect/>
          </a:stretch>
        </p:blipFill>
        <p:spPr>
          <a:xfrm>
            <a:off x="836855" y="2997124"/>
            <a:ext cx="2552700" cy="447675"/>
          </a:xfrm>
          <a:prstGeom prst="rect">
            <a:avLst/>
          </a:prstGeom>
          <a:noFill/>
          <a:ln>
            <a:noFill/>
          </a:ln>
        </p:spPr>
      </p:pic>
      <p:sp>
        <p:nvSpPr>
          <p:cNvPr id="11" name="Text Placeholder 2"/>
          <p:cNvSpPr>
            <a:spLocks noGrp="1"/>
          </p:cNvSpPr>
          <p:nvPr>
            <p:ph type="body" sz="quarter" idx="13"/>
          </p:nvPr>
        </p:nvSpPr>
        <p:spPr>
          <a:xfrm>
            <a:off x="468923" y="3833917"/>
            <a:ext cx="8335962" cy="1579802"/>
          </a:xfrm>
        </p:spPr>
        <p:txBody>
          <a:bodyPr/>
          <a:lstStyle/>
          <a:p>
            <a:r>
              <a:rPr lang="en-IN" dirty="0"/>
              <a:t>Each equation is not linear.</a:t>
            </a:r>
          </a:p>
          <a:p>
            <a:r>
              <a:rPr lang="en-IN" b="1" dirty="0"/>
              <a:t>a. </a:t>
            </a:r>
            <a:r>
              <a:rPr lang="en-IN" i="1" dirty="0"/>
              <a:t>xy </a:t>
            </a:r>
            <a:r>
              <a:rPr lang="en-IN" dirty="0"/>
              <a:t>+ </a:t>
            </a:r>
            <a:r>
              <a:rPr lang="en-IN" i="1" dirty="0"/>
              <a:t>z </a:t>
            </a:r>
            <a:r>
              <a:rPr lang="en-IN" dirty="0"/>
              <a:t>= 2</a:t>
            </a:r>
          </a:p>
          <a:p>
            <a:r>
              <a:rPr lang="en-US" b="1" dirty="0"/>
              <a:t>b. </a:t>
            </a:r>
          </a:p>
          <a:p>
            <a:endParaRPr lang="en-IN" b="1" dirty="0">
              <a:solidFill>
                <a:srgbClr val="207BB8"/>
              </a:solidFill>
            </a:endParaRPr>
          </a:p>
        </p:txBody>
      </p:sp>
      <p:pic>
        <p:nvPicPr>
          <p:cNvPr id="14" name="Picture Placeholder 13" descr="e^x minus 2y = 4"/>
          <p:cNvPicPr>
            <a:picLocks noGrp="1" noChangeAspect="1"/>
          </p:cNvPicPr>
          <p:nvPr>
            <p:ph type="pic" sz="quarter" idx="27"/>
          </p:nvPr>
        </p:nvPicPr>
        <p:blipFill>
          <a:blip r:embed="rId4"/>
          <a:stretch>
            <a:fillRect/>
          </a:stretch>
        </p:blipFill>
        <p:spPr>
          <a:xfrm>
            <a:off x="893127" y="4868153"/>
            <a:ext cx="1604963" cy="342900"/>
          </a:xfrm>
          <a:prstGeom prst="rect">
            <a:avLst/>
          </a:prstGeom>
          <a:noFill/>
          <a:ln>
            <a:noFill/>
          </a:ln>
        </p:spPr>
      </p:pic>
      <p:sp>
        <p:nvSpPr>
          <p:cNvPr id="15" name="Text Placeholder 2"/>
          <p:cNvSpPr>
            <a:spLocks noGrp="1"/>
          </p:cNvSpPr>
          <p:nvPr>
            <p:ph type="body" sz="quarter" idx="13"/>
          </p:nvPr>
        </p:nvSpPr>
        <p:spPr>
          <a:xfrm>
            <a:off x="466575" y="5196139"/>
            <a:ext cx="4330507" cy="580439"/>
          </a:xfrm>
        </p:spPr>
        <p:txBody>
          <a:bodyPr/>
          <a:lstStyle/>
          <a:p>
            <a:r>
              <a:rPr lang="en-US" b="1" dirty="0"/>
              <a:t>c. </a:t>
            </a:r>
            <a:r>
              <a:rPr lang="en-IN" dirty="0"/>
              <a:t>sin </a:t>
            </a:r>
            <a:r>
              <a:rPr lang="en-IN" i="1" dirty="0"/>
              <a:t>x</a:t>
            </a:r>
            <a:r>
              <a:rPr lang="en-IN" baseline="-25000" dirty="0"/>
              <a:t>1</a:t>
            </a:r>
            <a:r>
              <a:rPr lang="en-IN" dirty="0"/>
              <a:t> + 2</a:t>
            </a:r>
            <a:r>
              <a:rPr lang="en-IN" i="1" dirty="0"/>
              <a:t>x</a:t>
            </a:r>
            <a:r>
              <a:rPr lang="en-IN" baseline="-25000" dirty="0"/>
              <a:t>2</a:t>
            </a:r>
            <a:r>
              <a:rPr lang="en-IN" dirty="0"/>
              <a:t> − 3</a:t>
            </a:r>
            <a:r>
              <a:rPr lang="en-IN" i="1" dirty="0"/>
              <a:t>x</a:t>
            </a:r>
            <a:r>
              <a:rPr lang="en-IN" baseline="-25000" dirty="0"/>
              <a:t>3</a:t>
            </a:r>
            <a:r>
              <a:rPr lang="en-IN" dirty="0"/>
              <a:t> = 0</a:t>
            </a:r>
            <a:endParaRPr lang="en-US" b="1" dirty="0"/>
          </a:p>
        </p:txBody>
      </p:sp>
    </p:spTree>
    <p:extLst>
      <p:ext uri="{BB962C8B-B14F-4D97-AF65-F5344CB8AC3E}">
        <p14:creationId xmlns:p14="http://schemas.microsoft.com/office/powerpoint/2010/main" val="2584815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solidFill>
                  <a:srgbClr val="207BB8"/>
                </a:solidFill>
              </a:rPr>
              <a:t>Solutions and Solution Sets</a:t>
            </a:r>
          </a:p>
        </p:txBody>
      </p:sp>
    </p:spTree>
    <p:extLst>
      <p:ext uri="{BB962C8B-B14F-4D97-AF65-F5344CB8AC3E}">
        <p14:creationId xmlns:p14="http://schemas.microsoft.com/office/powerpoint/2010/main" val="516653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Solutions and Solution Sets </a:t>
            </a:r>
            <a:r>
              <a:rPr lang="en-US" dirty="0"/>
              <a:t>(1 of 2)</a:t>
            </a:r>
            <a:endParaRPr lang="en-IN" dirty="0"/>
          </a:p>
        </p:txBody>
      </p:sp>
      <p:sp>
        <p:nvSpPr>
          <p:cNvPr id="3" name="Text Placeholder 2"/>
          <p:cNvSpPr>
            <a:spLocks noGrp="1"/>
          </p:cNvSpPr>
          <p:nvPr>
            <p:ph type="body" sz="quarter" idx="13"/>
          </p:nvPr>
        </p:nvSpPr>
        <p:spPr>
          <a:xfrm>
            <a:off x="457200" y="1444752"/>
            <a:ext cx="8335962" cy="3394533"/>
          </a:xfrm>
        </p:spPr>
        <p:txBody>
          <a:bodyPr/>
          <a:lstStyle/>
          <a:p>
            <a:r>
              <a:rPr lang="en-IN" dirty="0"/>
              <a:t>A</a:t>
            </a:r>
            <a:r>
              <a:rPr lang="en-IN" b="1" dirty="0"/>
              <a:t> solution </a:t>
            </a:r>
            <a:r>
              <a:rPr lang="en-IN" dirty="0"/>
              <a:t>of a linear equation in </a:t>
            </a:r>
            <a:r>
              <a:rPr lang="en-IN" i="1" dirty="0"/>
              <a:t>n </a:t>
            </a:r>
            <a:r>
              <a:rPr lang="en-IN" dirty="0"/>
              <a:t>variables is a sequence of </a:t>
            </a:r>
            <a:r>
              <a:rPr lang="en-IN" i="1" dirty="0"/>
              <a:t>n </a:t>
            </a:r>
            <a:r>
              <a:rPr lang="en-IN" dirty="0"/>
              <a:t>real numbers </a:t>
            </a:r>
            <a:r>
              <a:rPr lang="en-IN" i="1" dirty="0"/>
              <a:t>s</a:t>
            </a:r>
            <a:r>
              <a:rPr lang="en-IN" baseline="-25000" dirty="0"/>
              <a:t>1</a:t>
            </a:r>
            <a:r>
              <a:rPr lang="en-IN" dirty="0"/>
              <a:t>, </a:t>
            </a:r>
            <a:r>
              <a:rPr lang="en-IN" i="1" dirty="0"/>
              <a:t>s</a:t>
            </a:r>
            <a:r>
              <a:rPr lang="en-IN" baseline="-25000" dirty="0"/>
              <a:t>2</a:t>
            </a:r>
            <a:r>
              <a:rPr lang="en-IN" dirty="0"/>
              <a:t>, </a:t>
            </a:r>
            <a:r>
              <a:rPr lang="en-IN" i="1" dirty="0"/>
              <a:t>s</a:t>
            </a:r>
            <a:r>
              <a:rPr lang="en-IN" baseline="-25000" dirty="0"/>
              <a:t>3</a:t>
            </a:r>
            <a:r>
              <a:rPr lang="en-IN" dirty="0"/>
              <a:t>, ... , </a:t>
            </a:r>
            <a:r>
              <a:rPr lang="en-IN" i="1" dirty="0"/>
              <a:t>s</a:t>
            </a:r>
            <a:r>
              <a:rPr lang="en-IN" sz="400" i="1" dirty="0"/>
              <a:t> </a:t>
            </a:r>
            <a:r>
              <a:rPr lang="en-IN" i="1" baseline="-25000" dirty="0"/>
              <a:t>n</a:t>
            </a:r>
            <a:r>
              <a:rPr lang="en-IN" i="1" dirty="0"/>
              <a:t> </a:t>
            </a:r>
            <a:r>
              <a:rPr lang="en-IN" dirty="0"/>
              <a:t>that satisfy the equation when you substitute the values </a:t>
            </a:r>
          </a:p>
          <a:p>
            <a:r>
              <a:rPr lang="en-IN" i="1" dirty="0"/>
              <a:t>	x</a:t>
            </a:r>
            <a:r>
              <a:rPr lang="en-IN" baseline="-25000" dirty="0"/>
              <a:t>1</a:t>
            </a:r>
            <a:r>
              <a:rPr lang="en-IN" dirty="0"/>
              <a:t> = </a:t>
            </a:r>
            <a:r>
              <a:rPr lang="en-IN" i="1" dirty="0"/>
              <a:t>s</a:t>
            </a:r>
            <a:r>
              <a:rPr lang="en-IN" baseline="-25000" dirty="0"/>
              <a:t>1</a:t>
            </a:r>
            <a:r>
              <a:rPr lang="en-IN" dirty="0"/>
              <a:t>, </a:t>
            </a:r>
            <a:r>
              <a:rPr lang="en-IN" i="1" dirty="0"/>
              <a:t>x</a:t>
            </a:r>
            <a:r>
              <a:rPr lang="en-IN" baseline="-25000" dirty="0"/>
              <a:t>2</a:t>
            </a:r>
            <a:r>
              <a:rPr lang="en-IN" dirty="0"/>
              <a:t> = </a:t>
            </a:r>
            <a:r>
              <a:rPr lang="en-IN" i="1" dirty="0"/>
              <a:t>s</a:t>
            </a:r>
            <a:r>
              <a:rPr lang="en-IN" baseline="-25000" dirty="0"/>
              <a:t>2</a:t>
            </a:r>
            <a:r>
              <a:rPr lang="en-IN" dirty="0"/>
              <a:t>, </a:t>
            </a:r>
            <a:r>
              <a:rPr lang="en-IN" i="1" dirty="0"/>
              <a:t>x</a:t>
            </a:r>
            <a:r>
              <a:rPr lang="en-IN" baseline="-25000" dirty="0"/>
              <a:t>3</a:t>
            </a:r>
            <a:r>
              <a:rPr lang="en-IN" dirty="0"/>
              <a:t> = </a:t>
            </a:r>
            <a:r>
              <a:rPr lang="en-IN" i="1" dirty="0"/>
              <a:t>s</a:t>
            </a:r>
            <a:r>
              <a:rPr lang="en-IN" baseline="-25000" dirty="0"/>
              <a:t>3</a:t>
            </a:r>
            <a:r>
              <a:rPr lang="en-IN" dirty="0"/>
              <a:t>, ..., </a:t>
            </a:r>
            <a:r>
              <a:rPr lang="en-IN" i="1" dirty="0"/>
              <a:t>x</a:t>
            </a:r>
            <a:r>
              <a:rPr lang="en-IN" sz="100" i="1" dirty="0"/>
              <a:t> </a:t>
            </a:r>
            <a:r>
              <a:rPr lang="en-IN" i="1" baseline="-25000" dirty="0"/>
              <a:t>n</a:t>
            </a:r>
            <a:r>
              <a:rPr lang="en-IN" i="1" dirty="0"/>
              <a:t> </a:t>
            </a:r>
            <a:r>
              <a:rPr lang="en-IN" dirty="0"/>
              <a:t>= </a:t>
            </a:r>
            <a:r>
              <a:rPr lang="en-IN" i="1" dirty="0"/>
              <a:t>s</a:t>
            </a:r>
            <a:r>
              <a:rPr lang="en-IN" sz="100" i="1" dirty="0"/>
              <a:t> </a:t>
            </a:r>
            <a:r>
              <a:rPr lang="en-IN" i="1" baseline="-25000" dirty="0"/>
              <a:t>n</a:t>
            </a:r>
          </a:p>
          <a:p>
            <a:r>
              <a:rPr lang="en-IN" dirty="0"/>
              <a:t>into the equation.</a:t>
            </a:r>
          </a:p>
        </p:txBody>
      </p:sp>
    </p:spTree>
    <p:extLst>
      <p:ext uri="{BB962C8B-B14F-4D97-AF65-F5344CB8AC3E}">
        <p14:creationId xmlns:p14="http://schemas.microsoft.com/office/powerpoint/2010/main" val="1424340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Solutions and Solution Sets </a:t>
            </a:r>
            <a:r>
              <a:rPr lang="en-US" dirty="0"/>
              <a:t>(2 of 2)</a:t>
            </a:r>
            <a:endParaRPr lang="en-IN" dirty="0"/>
          </a:p>
        </p:txBody>
      </p:sp>
      <p:sp>
        <p:nvSpPr>
          <p:cNvPr id="3" name="Text Placeholder 2"/>
          <p:cNvSpPr>
            <a:spLocks noGrp="1"/>
          </p:cNvSpPr>
          <p:nvPr>
            <p:ph type="body" sz="quarter" idx="13"/>
          </p:nvPr>
        </p:nvSpPr>
        <p:spPr>
          <a:xfrm>
            <a:off x="457200" y="1444752"/>
            <a:ext cx="8335962" cy="2634879"/>
          </a:xfrm>
        </p:spPr>
        <p:txBody>
          <a:bodyPr/>
          <a:lstStyle/>
          <a:p>
            <a:r>
              <a:rPr lang="en-IN" dirty="0"/>
              <a:t>The set of </a:t>
            </a:r>
            <a:r>
              <a:rPr lang="en-IN" i="1" dirty="0"/>
              <a:t>all </a:t>
            </a:r>
            <a:r>
              <a:rPr lang="en-IN" dirty="0"/>
              <a:t>solutions of a linear equation is its </a:t>
            </a:r>
            <a:r>
              <a:rPr lang="en-IN" b="1" dirty="0"/>
              <a:t>solution set</a:t>
            </a:r>
            <a:r>
              <a:rPr lang="en-IN" dirty="0"/>
              <a:t>.</a:t>
            </a:r>
          </a:p>
          <a:p>
            <a:endParaRPr lang="en-IN" dirty="0"/>
          </a:p>
          <a:p>
            <a:r>
              <a:rPr lang="en-IN" dirty="0"/>
              <a:t>To describe the entire solution set of a linear equation, use a </a:t>
            </a:r>
            <a:r>
              <a:rPr lang="en-IN" b="1" dirty="0"/>
              <a:t>parametric representation</a:t>
            </a:r>
            <a:r>
              <a:rPr lang="en-IN" dirty="0"/>
              <a:t>.</a:t>
            </a:r>
          </a:p>
        </p:txBody>
      </p:sp>
    </p:spTree>
    <p:extLst>
      <p:ext uri="{BB962C8B-B14F-4D97-AF65-F5344CB8AC3E}">
        <p14:creationId xmlns:p14="http://schemas.microsoft.com/office/powerpoint/2010/main" val="1516288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500" dirty="0"/>
              <a:t>Example 3 </a:t>
            </a:r>
            <a:r>
              <a:rPr lang="en-US" sz="2500" dirty="0"/>
              <a:t>– </a:t>
            </a:r>
            <a:r>
              <a:rPr lang="en-IN" sz="2500" dirty="0"/>
              <a:t>Parametric Representation of a Solution Set </a:t>
            </a:r>
          </a:p>
        </p:txBody>
      </p:sp>
      <p:sp>
        <p:nvSpPr>
          <p:cNvPr id="3" name="Text Placeholder 2"/>
          <p:cNvSpPr>
            <a:spLocks noGrp="1"/>
          </p:cNvSpPr>
          <p:nvPr>
            <p:ph type="body" sz="quarter" idx="13"/>
          </p:nvPr>
        </p:nvSpPr>
        <p:spPr>
          <a:xfrm>
            <a:off x="457200" y="1444752"/>
            <a:ext cx="8335962" cy="3055686"/>
          </a:xfrm>
        </p:spPr>
        <p:txBody>
          <a:bodyPr/>
          <a:lstStyle/>
          <a:p>
            <a:r>
              <a:rPr lang="en-IN" dirty="0"/>
              <a:t>Solve the linear equation 3</a:t>
            </a:r>
            <a:r>
              <a:rPr lang="en-IN" i="1" dirty="0"/>
              <a:t>x</a:t>
            </a:r>
            <a:r>
              <a:rPr lang="en-IN" dirty="0"/>
              <a:t> + 2</a:t>
            </a:r>
            <a:r>
              <a:rPr lang="en-IN" i="1" dirty="0"/>
              <a:t>y − z</a:t>
            </a:r>
            <a:r>
              <a:rPr lang="en-IN" dirty="0"/>
              <a:t> = 3.</a:t>
            </a:r>
          </a:p>
          <a:p>
            <a:endParaRPr lang="en-US" dirty="0"/>
          </a:p>
          <a:p>
            <a:r>
              <a:rPr lang="en-IN" b="1" dirty="0">
                <a:solidFill>
                  <a:srgbClr val="207BB8"/>
                </a:solidFill>
              </a:rPr>
              <a:t>Solution:</a:t>
            </a:r>
          </a:p>
          <a:p>
            <a:r>
              <a:rPr lang="en-IN" dirty="0"/>
              <a:t>Choosing </a:t>
            </a:r>
            <a:r>
              <a:rPr lang="en-IN" i="1" dirty="0"/>
              <a:t>y </a:t>
            </a:r>
            <a:r>
              <a:rPr lang="en-IN" dirty="0"/>
              <a:t>and </a:t>
            </a:r>
            <a:r>
              <a:rPr lang="en-IN" i="1" dirty="0"/>
              <a:t>z </a:t>
            </a:r>
            <a:r>
              <a:rPr lang="en-IN" dirty="0"/>
              <a:t>to be the free variables, solve for </a:t>
            </a:r>
            <a:r>
              <a:rPr lang="en-IN" i="1" dirty="0"/>
              <a:t>x </a:t>
            </a:r>
            <a:r>
              <a:rPr lang="en-IN" dirty="0"/>
              <a:t>to obtain</a:t>
            </a:r>
          </a:p>
          <a:p>
            <a:endParaRPr lang="en-IN" sz="400" dirty="0"/>
          </a:p>
          <a:p>
            <a:r>
              <a:rPr lang="en-IN" dirty="0"/>
              <a:t>3</a:t>
            </a:r>
            <a:r>
              <a:rPr lang="en-IN" i="1" dirty="0"/>
              <a:t>x </a:t>
            </a:r>
            <a:r>
              <a:rPr lang="en-IN" dirty="0"/>
              <a:t>= 3 − 2</a:t>
            </a:r>
            <a:r>
              <a:rPr lang="en-IN" i="1" dirty="0"/>
              <a:t>y </a:t>
            </a:r>
            <a:r>
              <a:rPr lang="en-IN" dirty="0"/>
              <a:t>+ </a:t>
            </a:r>
            <a:r>
              <a:rPr lang="en-IN" i="1" dirty="0"/>
              <a:t>z</a:t>
            </a:r>
            <a:endParaRPr lang="en-IN" b="1" dirty="0">
              <a:solidFill>
                <a:srgbClr val="207BB8"/>
              </a:solidFill>
            </a:endParaRPr>
          </a:p>
        </p:txBody>
      </p:sp>
      <p:pic>
        <p:nvPicPr>
          <p:cNvPr id="6" name="Picture Placeholder 5" descr="x = 1 minus (2∕3)y + (1∕3)z."/>
          <p:cNvPicPr>
            <a:picLocks noGrp="1" noChangeAspect="1"/>
          </p:cNvPicPr>
          <p:nvPr>
            <p:ph type="pic" sz="quarter" idx="27"/>
          </p:nvPr>
        </p:nvPicPr>
        <p:blipFill>
          <a:blip r:embed="rId2"/>
          <a:stretch>
            <a:fillRect/>
          </a:stretch>
        </p:blipFill>
        <p:spPr>
          <a:xfrm>
            <a:off x="626159" y="4500438"/>
            <a:ext cx="2224088" cy="471488"/>
          </a:xfrm>
          <a:prstGeom prst="rect">
            <a:avLst/>
          </a:prstGeom>
          <a:noFill/>
          <a:ln>
            <a:noFill/>
          </a:ln>
        </p:spPr>
      </p:pic>
      <p:pic>
        <p:nvPicPr>
          <p:cNvPr id="4" name="Picture 3">
            <a:extLst>
              <a:ext uri="{FF2B5EF4-FFF2-40B4-BE49-F238E27FC236}">
                <a16:creationId xmlns:a16="http://schemas.microsoft.com/office/drawing/2014/main" id="{15DD04B8-4DB9-1DE0-9575-68AD5B96AAB0}"/>
              </a:ext>
            </a:extLst>
          </p:cNvPr>
          <p:cNvPicPr>
            <a:picLocks noChangeAspect="1"/>
          </p:cNvPicPr>
          <p:nvPr/>
        </p:nvPicPr>
        <p:blipFill>
          <a:blip r:embed="rId3"/>
          <a:stretch>
            <a:fillRect/>
          </a:stretch>
        </p:blipFill>
        <p:spPr>
          <a:xfrm>
            <a:off x="457199" y="2396140"/>
            <a:ext cx="7814441" cy="3263900"/>
          </a:xfrm>
          <a:prstGeom prst="rect">
            <a:avLst/>
          </a:prstGeom>
        </p:spPr>
      </p:pic>
    </p:spTree>
    <p:extLst>
      <p:ext uri="{BB962C8B-B14F-4D97-AF65-F5344CB8AC3E}">
        <p14:creationId xmlns:p14="http://schemas.microsoft.com/office/powerpoint/2010/main" val="3020419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Example 3 </a:t>
            </a:r>
            <a:r>
              <a:rPr lang="en-US" dirty="0"/>
              <a:t>– </a:t>
            </a:r>
            <a:r>
              <a:rPr lang="en-IN" dirty="0"/>
              <a:t>Solution</a:t>
            </a:r>
          </a:p>
        </p:txBody>
      </p:sp>
      <p:sp>
        <p:nvSpPr>
          <p:cNvPr id="3" name="Text Placeholder 2"/>
          <p:cNvSpPr>
            <a:spLocks noGrp="1"/>
          </p:cNvSpPr>
          <p:nvPr>
            <p:ph type="body" sz="quarter" idx="13"/>
          </p:nvPr>
        </p:nvSpPr>
        <p:spPr>
          <a:xfrm>
            <a:off x="457200" y="1444752"/>
            <a:ext cx="8335962" cy="952543"/>
          </a:xfrm>
        </p:spPr>
        <p:txBody>
          <a:bodyPr/>
          <a:lstStyle/>
          <a:p>
            <a:r>
              <a:rPr lang="en-IN" dirty="0"/>
              <a:t>Letting </a:t>
            </a:r>
            <a:r>
              <a:rPr lang="en-IN" i="1" dirty="0"/>
              <a:t>y </a:t>
            </a:r>
            <a:r>
              <a:rPr lang="en-IN" dirty="0"/>
              <a:t>= </a:t>
            </a:r>
            <a:r>
              <a:rPr lang="en-IN" i="1" dirty="0"/>
              <a:t>s </a:t>
            </a:r>
            <a:r>
              <a:rPr lang="en-IN" dirty="0"/>
              <a:t>and </a:t>
            </a:r>
            <a:r>
              <a:rPr lang="en-IN" i="1" dirty="0"/>
              <a:t>z </a:t>
            </a:r>
            <a:r>
              <a:rPr lang="en-IN" dirty="0"/>
              <a:t>= </a:t>
            </a:r>
            <a:r>
              <a:rPr lang="en-IN" i="1" dirty="0"/>
              <a:t>t</a:t>
            </a:r>
            <a:r>
              <a:rPr lang="en-IN" dirty="0"/>
              <a:t>, you obtain the parametric representation</a:t>
            </a:r>
            <a:endParaRPr lang="en-IN" b="1" dirty="0">
              <a:solidFill>
                <a:srgbClr val="207BB8"/>
              </a:solidFill>
            </a:endParaRPr>
          </a:p>
        </p:txBody>
      </p:sp>
      <p:pic>
        <p:nvPicPr>
          <p:cNvPr id="8" name="Picture Placeholder 7" descr="x = 1 minus (2∕3)s + (1∕3)t,"/>
          <p:cNvPicPr>
            <a:picLocks noGrp="1" noChangeAspect="1"/>
          </p:cNvPicPr>
          <p:nvPr>
            <p:ph type="pic" sz="quarter" idx="27"/>
          </p:nvPr>
        </p:nvPicPr>
        <p:blipFill>
          <a:blip r:embed="rId2"/>
          <a:stretch>
            <a:fillRect/>
          </a:stretch>
        </p:blipFill>
        <p:spPr>
          <a:xfrm>
            <a:off x="674689" y="2397295"/>
            <a:ext cx="2124075" cy="466725"/>
          </a:xfrm>
          <a:prstGeom prst="rect">
            <a:avLst/>
          </a:prstGeom>
          <a:noFill/>
          <a:ln>
            <a:noFill/>
          </a:ln>
        </p:spPr>
      </p:pic>
      <p:sp>
        <p:nvSpPr>
          <p:cNvPr id="9" name="Text Placeholder 2"/>
          <p:cNvSpPr>
            <a:spLocks noGrp="1"/>
          </p:cNvSpPr>
          <p:nvPr>
            <p:ph type="body" sz="quarter" idx="13"/>
          </p:nvPr>
        </p:nvSpPr>
        <p:spPr>
          <a:xfrm>
            <a:off x="2881313" y="2387834"/>
            <a:ext cx="1943100" cy="536448"/>
          </a:xfrm>
        </p:spPr>
        <p:txBody>
          <a:bodyPr/>
          <a:lstStyle/>
          <a:p>
            <a:r>
              <a:rPr lang="en-IN" i="1" dirty="0"/>
              <a:t>y </a:t>
            </a:r>
            <a:r>
              <a:rPr lang="en-IN" dirty="0"/>
              <a:t>= </a:t>
            </a:r>
            <a:r>
              <a:rPr lang="en-IN" i="1" dirty="0"/>
              <a:t>s</a:t>
            </a:r>
            <a:r>
              <a:rPr lang="en-IN" dirty="0"/>
              <a:t>, </a:t>
            </a:r>
            <a:r>
              <a:rPr lang="en-IN" i="1" dirty="0"/>
              <a:t>z </a:t>
            </a:r>
            <a:r>
              <a:rPr lang="en-IN" dirty="0"/>
              <a:t>= </a:t>
            </a:r>
            <a:r>
              <a:rPr lang="en-IN" i="1" dirty="0"/>
              <a:t>t</a:t>
            </a:r>
            <a:endParaRPr lang="en-IN" b="1" dirty="0">
              <a:solidFill>
                <a:srgbClr val="207BB8"/>
              </a:solidFill>
            </a:endParaRPr>
          </a:p>
        </p:txBody>
      </p:sp>
      <p:sp>
        <p:nvSpPr>
          <p:cNvPr id="10" name="Text Placeholder 2"/>
          <p:cNvSpPr>
            <a:spLocks noGrp="1"/>
          </p:cNvSpPr>
          <p:nvPr>
            <p:ph type="body" sz="quarter" idx="13"/>
          </p:nvPr>
        </p:nvSpPr>
        <p:spPr>
          <a:xfrm>
            <a:off x="457200" y="3298952"/>
            <a:ext cx="8335962" cy="1933448"/>
          </a:xfrm>
        </p:spPr>
        <p:txBody>
          <a:bodyPr/>
          <a:lstStyle/>
          <a:p>
            <a:r>
              <a:rPr lang="en-IN" dirty="0"/>
              <a:t>where </a:t>
            </a:r>
            <a:r>
              <a:rPr lang="en-IN" i="1" dirty="0"/>
              <a:t>s </a:t>
            </a:r>
            <a:r>
              <a:rPr lang="en-IN" dirty="0"/>
              <a:t>and </a:t>
            </a:r>
            <a:r>
              <a:rPr lang="en-IN" i="1" dirty="0"/>
              <a:t>t </a:t>
            </a:r>
            <a:r>
              <a:rPr lang="en-IN" dirty="0"/>
              <a:t>are any real numbers. Two particular solutions are</a:t>
            </a:r>
          </a:p>
          <a:p>
            <a:endParaRPr lang="en-IN" sz="400" dirty="0"/>
          </a:p>
          <a:p>
            <a:r>
              <a:rPr lang="pl-PL" i="1" dirty="0"/>
              <a:t>x </a:t>
            </a:r>
            <a:r>
              <a:rPr lang="pl-PL" dirty="0"/>
              <a:t>= 1, </a:t>
            </a:r>
            <a:r>
              <a:rPr lang="pl-PL" i="1" dirty="0"/>
              <a:t>y </a:t>
            </a:r>
            <a:r>
              <a:rPr lang="pl-PL" dirty="0"/>
              <a:t>= 0, </a:t>
            </a:r>
            <a:r>
              <a:rPr lang="pl-PL" i="1" dirty="0"/>
              <a:t>z </a:t>
            </a:r>
            <a:r>
              <a:rPr lang="pl-PL" dirty="0"/>
              <a:t>= 0 </a:t>
            </a:r>
            <a:r>
              <a:rPr lang="en-US" dirty="0"/>
              <a:t>    </a:t>
            </a:r>
            <a:r>
              <a:rPr lang="pl-PL" dirty="0"/>
              <a:t>and </a:t>
            </a:r>
            <a:r>
              <a:rPr lang="en-US" dirty="0"/>
              <a:t>   </a:t>
            </a:r>
            <a:r>
              <a:rPr lang="pl-PL" i="1" dirty="0"/>
              <a:t>x </a:t>
            </a:r>
            <a:r>
              <a:rPr lang="pl-PL" dirty="0"/>
              <a:t>= 1, </a:t>
            </a:r>
            <a:r>
              <a:rPr lang="pl-PL" i="1" dirty="0"/>
              <a:t>y </a:t>
            </a:r>
            <a:r>
              <a:rPr lang="pl-PL" dirty="0"/>
              <a:t>= 1, </a:t>
            </a:r>
            <a:r>
              <a:rPr lang="pl-PL" i="1" dirty="0"/>
              <a:t>z </a:t>
            </a:r>
            <a:r>
              <a:rPr lang="pl-PL" dirty="0"/>
              <a:t>= 2.</a:t>
            </a:r>
            <a:endParaRPr lang="en-IN" b="1" dirty="0">
              <a:solidFill>
                <a:srgbClr val="207BB8"/>
              </a:solidFill>
            </a:endParaRPr>
          </a:p>
        </p:txBody>
      </p:sp>
    </p:spTree>
    <p:extLst>
      <p:ext uri="{BB962C8B-B14F-4D97-AF65-F5344CB8AC3E}">
        <p14:creationId xmlns:p14="http://schemas.microsoft.com/office/powerpoint/2010/main" val="2553428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solidFill>
                  <a:srgbClr val="207BB8"/>
                </a:solidFill>
              </a:rPr>
              <a:t>Systems of Linear Equations</a:t>
            </a:r>
          </a:p>
        </p:txBody>
      </p:sp>
    </p:spTree>
    <p:extLst>
      <p:ext uri="{BB962C8B-B14F-4D97-AF65-F5344CB8AC3E}">
        <p14:creationId xmlns:p14="http://schemas.microsoft.com/office/powerpoint/2010/main" val="1002762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Systems of Linear Equations </a:t>
            </a:r>
            <a:r>
              <a:rPr lang="en-US" dirty="0"/>
              <a:t>(1 of 4)</a:t>
            </a:r>
            <a:endParaRPr lang="en-IN" dirty="0"/>
          </a:p>
        </p:txBody>
      </p:sp>
      <p:sp>
        <p:nvSpPr>
          <p:cNvPr id="3" name="Text Placeholder 2"/>
          <p:cNvSpPr>
            <a:spLocks noGrp="1"/>
          </p:cNvSpPr>
          <p:nvPr>
            <p:ph type="body" sz="quarter" idx="13"/>
          </p:nvPr>
        </p:nvSpPr>
        <p:spPr>
          <a:xfrm>
            <a:off x="457200" y="1444753"/>
            <a:ext cx="8330183" cy="2892282"/>
          </a:xfrm>
        </p:spPr>
        <p:txBody>
          <a:bodyPr/>
          <a:lstStyle/>
          <a:p>
            <a:r>
              <a:rPr lang="en-IN" dirty="0"/>
              <a:t>A </a:t>
            </a:r>
            <a:r>
              <a:rPr lang="en-IN" b="1" dirty="0"/>
              <a:t>system of </a:t>
            </a:r>
            <a:r>
              <a:rPr lang="en-IN" b="1" i="1" dirty="0"/>
              <a:t>m </a:t>
            </a:r>
            <a:r>
              <a:rPr lang="en-IN" b="1" dirty="0"/>
              <a:t>linear equations in </a:t>
            </a:r>
            <a:r>
              <a:rPr lang="en-IN" b="1" i="1" dirty="0"/>
              <a:t>n </a:t>
            </a:r>
            <a:r>
              <a:rPr lang="en-IN" b="1" dirty="0"/>
              <a:t>variables </a:t>
            </a:r>
            <a:r>
              <a:rPr lang="en-IN" dirty="0"/>
              <a:t>is a set of </a:t>
            </a:r>
            <a:r>
              <a:rPr lang="en-IN" i="1" dirty="0"/>
              <a:t>m </a:t>
            </a:r>
            <a:r>
              <a:rPr lang="en-IN" dirty="0"/>
              <a:t>equations, each of which is linear in the same </a:t>
            </a:r>
            <a:r>
              <a:rPr lang="en-IN" i="1" dirty="0"/>
              <a:t>n </a:t>
            </a:r>
            <a:r>
              <a:rPr lang="en-IN" dirty="0"/>
              <a:t>variables:</a:t>
            </a:r>
          </a:p>
          <a:p>
            <a:endParaRPr lang="en-IN" sz="400" i="1" dirty="0"/>
          </a:p>
          <a:p>
            <a:r>
              <a:rPr lang="en-IN" i="1" dirty="0"/>
              <a:t>  a</a:t>
            </a:r>
            <a:r>
              <a:rPr lang="en-IN" baseline="-25000" dirty="0"/>
              <a:t>11</a:t>
            </a:r>
            <a:r>
              <a:rPr lang="en-IN" i="1" dirty="0"/>
              <a:t>x</a:t>
            </a:r>
            <a:r>
              <a:rPr lang="en-IN" baseline="-25000" dirty="0"/>
              <a:t>1</a:t>
            </a:r>
            <a:r>
              <a:rPr lang="en-IN" dirty="0"/>
              <a:t> + </a:t>
            </a:r>
            <a:r>
              <a:rPr lang="en-IN" i="1" dirty="0"/>
              <a:t>a</a:t>
            </a:r>
            <a:r>
              <a:rPr lang="en-IN" baseline="-25000" dirty="0"/>
              <a:t>12</a:t>
            </a:r>
            <a:r>
              <a:rPr lang="en-IN" i="1" dirty="0"/>
              <a:t>x</a:t>
            </a:r>
            <a:r>
              <a:rPr lang="en-IN" baseline="-25000" dirty="0"/>
              <a:t>2</a:t>
            </a:r>
            <a:r>
              <a:rPr lang="en-IN" dirty="0"/>
              <a:t> + </a:t>
            </a:r>
            <a:r>
              <a:rPr lang="en-IN" i="1" dirty="0"/>
              <a:t>a</a:t>
            </a:r>
            <a:r>
              <a:rPr lang="en-IN" baseline="-25000" dirty="0"/>
              <a:t>13</a:t>
            </a:r>
            <a:r>
              <a:rPr lang="en-IN" i="1" dirty="0"/>
              <a:t>x</a:t>
            </a:r>
            <a:r>
              <a:rPr lang="en-IN" baseline="-25000" dirty="0"/>
              <a:t>3</a:t>
            </a:r>
            <a:r>
              <a:rPr lang="en-IN" dirty="0"/>
              <a:t> + ...   + </a:t>
            </a:r>
            <a:r>
              <a:rPr lang="en-IN" i="1" dirty="0"/>
              <a:t>a</a:t>
            </a:r>
            <a:r>
              <a:rPr lang="en-IN" baseline="-25000" dirty="0"/>
              <a:t>1</a:t>
            </a:r>
            <a:r>
              <a:rPr lang="en-IN" i="1" baseline="-25000" dirty="0"/>
              <a:t>n</a:t>
            </a:r>
            <a:r>
              <a:rPr lang="en-IN" i="1" dirty="0"/>
              <a:t>x</a:t>
            </a:r>
            <a:r>
              <a:rPr lang="en-IN" i="1" baseline="-25000" dirty="0"/>
              <a:t>n</a:t>
            </a:r>
            <a:r>
              <a:rPr lang="en-IN" i="1" dirty="0"/>
              <a:t>  </a:t>
            </a:r>
            <a:r>
              <a:rPr lang="en-IN" dirty="0"/>
              <a:t>= </a:t>
            </a:r>
            <a:r>
              <a:rPr lang="en-IN" i="1" dirty="0"/>
              <a:t>b</a:t>
            </a:r>
            <a:r>
              <a:rPr lang="en-IN" baseline="-25000" dirty="0"/>
              <a:t>1</a:t>
            </a:r>
          </a:p>
          <a:p>
            <a:r>
              <a:rPr lang="en-IN" i="1" dirty="0"/>
              <a:t>  a</a:t>
            </a:r>
            <a:r>
              <a:rPr lang="en-IN" baseline="-25000" dirty="0"/>
              <a:t>21</a:t>
            </a:r>
            <a:r>
              <a:rPr lang="en-IN" i="1" dirty="0"/>
              <a:t>x</a:t>
            </a:r>
            <a:r>
              <a:rPr lang="en-IN" baseline="-25000" dirty="0"/>
              <a:t>1</a:t>
            </a:r>
            <a:r>
              <a:rPr lang="en-IN" dirty="0"/>
              <a:t> + </a:t>
            </a:r>
            <a:r>
              <a:rPr lang="en-IN" i="1" dirty="0"/>
              <a:t>a</a:t>
            </a:r>
            <a:r>
              <a:rPr lang="en-IN" baseline="-25000" dirty="0"/>
              <a:t>22</a:t>
            </a:r>
            <a:r>
              <a:rPr lang="en-IN" i="1" dirty="0"/>
              <a:t>x</a:t>
            </a:r>
            <a:r>
              <a:rPr lang="en-IN" baseline="-25000" dirty="0"/>
              <a:t>2</a:t>
            </a:r>
            <a:r>
              <a:rPr lang="en-IN" dirty="0"/>
              <a:t> + </a:t>
            </a:r>
            <a:r>
              <a:rPr lang="en-IN" i="1" dirty="0"/>
              <a:t>a</a:t>
            </a:r>
            <a:r>
              <a:rPr lang="en-IN" baseline="-25000" dirty="0"/>
              <a:t>23</a:t>
            </a:r>
            <a:r>
              <a:rPr lang="en-IN" i="1" dirty="0"/>
              <a:t>x</a:t>
            </a:r>
            <a:r>
              <a:rPr lang="en-IN" baseline="-25000" dirty="0"/>
              <a:t>3</a:t>
            </a:r>
            <a:r>
              <a:rPr lang="en-IN" dirty="0"/>
              <a:t> + ...   + </a:t>
            </a:r>
            <a:r>
              <a:rPr lang="en-IN" i="1" dirty="0"/>
              <a:t>a</a:t>
            </a:r>
            <a:r>
              <a:rPr lang="en-IN" baseline="-25000" dirty="0"/>
              <a:t>2</a:t>
            </a:r>
            <a:r>
              <a:rPr lang="en-IN" i="1" baseline="-25000" dirty="0"/>
              <a:t>n</a:t>
            </a:r>
            <a:r>
              <a:rPr lang="en-IN" i="1" dirty="0"/>
              <a:t>x</a:t>
            </a:r>
            <a:r>
              <a:rPr lang="en-IN" i="1" baseline="-25000" dirty="0"/>
              <a:t>n</a:t>
            </a:r>
            <a:r>
              <a:rPr lang="en-IN" i="1" dirty="0"/>
              <a:t>  </a:t>
            </a:r>
            <a:r>
              <a:rPr lang="en-IN" dirty="0"/>
              <a:t>= </a:t>
            </a:r>
            <a:r>
              <a:rPr lang="en-IN" i="1" dirty="0"/>
              <a:t>b</a:t>
            </a:r>
            <a:r>
              <a:rPr lang="en-IN" baseline="-25000" dirty="0"/>
              <a:t>2</a:t>
            </a:r>
          </a:p>
          <a:p>
            <a:r>
              <a:rPr lang="en-IN" i="1" dirty="0"/>
              <a:t>  a</a:t>
            </a:r>
            <a:r>
              <a:rPr lang="en-IN" baseline="-25000" dirty="0"/>
              <a:t>31</a:t>
            </a:r>
            <a:r>
              <a:rPr lang="en-IN" i="1" dirty="0"/>
              <a:t>x</a:t>
            </a:r>
            <a:r>
              <a:rPr lang="en-IN" baseline="-25000" dirty="0"/>
              <a:t>1</a:t>
            </a:r>
            <a:r>
              <a:rPr lang="en-IN" dirty="0"/>
              <a:t> + </a:t>
            </a:r>
            <a:r>
              <a:rPr lang="en-IN" i="1" dirty="0"/>
              <a:t>a</a:t>
            </a:r>
            <a:r>
              <a:rPr lang="en-IN" baseline="-25000" dirty="0"/>
              <a:t>32</a:t>
            </a:r>
            <a:r>
              <a:rPr lang="en-IN" i="1" dirty="0"/>
              <a:t>x</a:t>
            </a:r>
            <a:r>
              <a:rPr lang="en-IN" baseline="-25000" dirty="0"/>
              <a:t>2</a:t>
            </a:r>
            <a:r>
              <a:rPr lang="en-IN" dirty="0"/>
              <a:t> + </a:t>
            </a:r>
            <a:r>
              <a:rPr lang="en-IN" i="1" dirty="0"/>
              <a:t>a</a:t>
            </a:r>
            <a:r>
              <a:rPr lang="en-IN" baseline="-25000" dirty="0"/>
              <a:t>33</a:t>
            </a:r>
            <a:r>
              <a:rPr lang="en-IN" i="1" dirty="0"/>
              <a:t>x</a:t>
            </a:r>
            <a:r>
              <a:rPr lang="en-IN" baseline="-25000" dirty="0"/>
              <a:t>3</a:t>
            </a:r>
            <a:r>
              <a:rPr lang="en-IN" dirty="0"/>
              <a:t> + ...   + </a:t>
            </a:r>
            <a:r>
              <a:rPr lang="en-IN" i="1" dirty="0"/>
              <a:t>a</a:t>
            </a:r>
            <a:r>
              <a:rPr lang="en-IN" baseline="-25000" dirty="0"/>
              <a:t>3</a:t>
            </a:r>
            <a:r>
              <a:rPr lang="en-IN" i="1" baseline="-25000" dirty="0"/>
              <a:t>n</a:t>
            </a:r>
            <a:r>
              <a:rPr lang="en-IN" i="1" dirty="0"/>
              <a:t>x</a:t>
            </a:r>
            <a:r>
              <a:rPr lang="en-IN" i="1" baseline="-25000" dirty="0"/>
              <a:t>n</a:t>
            </a:r>
            <a:r>
              <a:rPr lang="en-IN" i="1" dirty="0"/>
              <a:t>  </a:t>
            </a:r>
            <a:r>
              <a:rPr lang="en-IN" dirty="0"/>
              <a:t>= </a:t>
            </a:r>
            <a:r>
              <a:rPr lang="en-IN" i="1" dirty="0"/>
              <a:t>b</a:t>
            </a:r>
            <a:r>
              <a:rPr lang="en-IN" baseline="-25000" dirty="0"/>
              <a:t>3</a:t>
            </a:r>
          </a:p>
        </p:txBody>
      </p:sp>
      <p:pic>
        <p:nvPicPr>
          <p:cNvPr id="8" name="Picture Placeholder 7" descr="…"/>
          <p:cNvPicPr>
            <a:picLocks noGrp="1" noChangeAspect="1"/>
          </p:cNvPicPr>
          <p:nvPr>
            <p:ph type="pic" sz="quarter" idx="27"/>
          </p:nvPr>
        </p:nvPicPr>
        <p:blipFill>
          <a:blip r:embed="rId2"/>
          <a:stretch>
            <a:fillRect/>
          </a:stretch>
        </p:blipFill>
        <p:spPr>
          <a:xfrm>
            <a:off x="5302800" y="3968734"/>
            <a:ext cx="233363" cy="385763"/>
          </a:xfrm>
          <a:prstGeom prst="rect">
            <a:avLst/>
          </a:prstGeom>
          <a:noFill/>
          <a:ln>
            <a:noFill/>
          </a:ln>
        </p:spPr>
      </p:pic>
      <p:sp>
        <p:nvSpPr>
          <p:cNvPr id="9" name="Text Placeholder 2"/>
          <p:cNvSpPr>
            <a:spLocks noGrp="1"/>
          </p:cNvSpPr>
          <p:nvPr>
            <p:ph type="body" sz="quarter" idx="13"/>
          </p:nvPr>
        </p:nvSpPr>
        <p:spPr>
          <a:xfrm>
            <a:off x="614149" y="4408665"/>
            <a:ext cx="6346466" cy="569736"/>
          </a:xfrm>
        </p:spPr>
        <p:txBody>
          <a:bodyPr/>
          <a:lstStyle/>
          <a:p>
            <a:r>
              <a:rPr lang="en-IN" i="1" dirty="0"/>
              <a:t>a</a:t>
            </a:r>
            <a:r>
              <a:rPr lang="en-IN" sz="100" i="1" dirty="0"/>
              <a:t> </a:t>
            </a:r>
            <a:r>
              <a:rPr lang="en-IN" i="1" baseline="-25000" dirty="0"/>
              <a:t>m</a:t>
            </a:r>
            <a:r>
              <a:rPr lang="en-IN" baseline="-25000" dirty="0"/>
              <a:t>1</a:t>
            </a:r>
            <a:r>
              <a:rPr lang="en-IN" i="1" dirty="0"/>
              <a:t>x</a:t>
            </a:r>
            <a:r>
              <a:rPr lang="en-IN" baseline="-25000" dirty="0"/>
              <a:t>1</a:t>
            </a:r>
            <a:r>
              <a:rPr lang="en-IN" dirty="0"/>
              <a:t> + </a:t>
            </a:r>
            <a:r>
              <a:rPr lang="en-IN" i="1" dirty="0"/>
              <a:t>a</a:t>
            </a:r>
            <a:r>
              <a:rPr lang="en-IN" sz="100" i="1" dirty="0"/>
              <a:t> </a:t>
            </a:r>
            <a:r>
              <a:rPr lang="en-IN" i="1" baseline="-25000" dirty="0"/>
              <a:t>m</a:t>
            </a:r>
            <a:r>
              <a:rPr lang="en-IN" baseline="-25000" dirty="0"/>
              <a:t>2</a:t>
            </a:r>
            <a:r>
              <a:rPr lang="en-IN" i="1" dirty="0"/>
              <a:t>x</a:t>
            </a:r>
            <a:r>
              <a:rPr lang="en-IN" baseline="-25000" dirty="0"/>
              <a:t>2</a:t>
            </a:r>
            <a:r>
              <a:rPr lang="en-IN" dirty="0"/>
              <a:t> + </a:t>
            </a:r>
            <a:r>
              <a:rPr lang="en-IN" i="1" dirty="0"/>
              <a:t>a</a:t>
            </a:r>
            <a:r>
              <a:rPr lang="en-IN" sz="100" i="1" dirty="0"/>
              <a:t> </a:t>
            </a:r>
            <a:r>
              <a:rPr lang="en-IN" i="1" baseline="-25000" dirty="0"/>
              <a:t>m</a:t>
            </a:r>
            <a:r>
              <a:rPr lang="en-IN" baseline="-25000" dirty="0"/>
              <a:t>3</a:t>
            </a:r>
            <a:r>
              <a:rPr lang="en-IN" i="1" dirty="0"/>
              <a:t>x</a:t>
            </a:r>
            <a:r>
              <a:rPr lang="en-IN" baseline="-25000" dirty="0"/>
              <a:t>3</a:t>
            </a:r>
            <a:r>
              <a:rPr lang="en-IN" dirty="0"/>
              <a:t> + ... + </a:t>
            </a:r>
            <a:r>
              <a:rPr lang="en-IN" i="1" dirty="0"/>
              <a:t>a</a:t>
            </a:r>
            <a:r>
              <a:rPr lang="en-IN" sz="200" i="1" dirty="0"/>
              <a:t>  </a:t>
            </a:r>
            <a:r>
              <a:rPr lang="en-IN" i="1" baseline="-25000" dirty="0"/>
              <a:t>m</a:t>
            </a:r>
            <a:r>
              <a:rPr lang="en-IN" sz="200" i="1" baseline="-25000" dirty="0"/>
              <a:t> </a:t>
            </a:r>
            <a:r>
              <a:rPr lang="en-IN" i="1" baseline="-25000" dirty="0"/>
              <a:t>n</a:t>
            </a:r>
            <a:r>
              <a:rPr lang="en-IN" sz="200" i="1" baseline="-25000" dirty="0"/>
              <a:t> </a:t>
            </a:r>
            <a:r>
              <a:rPr lang="en-IN" i="1" dirty="0"/>
              <a:t>x</a:t>
            </a:r>
            <a:r>
              <a:rPr lang="en-IN" sz="200" i="1" dirty="0"/>
              <a:t> </a:t>
            </a:r>
            <a:r>
              <a:rPr lang="en-IN" i="1" baseline="-25000" dirty="0"/>
              <a:t>n</a:t>
            </a:r>
            <a:r>
              <a:rPr lang="en-IN" i="1" dirty="0"/>
              <a:t> </a:t>
            </a:r>
            <a:r>
              <a:rPr lang="en-IN" dirty="0"/>
              <a:t>= </a:t>
            </a:r>
            <a:r>
              <a:rPr lang="en-IN" i="1" dirty="0"/>
              <a:t>b</a:t>
            </a:r>
            <a:r>
              <a:rPr lang="en-IN" sz="100" i="1" dirty="0"/>
              <a:t> </a:t>
            </a:r>
            <a:r>
              <a:rPr lang="en-IN" i="1" baseline="-25000" dirty="0"/>
              <a:t>m</a:t>
            </a:r>
            <a:r>
              <a:rPr lang="en-IN" dirty="0"/>
              <a:t>.</a:t>
            </a:r>
          </a:p>
        </p:txBody>
      </p:sp>
    </p:spTree>
    <p:extLst>
      <p:ext uri="{BB962C8B-B14F-4D97-AF65-F5344CB8AC3E}">
        <p14:creationId xmlns:p14="http://schemas.microsoft.com/office/powerpoint/2010/main" val="30697498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Systems of Linear Equations </a:t>
            </a:r>
            <a:r>
              <a:rPr lang="en-US" dirty="0"/>
              <a:t>(2 of 4)</a:t>
            </a:r>
            <a:endParaRPr lang="en-IN" dirty="0"/>
          </a:p>
        </p:txBody>
      </p:sp>
      <p:sp>
        <p:nvSpPr>
          <p:cNvPr id="3" name="Text Placeholder 2"/>
          <p:cNvSpPr>
            <a:spLocks noGrp="1"/>
          </p:cNvSpPr>
          <p:nvPr>
            <p:ph type="body" sz="quarter" idx="13"/>
          </p:nvPr>
        </p:nvSpPr>
        <p:spPr>
          <a:xfrm>
            <a:off x="457200" y="1444753"/>
            <a:ext cx="8330183" cy="2892282"/>
          </a:xfrm>
        </p:spPr>
        <p:txBody>
          <a:bodyPr/>
          <a:lstStyle/>
          <a:p>
            <a:r>
              <a:rPr lang="en-IN" dirty="0"/>
              <a:t>A system of linear equations is also called a </a:t>
            </a:r>
            <a:r>
              <a:rPr lang="en-IN" b="1" dirty="0"/>
              <a:t>linear system. </a:t>
            </a:r>
            <a:r>
              <a:rPr lang="en-IN" dirty="0"/>
              <a:t>A </a:t>
            </a:r>
            <a:r>
              <a:rPr lang="en-IN" b="1" dirty="0"/>
              <a:t>solution </a:t>
            </a:r>
            <a:r>
              <a:rPr lang="en-IN" dirty="0"/>
              <a:t>of a linear system is a sequence of numbers </a:t>
            </a:r>
            <a:r>
              <a:rPr lang="en-IN" i="1" dirty="0"/>
              <a:t>s</a:t>
            </a:r>
            <a:r>
              <a:rPr lang="en-IN" baseline="-25000" dirty="0"/>
              <a:t>1</a:t>
            </a:r>
            <a:r>
              <a:rPr lang="en-IN" dirty="0"/>
              <a:t>, </a:t>
            </a:r>
            <a:r>
              <a:rPr lang="en-IN" i="1" dirty="0"/>
              <a:t>s</a:t>
            </a:r>
            <a:r>
              <a:rPr lang="en-IN" baseline="-25000" dirty="0"/>
              <a:t>2</a:t>
            </a:r>
            <a:r>
              <a:rPr lang="en-IN" dirty="0"/>
              <a:t>, </a:t>
            </a:r>
            <a:r>
              <a:rPr lang="en-IN" i="1" dirty="0"/>
              <a:t>s</a:t>
            </a:r>
            <a:r>
              <a:rPr lang="en-IN" baseline="-25000" dirty="0"/>
              <a:t>3</a:t>
            </a:r>
            <a:r>
              <a:rPr lang="en-IN" dirty="0"/>
              <a:t>, ... , </a:t>
            </a:r>
            <a:r>
              <a:rPr lang="en-IN" i="1" dirty="0"/>
              <a:t>s</a:t>
            </a:r>
            <a:r>
              <a:rPr lang="en-IN" sz="400" i="1" baseline="-25000" dirty="0"/>
              <a:t> </a:t>
            </a:r>
            <a:r>
              <a:rPr lang="en-IN" i="1" baseline="-25000" dirty="0"/>
              <a:t>n</a:t>
            </a:r>
            <a:r>
              <a:rPr lang="en-IN" i="1" dirty="0"/>
              <a:t> </a:t>
            </a:r>
            <a:r>
              <a:rPr lang="en-IN" dirty="0"/>
              <a:t>that is a solution of each equation in the system.</a:t>
            </a:r>
            <a:endParaRPr lang="en-IN" baseline="-25000" dirty="0"/>
          </a:p>
        </p:txBody>
      </p:sp>
    </p:spTree>
    <p:extLst>
      <p:ext uri="{BB962C8B-B14F-4D97-AF65-F5344CB8AC3E}">
        <p14:creationId xmlns:p14="http://schemas.microsoft.com/office/powerpoint/2010/main" val="2633915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500" dirty="0"/>
              <a:t>Example 4 </a:t>
            </a:r>
            <a:r>
              <a:rPr lang="en-US" sz="2500" dirty="0"/>
              <a:t>– </a:t>
            </a:r>
            <a:r>
              <a:rPr lang="en-IN" sz="2500" dirty="0"/>
              <a:t>Systems of Two Equations in Two Variables </a:t>
            </a:r>
          </a:p>
        </p:txBody>
      </p:sp>
      <p:sp>
        <p:nvSpPr>
          <p:cNvPr id="3" name="Text Placeholder 2"/>
          <p:cNvSpPr>
            <a:spLocks noGrp="1"/>
          </p:cNvSpPr>
          <p:nvPr>
            <p:ph type="body" sz="quarter" idx="13"/>
          </p:nvPr>
        </p:nvSpPr>
        <p:spPr>
          <a:xfrm>
            <a:off x="457200" y="1444752"/>
            <a:ext cx="8335962" cy="4660626"/>
          </a:xfrm>
        </p:spPr>
        <p:txBody>
          <a:bodyPr/>
          <a:lstStyle/>
          <a:p>
            <a:r>
              <a:rPr lang="en-IN" dirty="0"/>
              <a:t>Solve and graph each system of linear equations.</a:t>
            </a:r>
          </a:p>
          <a:p>
            <a:r>
              <a:rPr lang="en-IN" b="1" dirty="0"/>
              <a:t>a. </a:t>
            </a:r>
            <a:r>
              <a:rPr lang="en-IN" i="1" dirty="0"/>
              <a:t>x </a:t>
            </a:r>
            <a:r>
              <a:rPr lang="en-IN" dirty="0"/>
              <a:t>+ </a:t>
            </a:r>
            <a:r>
              <a:rPr lang="en-IN" i="1" dirty="0"/>
              <a:t>y </a:t>
            </a:r>
            <a:r>
              <a:rPr lang="en-IN" dirty="0"/>
              <a:t>= 3</a:t>
            </a:r>
          </a:p>
          <a:p>
            <a:r>
              <a:rPr lang="en-IN" i="1" dirty="0"/>
              <a:t>    x </a:t>
            </a:r>
            <a:r>
              <a:rPr lang="en-IN" dirty="0"/>
              <a:t>− </a:t>
            </a:r>
            <a:r>
              <a:rPr lang="en-IN" i="1" dirty="0"/>
              <a:t>y </a:t>
            </a:r>
            <a:r>
              <a:rPr lang="en-IN" dirty="0"/>
              <a:t>= −1</a:t>
            </a:r>
          </a:p>
          <a:p>
            <a:endParaRPr lang="en-IN" dirty="0"/>
          </a:p>
          <a:p>
            <a:r>
              <a:rPr lang="en-IN" b="1" dirty="0"/>
              <a:t>b. </a:t>
            </a:r>
            <a:r>
              <a:rPr lang="en-IN" i="1" dirty="0"/>
              <a:t>x </a:t>
            </a:r>
            <a:r>
              <a:rPr lang="en-IN" dirty="0"/>
              <a:t>+ </a:t>
            </a:r>
            <a:r>
              <a:rPr lang="en-IN" i="1" dirty="0"/>
              <a:t>y </a:t>
            </a:r>
            <a:r>
              <a:rPr lang="en-IN" dirty="0"/>
              <a:t>= 3</a:t>
            </a:r>
          </a:p>
          <a:p>
            <a:r>
              <a:rPr lang="en-IN" dirty="0"/>
              <a:t>   2</a:t>
            </a:r>
            <a:r>
              <a:rPr lang="en-IN" i="1" dirty="0"/>
              <a:t>x</a:t>
            </a:r>
            <a:r>
              <a:rPr lang="en-IN" dirty="0"/>
              <a:t> + 2</a:t>
            </a:r>
            <a:r>
              <a:rPr lang="en-IN" i="1" dirty="0"/>
              <a:t>y </a:t>
            </a:r>
            <a:r>
              <a:rPr lang="en-IN" dirty="0"/>
              <a:t>= 6</a:t>
            </a:r>
          </a:p>
          <a:p>
            <a:endParaRPr lang="en-IN" b="1" dirty="0"/>
          </a:p>
          <a:p>
            <a:r>
              <a:rPr lang="en-IN" b="1" dirty="0"/>
              <a:t>c. </a:t>
            </a:r>
            <a:r>
              <a:rPr lang="en-IN" i="1" dirty="0"/>
              <a:t>x </a:t>
            </a:r>
            <a:r>
              <a:rPr lang="en-IN" dirty="0"/>
              <a:t>+ </a:t>
            </a:r>
            <a:r>
              <a:rPr lang="en-IN" i="1" dirty="0"/>
              <a:t>y </a:t>
            </a:r>
            <a:r>
              <a:rPr lang="en-IN" dirty="0"/>
              <a:t>= 3</a:t>
            </a:r>
          </a:p>
          <a:p>
            <a:r>
              <a:rPr lang="en-IN" i="1" dirty="0"/>
              <a:t>    x </a:t>
            </a:r>
            <a:r>
              <a:rPr lang="en-IN" dirty="0"/>
              <a:t>+ </a:t>
            </a:r>
            <a:r>
              <a:rPr lang="en-IN" i="1" dirty="0"/>
              <a:t>y </a:t>
            </a:r>
            <a:r>
              <a:rPr lang="en-IN" dirty="0"/>
              <a:t>= 1</a:t>
            </a:r>
            <a:endParaRPr lang="en-US" dirty="0"/>
          </a:p>
        </p:txBody>
      </p:sp>
      <p:pic>
        <p:nvPicPr>
          <p:cNvPr id="4" name="Picture 3">
            <a:extLst>
              <a:ext uri="{FF2B5EF4-FFF2-40B4-BE49-F238E27FC236}">
                <a16:creationId xmlns:a16="http://schemas.microsoft.com/office/drawing/2014/main" id="{8384D7E0-969D-48EE-474D-B18A20D951FD}"/>
              </a:ext>
            </a:extLst>
          </p:cNvPr>
          <p:cNvPicPr>
            <a:picLocks noChangeAspect="1"/>
          </p:cNvPicPr>
          <p:nvPr/>
        </p:nvPicPr>
        <p:blipFill>
          <a:blip r:embed="rId2"/>
          <a:stretch>
            <a:fillRect/>
          </a:stretch>
        </p:blipFill>
        <p:spPr>
          <a:xfrm>
            <a:off x="233979" y="2962265"/>
            <a:ext cx="4114800" cy="1625600"/>
          </a:xfrm>
          <a:prstGeom prst="rect">
            <a:avLst/>
          </a:prstGeom>
        </p:spPr>
      </p:pic>
      <p:pic>
        <p:nvPicPr>
          <p:cNvPr id="5" name="Picture 4">
            <a:extLst>
              <a:ext uri="{FF2B5EF4-FFF2-40B4-BE49-F238E27FC236}">
                <a16:creationId xmlns:a16="http://schemas.microsoft.com/office/drawing/2014/main" id="{25D58DA4-93FF-079C-5A64-632805D36D45}"/>
              </a:ext>
            </a:extLst>
          </p:cNvPr>
          <p:cNvPicPr>
            <a:picLocks noChangeAspect="1"/>
          </p:cNvPicPr>
          <p:nvPr/>
        </p:nvPicPr>
        <p:blipFill>
          <a:blip r:embed="rId2"/>
          <a:stretch>
            <a:fillRect/>
          </a:stretch>
        </p:blipFill>
        <p:spPr>
          <a:xfrm>
            <a:off x="350838" y="4832275"/>
            <a:ext cx="4114800" cy="1625600"/>
          </a:xfrm>
          <a:prstGeom prst="rect">
            <a:avLst/>
          </a:prstGeom>
        </p:spPr>
      </p:pic>
    </p:spTree>
    <p:extLst>
      <p:ext uri="{BB962C8B-B14F-4D97-AF65-F5344CB8AC3E}">
        <p14:creationId xmlns:p14="http://schemas.microsoft.com/office/powerpoint/2010/main" val="1779606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Example 4 </a:t>
            </a:r>
            <a:r>
              <a:rPr lang="en-US" dirty="0"/>
              <a:t>– </a:t>
            </a:r>
            <a:r>
              <a:rPr lang="en-IN" dirty="0"/>
              <a:t>Solution (1 of 4)</a:t>
            </a:r>
          </a:p>
        </p:txBody>
      </p:sp>
      <p:sp>
        <p:nvSpPr>
          <p:cNvPr id="3" name="Text Placeholder 2"/>
          <p:cNvSpPr>
            <a:spLocks noGrp="1"/>
          </p:cNvSpPr>
          <p:nvPr>
            <p:ph type="body" sz="quarter" idx="13"/>
          </p:nvPr>
        </p:nvSpPr>
        <p:spPr>
          <a:xfrm>
            <a:off x="457200" y="1444752"/>
            <a:ext cx="8335962" cy="3239790"/>
          </a:xfrm>
        </p:spPr>
        <p:txBody>
          <a:bodyPr/>
          <a:lstStyle/>
          <a:p>
            <a:pPr marL="341313" indent="-341313"/>
            <a:r>
              <a:rPr lang="en-IN" b="1" dirty="0"/>
              <a:t>a. </a:t>
            </a:r>
            <a:r>
              <a:rPr lang="en-IN" dirty="0"/>
              <a:t>This system has exactly one solution, </a:t>
            </a:r>
            <a:r>
              <a:rPr lang="en-IN" i="1" dirty="0"/>
              <a:t>x </a:t>
            </a:r>
            <a:r>
              <a:rPr lang="en-IN" dirty="0"/>
              <a:t>= 1 and </a:t>
            </a:r>
            <a:r>
              <a:rPr lang="en-IN" i="1" dirty="0"/>
              <a:t>y </a:t>
            </a:r>
            <a:r>
              <a:rPr lang="en-IN" dirty="0"/>
              <a:t>= 2. One way to obtain the solution is to add the two equations to give 2</a:t>
            </a:r>
            <a:r>
              <a:rPr lang="en-IN" i="1" dirty="0"/>
              <a:t>x </a:t>
            </a:r>
            <a:r>
              <a:rPr lang="en-IN" dirty="0"/>
              <a:t>= 2, which implies </a:t>
            </a:r>
            <a:r>
              <a:rPr lang="en-IN" i="1" dirty="0"/>
              <a:t>x </a:t>
            </a:r>
            <a:r>
              <a:rPr lang="en-IN" dirty="0"/>
              <a:t>= 1 and so </a:t>
            </a:r>
            <a:r>
              <a:rPr lang="en-IN" i="1" dirty="0"/>
              <a:t>y </a:t>
            </a:r>
            <a:r>
              <a:rPr lang="en-IN" dirty="0"/>
              <a:t>= 2. </a:t>
            </a:r>
          </a:p>
          <a:p>
            <a:pPr marL="292100" indent="-292100"/>
            <a:endParaRPr lang="en-IN" dirty="0"/>
          </a:p>
          <a:p>
            <a:pPr marL="341313" indent="-341313">
              <a:spcBef>
                <a:spcPts val="0"/>
              </a:spcBef>
            </a:pPr>
            <a:r>
              <a:rPr lang="en-IN" dirty="0"/>
              <a:t>    The graph of this system is two </a:t>
            </a:r>
          </a:p>
          <a:p>
            <a:pPr marL="292100" indent="-292100">
              <a:spcBef>
                <a:spcPts val="0"/>
              </a:spcBef>
            </a:pPr>
            <a:r>
              <a:rPr lang="en-IN" i="1" dirty="0"/>
              <a:t>    intersecting </a:t>
            </a:r>
            <a:r>
              <a:rPr lang="en-IN" dirty="0"/>
              <a:t>lines, as shown in </a:t>
            </a:r>
          </a:p>
          <a:p>
            <a:pPr marL="292100" indent="-292100">
              <a:spcBef>
                <a:spcPts val="0"/>
              </a:spcBef>
            </a:pPr>
            <a:r>
              <a:rPr lang="en-IN" dirty="0"/>
              <a:t>    Figure 1.1(a).</a:t>
            </a:r>
            <a:endParaRPr lang="en-US" dirty="0"/>
          </a:p>
        </p:txBody>
      </p:sp>
      <p:sp>
        <p:nvSpPr>
          <p:cNvPr id="8" name="Text Placeholder 4"/>
          <p:cNvSpPr>
            <a:spLocks noGrp="1"/>
          </p:cNvSpPr>
          <p:nvPr>
            <p:ph type="body" sz="quarter" idx="15"/>
          </p:nvPr>
        </p:nvSpPr>
        <p:spPr>
          <a:xfrm>
            <a:off x="6180934" y="6290313"/>
            <a:ext cx="1423960" cy="254890"/>
          </a:xfrm>
        </p:spPr>
        <p:txBody>
          <a:bodyPr>
            <a:noAutofit/>
          </a:bodyPr>
          <a:lstStyle/>
          <a:p>
            <a:pPr marL="0" indent="0" algn="ctr">
              <a:buNone/>
            </a:pPr>
            <a:r>
              <a:rPr lang="en-IN" sz="1200" b="1" dirty="0"/>
              <a:t>Figure 1.1</a:t>
            </a:r>
            <a:endParaRPr lang="en-US" sz="1200" b="1" dirty="0"/>
          </a:p>
        </p:txBody>
      </p:sp>
      <p:pic>
        <p:nvPicPr>
          <p:cNvPr id="7" name="Picture Placeholder 6" descr="Part (a). Visual representation. Two lines are graphed on the x y coordinate plane. One line enters the bottom left of the viewing window in the third quadrant, goes up and to the right, intersects the negative x-axis at (negative 1, 0), passes through the second quadrant, intersects the positive y-axis at (0, 1), enters the first quadrant, and exits the top right of the viewing window. The second line enters the top left of the viewing window in the second quadrant, goes down and to the right, intersects the positive y-axis at (0, 3), enters the first quadrant, intersects the first line at (1, 2), then the positive x-axis at (3, 0), and exits the bottom right of the viewing window. Caption. a. Two intersecting lines: x + y = 3, x minus y = negative 1. "/>
          <p:cNvPicPr>
            <a:picLocks noGrp="1" noChangeAspect="1"/>
          </p:cNvPicPr>
          <p:nvPr>
            <p:ph type="pic" sz="quarter" idx="27"/>
          </p:nvPr>
        </p:nvPicPr>
        <p:blipFill>
          <a:blip r:embed="rId2"/>
          <a:stretch>
            <a:fillRect/>
          </a:stretch>
        </p:blipFill>
        <p:spPr>
          <a:xfrm>
            <a:off x="5744036" y="2788011"/>
            <a:ext cx="2410301" cy="3427095"/>
          </a:xfrm>
          <a:prstGeom prst="rect">
            <a:avLst/>
          </a:prstGeom>
          <a:noFill/>
          <a:ln>
            <a:noFill/>
          </a:ln>
        </p:spPr>
      </p:pic>
    </p:spTree>
    <p:extLst>
      <p:ext uri="{BB962C8B-B14F-4D97-AF65-F5344CB8AC3E}">
        <p14:creationId xmlns:p14="http://schemas.microsoft.com/office/powerpoint/2010/main" val="4028871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217B0-5FCC-90AE-81AA-24146EDAA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112BEA-69FF-7619-767A-20B6352C305D}"/>
              </a:ext>
            </a:extLst>
          </p:cNvPr>
          <p:cNvSpPr>
            <a:spLocks noGrp="1"/>
          </p:cNvSpPr>
          <p:nvPr>
            <p:ph type="title"/>
          </p:nvPr>
        </p:nvSpPr>
        <p:spPr/>
        <p:txBody>
          <a:bodyPr>
            <a:normAutofit/>
          </a:bodyPr>
          <a:lstStyle/>
          <a:p>
            <a:r>
              <a:rPr lang="en-IN" sz="2500" dirty="0"/>
              <a:t>Example 4 </a:t>
            </a:r>
            <a:r>
              <a:rPr lang="en-US" sz="2500" dirty="0"/>
              <a:t>– </a:t>
            </a:r>
            <a:r>
              <a:rPr lang="en-IN" sz="2500" dirty="0"/>
              <a:t>Systems of Two Equations in Two Variables </a:t>
            </a:r>
          </a:p>
        </p:txBody>
      </p:sp>
      <p:sp>
        <p:nvSpPr>
          <p:cNvPr id="3" name="Text Placeholder 2">
            <a:extLst>
              <a:ext uri="{FF2B5EF4-FFF2-40B4-BE49-F238E27FC236}">
                <a16:creationId xmlns:a16="http://schemas.microsoft.com/office/drawing/2014/main" id="{A127327A-0095-AE0A-CA1E-221FC3C058CD}"/>
              </a:ext>
            </a:extLst>
          </p:cNvPr>
          <p:cNvSpPr>
            <a:spLocks noGrp="1"/>
          </p:cNvSpPr>
          <p:nvPr>
            <p:ph type="body" sz="quarter" idx="13"/>
          </p:nvPr>
        </p:nvSpPr>
        <p:spPr>
          <a:xfrm>
            <a:off x="457200" y="1444752"/>
            <a:ext cx="8335962" cy="4660626"/>
          </a:xfrm>
        </p:spPr>
        <p:txBody>
          <a:bodyPr/>
          <a:lstStyle/>
          <a:p>
            <a:r>
              <a:rPr lang="en-IN" dirty="0"/>
              <a:t>Solve and graph each system of linear equations.</a:t>
            </a:r>
          </a:p>
          <a:p>
            <a:r>
              <a:rPr lang="en-IN" b="1" dirty="0"/>
              <a:t>a. </a:t>
            </a:r>
            <a:r>
              <a:rPr lang="en-IN" i="1" dirty="0"/>
              <a:t>x </a:t>
            </a:r>
            <a:r>
              <a:rPr lang="en-IN" dirty="0"/>
              <a:t>+ </a:t>
            </a:r>
            <a:r>
              <a:rPr lang="en-IN" i="1" dirty="0"/>
              <a:t>y </a:t>
            </a:r>
            <a:r>
              <a:rPr lang="en-IN" dirty="0"/>
              <a:t>= 3</a:t>
            </a:r>
          </a:p>
          <a:p>
            <a:r>
              <a:rPr lang="en-IN" i="1" dirty="0"/>
              <a:t>    x </a:t>
            </a:r>
            <a:r>
              <a:rPr lang="en-IN" dirty="0"/>
              <a:t>− </a:t>
            </a:r>
            <a:r>
              <a:rPr lang="en-IN" i="1" dirty="0"/>
              <a:t>y </a:t>
            </a:r>
            <a:r>
              <a:rPr lang="en-IN" dirty="0"/>
              <a:t>= −1</a:t>
            </a:r>
          </a:p>
          <a:p>
            <a:endParaRPr lang="en-IN" dirty="0"/>
          </a:p>
          <a:p>
            <a:r>
              <a:rPr lang="en-IN" b="1" dirty="0"/>
              <a:t>b. </a:t>
            </a:r>
            <a:r>
              <a:rPr lang="en-IN" i="1" dirty="0"/>
              <a:t>x </a:t>
            </a:r>
            <a:r>
              <a:rPr lang="en-IN" dirty="0"/>
              <a:t>+ </a:t>
            </a:r>
            <a:r>
              <a:rPr lang="en-IN" i="1" dirty="0"/>
              <a:t>y </a:t>
            </a:r>
            <a:r>
              <a:rPr lang="en-IN" dirty="0"/>
              <a:t>= 3</a:t>
            </a:r>
          </a:p>
          <a:p>
            <a:r>
              <a:rPr lang="en-IN" dirty="0"/>
              <a:t>   2</a:t>
            </a:r>
            <a:r>
              <a:rPr lang="en-IN" i="1" dirty="0"/>
              <a:t>x</a:t>
            </a:r>
            <a:r>
              <a:rPr lang="en-IN" dirty="0"/>
              <a:t> + 2</a:t>
            </a:r>
            <a:r>
              <a:rPr lang="en-IN" i="1" dirty="0"/>
              <a:t>y </a:t>
            </a:r>
            <a:r>
              <a:rPr lang="en-IN" dirty="0"/>
              <a:t>= 6</a:t>
            </a:r>
          </a:p>
          <a:p>
            <a:endParaRPr lang="en-IN" b="1" dirty="0"/>
          </a:p>
          <a:p>
            <a:r>
              <a:rPr lang="en-IN" b="1" dirty="0"/>
              <a:t>c. </a:t>
            </a:r>
            <a:r>
              <a:rPr lang="en-IN" i="1" dirty="0"/>
              <a:t>x </a:t>
            </a:r>
            <a:r>
              <a:rPr lang="en-IN" dirty="0"/>
              <a:t>+ </a:t>
            </a:r>
            <a:r>
              <a:rPr lang="en-IN" i="1" dirty="0"/>
              <a:t>y </a:t>
            </a:r>
            <a:r>
              <a:rPr lang="en-IN" dirty="0"/>
              <a:t>= 3</a:t>
            </a:r>
          </a:p>
          <a:p>
            <a:r>
              <a:rPr lang="en-IN" i="1" dirty="0"/>
              <a:t>    x </a:t>
            </a:r>
            <a:r>
              <a:rPr lang="en-IN" dirty="0"/>
              <a:t>+ </a:t>
            </a:r>
            <a:r>
              <a:rPr lang="en-IN" i="1" dirty="0"/>
              <a:t>y </a:t>
            </a:r>
            <a:r>
              <a:rPr lang="en-IN" dirty="0"/>
              <a:t>= 1</a:t>
            </a:r>
            <a:endParaRPr lang="en-US" dirty="0"/>
          </a:p>
        </p:txBody>
      </p:sp>
      <p:pic>
        <p:nvPicPr>
          <p:cNvPr id="4" name="Picture 3">
            <a:extLst>
              <a:ext uri="{FF2B5EF4-FFF2-40B4-BE49-F238E27FC236}">
                <a16:creationId xmlns:a16="http://schemas.microsoft.com/office/drawing/2014/main" id="{D3898E64-7F84-C365-63B2-BC49E5F06ECD}"/>
              </a:ext>
            </a:extLst>
          </p:cNvPr>
          <p:cNvPicPr>
            <a:picLocks noChangeAspect="1"/>
          </p:cNvPicPr>
          <p:nvPr/>
        </p:nvPicPr>
        <p:blipFill>
          <a:blip r:embed="rId2"/>
          <a:stretch>
            <a:fillRect/>
          </a:stretch>
        </p:blipFill>
        <p:spPr>
          <a:xfrm>
            <a:off x="457199" y="1914860"/>
            <a:ext cx="4114800" cy="1514139"/>
          </a:xfrm>
          <a:prstGeom prst="rect">
            <a:avLst/>
          </a:prstGeom>
        </p:spPr>
      </p:pic>
      <p:pic>
        <p:nvPicPr>
          <p:cNvPr id="5" name="Picture 4">
            <a:extLst>
              <a:ext uri="{FF2B5EF4-FFF2-40B4-BE49-F238E27FC236}">
                <a16:creationId xmlns:a16="http://schemas.microsoft.com/office/drawing/2014/main" id="{321CB9E3-CDD9-3198-9616-973B5911FB52}"/>
              </a:ext>
            </a:extLst>
          </p:cNvPr>
          <p:cNvPicPr>
            <a:picLocks noChangeAspect="1"/>
          </p:cNvPicPr>
          <p:nvPr/>
        </p:nvPicPr>
        <p:blipFill>
          <a:blip r:embed="rId2"/>
          <a:stretch>
            <a:fillRect/>
          </a:stretch>
        </p:blipFill>
        <p:spPr>
          <a:xfrm>
            <a:off x="350838" y="4629846"/>
            <a:ext cx="4114800" cy="1625600"/>
          </a:xfrm>
          <a:prstGeom prst="rect">
            <a:avLst/>
          </a:prstGeom>
        </p:spPr>
      </p:pic>
    </p:spTree>
    <p:extLst>
      <p:ext uri="{BB962C8B-B14F-4D97-AF65-F5344CB8AC3E}">
        <p14:creationId xmlns:p14="http://schemas.microsoft.com/office/powerpoint/2010/main" val="2788573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Example 4 </a:t>
            </a:r>
            <a:r>
              <a:rPr lang="en-US" dirty="0"/>
              <a:t>– </a:t>
            </a:r>
            <a:r>
              <a:rPr lang="en-IN" dirty="0"/>
              <a:t>Solution (2 of 4)</a:t>
            </a:r>
          </a:p>
        </p:txBody>
      </p:sp>
      <p:sp>
        <p:nvSpPr>
          <p:cNvPr id="3" name="Text Placeholder 2"/>
          <p:cNvSpPr>
            <a:spLocks noGrp="1"/>
          </p:cNvSpPr>
          <p:nvPr>
            <p:ph type="body" sz="quarter" idx="13"/>
          </p:nvPr>
        </p:nvSpPr>
        <p:spPr>
          <a:xfrm>
            <a:off x="457200" y="1444752"/>
            <a:ext cx="8335962" cy="3267925"/>
          </a:xfrm>
        </p:spPr>
        <p:txBody>
          <a:bodyPr/>
          <a:lstStyle/>
          <a:p>
            <a:pPr marL="338138" indent="-338138"/>
            <a:r>
              <a:rPr lang="en-IN" b="1" dirty="0"/>
              <a:t>b. </a:t>
            </a:r>
            <a:r>
              <a:rPr lang="en-IN" dirty="0"/>
              <a:t>This system has infinitely many solutions because the second equation is the result of multiplying both sides of the first equation by 2. </a:t>
            </a:r>
          </a:p>
          <a:p>
            <a:pPr marL="338138" indent="-338138"/>
            <a:endParaRPr lang="en-IN" dirty="0"/>
          </a:p>
          <a:p>
            <a:pPr marL="338138" indent="-338138"/>
            <a:r>
              <a:rPr lang="en-IN" dirty="0"/>
              <a:t>	A parametric representation of the solution set is</a:t>
            </a:r>
          </a:p>
          <a:p>
            <a:pPr marL="338138" indent="-338138"/>
            <a:endParaRPr lang="en-IN" sz="400" dirty="0"/>
          </a:p>
          <a:p>
            <a:pPr marL="338138"/>
            <a:r>
              <a:rPr lang="en-IN" i="1" dirty="0"/>
              <a:t>		x </a:t>
            </a:r>
            <a:r>
              <a:rPr lang="en-IN" dirty="0"/>
              <a:t>= 3 − </a:t>
            </a:r>
            <a:r>
              <a:rPr lang="en-IN" i="1" dirty="0"/>
              <a:t>t</a:t>
            </a:r>
            <a:r>
              <a:rPr lang="en-IN" dirty="0"/>
              <a:t>, </a:t>
            </a:r>
            <a:r>
              <a:rPr lang="en-IN" i="1" dirty="0"/>
              <a:t>y </a:t>
            </a:r>
            <a:r>
              <a:rPr lang="en-IN" dirty="0"/>
              <a:t>= </a:t>
            </a:r>
            <a:r>
              <a:rPr lang="en-IN" i="1" dirty="0"/>
              <a:t>t</a:t>
            </a:r>
            <a:r>
              <a:rPr lang="en-IN" dirty="0"/>
              <a:t>, </a:t>
            </a:r>
            <a:r>
              <a:rPr lang="en-IN" i="1" dirty="0"/>
              <a:t>t </a:t>
            </a:r>
            <a:r>
              <a:rPr lang="en-IN" dirty="0"/>
              <a:t>is any real number.</a:t>
            </a:r>
          </a:p>
        </p:txBody>
      </p:sp>
    </p:spTree>
    <p:extLst>
      <p:ext uri="{BB962C8B-B14F-4D97-AF65-F5344CB8AC3E}">
        <p14:creationId xmlns:p14="http://schemas.microsoft.com/office/powerpoint/2010/main" val="1529319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Example 4 </a:t>
            </a:r>
            <a:r>
              <a:rPr lang="en-US" dirty="0"/>
              <a:t>– </a:t>
            </a:r>
            <a:r>
              <a:rPr lang="en-IN" dirty="0"/>
              <a:t>Solution (3 of 4)</a:t>
            </a:r>
          </a:p>
        </p:txBody>
      </p:sp>
      <p:sp>
        <p:nvSpPr>
          <p:cNvPr id="3" name="Text Placeholder 2"/>
          <p:cNvSpPr>
            <a:spLocks noGrp="1"/>
          </p:cNvSpPr>
          <p:nvPr>
            <p:ph type="body" sz="quarter" idx="13"/>
          </p:nvPr>
        </p:nvSpPr>
        <p:spPr>
          <a:xfrm>
            <a:off x="457200" y="1444753"/>
            <a:ext cx="8335962" cy="1031162"/>
          </a:xfrm>
        </p:spPr>
        <p:txBody>
          <a:bodyPr/>
          <a:lstStyle/>
          <a:p>
            <a:pPr marL="338138"/>
            <a:r>
              <a:rPr lang="en-IN" dirty="0"/>
              <a:t>The graph of this system is two </a:t>
            </a:r>
            <a:r>
              <a:rPr lang="en-IN" i="1" dirty="0"/>
              <a:t>coincident </a:t>
            </a:r>
            <a:r>
              <a:rPr lang="en-IN" dirty="0"/>
              <a:t>lines, as shown in Figure 1.1(b).</a:t>
            </a:r>
          </a:p>
        </p:txBody>
      </p:sp>
      <p:sp>
        <p:nvSpPr>
          <p:cNvPr id="8" name="Text Placeholder 4"/>
          <p:cNvSpPr>
            <a:spLocks noGrp="1"/>
          </p:cNvSpPr>
          <p:nvPr>
            <p:ph type="body" sz="quarter" idx="15"/>
          </p:nvPr>
        </p:nvSpPr>
        <p:spPr>
          <a:xfrm>
            <a:off x="3543680" y="5966757"/>
            <a:ext cx="1423960" cy="254890"/>
          </a:xfrm>
        </p:spPr>
        <p:txBody>
          <a:bodyPr>
            <a:noAutofit/>
          </a:bodyPr>
          <a:lstStyle/>
          <a:p>
            <a:pPr marL="0" indent="0" algn="ctr">
              <a:buNone/>
            </a:pPr>
            <a:r>
              <a:rPr lang="en-IN" sz="1200" b="1" dirty="0"/>
              <a:t>Figure 1.1</a:t>
            </a:r>
            <a:endParaRPr lang="en-US" sz="1200" b="1" dirty="0"/>
          </a:p>
        </p:txBody>
      </p:sp>
      <p:pic>
        <p:nvPicPr>
          <p:cNvPr id="5" name="Picture Placeholder 4" descr="Part (b). Visual representation. A line is graphed on the x y coordinate plane. The line enters the bottom right of the viewing window in the fourth quadrant, goes up and to the left, intersects the positive x-axis at (3, 0), enters the first quadrant, goes up and to the left, intersects the positive y-axis at (0, 3), enters the second quadrant, goes up and to the left to exit the top left of the viewing window. Caption. b. Two coincident lines: x + y = 3, 2x + 2y = 6."/>
          <p:cNvPicPr>
            <a:picLocks noGrp="1" noChangeAspect="1"/>
          </p:cNvPicPr>
          <p:nvPr>
            <p:ph type="pic" sz="quarter" idx="27"/>
          </p:nvPr>
        </p:nvPicPr>
        <p:blipFill>
          <a:blip r:embed="rId2"/>
          <a:stretch>
            <a:fillRect/>
          </a:stretch>
        </p:blipFill>
        <p:spPr>
          <a:xfrm>
            <a:off x="3060310" y="2286685"/>
            <a:ext cx="2446973" cy="3547110"/>
          </a:xfrm>
          <a:prstGeom prst="rect">
            <a:avLst/>
          </a:prstGeom>
          <a:noFill/>
          <a:ln>
            <a:noFill/>
          </a:ln>
        </p:spPr>
      </p:pic>
    </p:spTree>
    <p:extLst>
      <p:ext uri="{BB962C8B-B14F-4D97-AF65-F5344CB8AC3E}">
        <p14:creationId xmlns:p14="http://schemas.microsoft.com/office/powerpoint/2010/main" val="2532524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D57E2-53C8-0868-521A-F76B8868FD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E1368A-DD32-2D11-2171-5704DF8CB067}"/>
              </a:ext>
            </a:extLst>
          </p:cNvPr>
          <p:cNvSpPr>
            <a:spLocks noGrp="1"/>
          </p:cNvSpPr>
          <p:nvPr>
            <p:ph type="title"/>
          </p:nvPr>
        </p:nvSpPr>
        <p:spPr/>
        <p:txBody>
          <a:bodyPr>
            <a:normAutofit/>
          </a:bodyPr>
          <a:lstStyle/>
          <a:p>
            <a:r>
              <a:rPr lang="en-IN" sz="2500" dirty="0"/>
              <a:t>Example 4 </a:t>
            </a:r>
            <a:r>
              <a:rPr lang="en-US" sz="2500" dirty="0"/>
              <a:t>– </a:t>
            </a:r>
            <a:r>
              <a:rPr lang="en-IN" sz="2500" dirty="0"/>
              <a:t>Systems of Two Equations in Two Variables </a:t>
            </a:r>
          </a:p>
        </p:txBody>
      </p:sp>
      <p:sp>
        <p:nvSpPr>
          <p:cNvPr id="3" name="Text Placeholder 2">
            <a:extLst>
              <a:ext uri="{FF2B5EF4-FFF2-40B4-BE49-F238E27FC236}">
                <a16:creationId xmlns:a16="http://schemas.microsoft.com/office/drawing/2014/main" id="{44A2A099-2CC4-E0AA-CD2E-3FF3C519C318}"/>
              </a:ext>
            </a:extLst>
          </p:cNvPr>
          <p:cNvSpPr>
            <a:spLocks noGrp="1"/>
          </p:cNvSpPr>
          <p:nvPr>
            <p:ph type="body" sz="quarter" idx="13"/>
          </p:nvPr>
        </p:nvSpPr>
        <p:spPr>
          <a:xfrm>
            <a:off x="457200" y="1444752"/>
            <a:ext cx="8335962" cy="4660626"/>
          </a:xfrm>
        </p:spPr>
        <p:txBody>
          <a:bodyPr/>
          <a:lstStyle/>
          <a:p>
            <a:r>
              <a:rPr lang="en-IN" dirty="0"/>
              <a:t>Solve and graph each system of linear equations.</a:t>
            </a:r>
          </a:p>
          <a:p>
            <a:r>
              <a:rPr lang="en-IN" b="1" dirty="0"/>
              <a:t>a. </a:t>
            </a:r>
            <a:r>
              <a:rPr lang="en-IN" i="1" dirty="0"/>
              <a:t>x </a:t>
            </a:r>
            <a:r>
              <a:rPr lang="en-IN" dirty="0"/>
              <a:t>+ </a:t>
            </a:r>
            <a:r>
              <a:rPr lang="en-IN" i="1" dirty="0"/>
              <a:t>y </a:t>
            </a:r>
            <a:r>
              <a:rPr lang="en-IN" dirty="0"/>
              <a:t>= 3</a:t>
            </a:r>
          </a:p>
          <a:p>
            <a:r>
              <a:rPr lang="en-IN" i="1" dirty="0"/>
              <a:t>    x </a:t>
            </a:r>
            <a:r>
              <a:rPr lang="en-IN" dirty="0"/>
              <a:t>− </a:t>
            </a:r>
            <a:r>
              <a:rPr lang="en-IN" i="1" dirty="0"/>
              <a:t>y </a:t>
            </a:r>
            <a:r>
              <a:rPr lang="en-IN" dirty="0"/>
              <a:t>= −1</a:t>
            </a:r>
          </a:p>
          <a:p>
            <a:endParaRPr lang="en-IN" dirty="0"/>
          </a:p>
          <a:p>
            <a:r>
              <a:rPr lang="en-IN" b="1" dirty="0"/>
              <a:t>b. </a:t>
            </a:r>
            <a:r>
              <a:rPr lang="en-IN" i="1" dirty="0"/>
              <a:t>x </a:t>
            </a:r>
            <a:r>
              <a:rPr lang="en-IN" dirty="0"/>
              <a:t>+ </a:t>
            </a:r>
            <a:r>
              <a:rPr lang="en-IN" i="1" dirty="0"/>
              <a:t>y </a:t>
            </a:r>
            <a:r>
              <a:rPr lang="en-IN" dirty="0"/>
              <a:t>= 3</a:t>
            </a:r>
          </a:p>
          <a:p>
            <a:r>
              <a:rPr lang="en-IN" dirty="0"/>
              <a:t>   2</a:t>
            </a:r>
            <a:r>
              <a:rPr lang="en-IN" i="1" dirty="0"/>
              <a:t>x</a:t>
            </a:r>
            <a:r>
              <a:rPr lang="en-IN" dirty="0"/>
              <a:t> + 2</a:t>
            </a:r>
            <a:r>
              <a:rPr lang="en-IN" i="1" dirty="0"/>
              <a:t>y </a:t>
            </a:r>
            <a:r>
              <a:rPr lang="en-IN" dirty="0"/>
              <a:t>= 6</a:t>
            </a:r>
          </a:p>
          <a:p>
            <a:endParaRPr lang="en-IN" b="1" dirty="0"/>
          </a:p>
          <a:p>
            <a:r>
              <a:rPr lang="en-IN" b="1" dirty="0"/>
              <a:t>c. </a:t>
            </a:r>
            <a:r>
              <a:rPr lang="en-IN" i="1" dirty="0"/>
              <a:t>x </a:t>
            </a:r>
            <a:r>
              <a:rPr lang="en-IN" dirty="0"/>
              <a:t>+ </a:t>
            </a:r>
            <a:r>
              <a:rPr lang="en-IN" i="1" dirty="0"/>
              <a:t>y </a:t>
            </a:r>
            <a:r>
              <a:rPr lang="en-IN" dirty="0"/>
              <a:t>= 3</a:t>
            </a:r>
          </a:p>
          <a:p>
            <a:r>
              <a:rPr lang="en-IN" i="1" dirty="0"/>
              <a:t>    x </a:t>
            </a:r>
            <a:r>
              <a:rPr lang="en-IN" dirty="0"/>
              <a:t>+ </a:t>
            </a:r>
            <a:r>
              <a:rPr lang="en-IN" i="1" dirty="0"/>
              <a:t>y </a:t>
            </a:r>
            <a:r>
              <a:rPr lang="en-IN" dirty="0"/>
              <a:t>= 1</a:t>
            </a:r>
            <a:endParaRPr lang="en-US" dirty="0"/>
          </a:p>
        </p:txBody>
      </p:sp>
      <p:pic>
        <p:nvPicPr>
          <p:cNvPr id="4" name="Picture 3">
            <a:extLst>
              <a:ext uri="{FF2B5EF4-FFF2-40B4-BE49-F238E27FC236}">
                <a16:creationId xmlns:a16="http://schemas.microsoft.com/office/drawing/2014/main" id="{F769D5CB-CEEF-6109-35EC-F5A9987734AC}"/>
              </a:ext>
            </a:extLst>
          </p:cNvPr>
          <p:cNvPicPr>
            <a:picLocks noChangeAspect="1"/>
          </p:cNvPicPr>
          <p:nvPr/>
        </p:nvPicPr>
        <p:blipFill>
          <a:blip r:embed="rId2"/>
          <a:stretch>
            <a:fillRect/>
          </a:stretch>
        </p:blipFill>
        <p:spPr>
          <a:xfrm>
            <a:off x="457199" y="1970742"/>
            <a:ext cx="4114800" cy="2472166"/>
          </a:xfrm>
          <a:prstGeom prst="rect">
            <a:avLst/>
          </a:prstGeom>
        </p:spPr>
      </p:pic>
    </p:spTree>
    <p:extLst>
      <p:ext uri="{BB962C8B-B14F-4D97-AF65-F5344CB8AC3E}">
        <p14:creationId xmlns:p14="http://schemas.microsoft.com/office/powerpoint/2010/main" val="19182060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Example 4 </a:t>
            </a:r>
            <a:r>
              <a:rPr lang="en-US" dirty="0"/>
              <a:t>– </a:t>
            </a:r>
            <a:r>
              <a:rPr lang="en-IN" dirty="0"/>
              <a:t>Solution (4 of 4)</a:t>
            </a:r>
          </a:p>
        </p:txBody>
      </p:sp>
      <p:sp>
        <p:nvSpPr>
          <p:cNvPr id="3" name="Text Placeholder 2"/>
          <p:cNvSpPr>
            <a:spLocks noGrp="1"/>
          </p:cNvSpPr>
          <p:nvPr>
            <p:ph type="body" sz="quarter" idx="13"/>
          </p:nvPr>
        </p:nvSpPr>
        <p:spPr>
          <a:xfrm>
            <a:off x="457200" y="1444752"/>
            <a:ext cx="8335962" cy="3267925"/>
          </a:xfrm>
        </p:spPr>
        <p:txBody>
          <a:bodyPr/>
          <a:lstStyle/>
          <a:p>
            <a:pPr marL="338138" indent="-338138"/>
            <a:r>
              <a:rPr lang="en-IN" b="1" dirty="0"/>
              <a:t>c. </a:t>
            </a:r>
            <a:r>
              <a:rPr lang="en-IN" dirty="0"/>
              <a:t>This system has no solution because the sum of two numbers cannot be 3 and 1 simultaneously. The graph of this system is two </a:t>
            </a:r>
            <a:r>
              <a:rPr lang="en-IN" i="1" dirty="0"/>
              <a:t>parallel </a:t>
            </a:r>
            <a:r>
              <a:rPr lang="en-IN" dirty="0"/>
              <a:t>lines, as shown in              Figure 1.1(c).</a:t>
            </a:r>
          </a:p>
        </p:txBody>
      </p:sp>
      <p:sp>
        <p:nvSpPr>
          <p:cNvPr id="11" name="Text Placeholder 4"/>
          <p:cNvSpPr>
            <a:spLocks noGrp="1"/>
          </p:cNvSpPr>
          <p:nvPr>
            <p:ph type="body" sz="quarter" idx="15"/>
          </p:nvPr>
        </p:nvSpPr>
        <p:spPr>
          <a:xfrm>
            <a:off x="3523314" y="6177772"/>
            <a:ext cx="1423960" cy="254890"/>
          </a:xfrm>
        </p:spPr>
        <p:txBody>
          <a:bodyPr>
            <a:noAutofit/>
          </a:bodyPr>
          <a:lstStyle/>
          <a:p>
            <a:pPr marL="0" indent="0" algn="ctr">
              <a:buNone/>
            </a:pPr>
            <a:r>
              <a:rPr lang="en-IN" sz="1200" b="1" dirty="0"/>
              <a:t>Figure 1.1</a:t>
            </a:r>
            <a:endParaRPr lang="en-US" sz="1200" b="1" dirty="0"/>
          </a:p>
        </p:txBody>
      </p:sp>
      <p:pic>
        <p:nvPicPr>
          <p:cNvPr id="8" name="Picture Placeholder 7" descr="Part (c). Visual representation. Two parallel lines are graphed on the x y coordinate plane. One line enters the bottom left of the viewing window in the fourth quadrant, goes up and to the left, intersects the positive x-axis at (1, 0), passes through the first quadrant, intersects the positive y-axis at (0, 1), enters the second quadrant, and exits the top left of the viewing window. The second line enters the bottom right of the viewing window in the fourth quadrant, goes up and to the left, intersects the positive x-axis at (3, 0), enters the first quadrant, goes up and to the left, intersects the positive y-axis at (0, 3), enters the second quadrant, and exits the top left of the viewing window. Caption. c. Two parallel lines: x + y = 3, x + y = 1."/>
          <p:cNvPicPr>
            <a:picLocks noGrp="1" noChangeAspect="1"/>
          </p:cNvPicPr>
          <p:nvPr>
            <p:ph type="pic" sz="quarter" idx="27"/>
          </p:nvPr>
        </p:nvPicPr>
        <p:blipFill>
          <a:blip r:embed="rId2"/>
          <a:stretch>
            <a:fillRect/>
          </a:stretch>
        </p:blipFill>
        <p:spPr>
          <a:xfrm>
            <a:off x="3073204" y="2603850"/>
            <a:ext cx="2464861" cy="3403055"/>
          </a:xfrm>
          <a:prstGeom prst="rect">
            <a:avLst/>
          </a:prstGeom>
          <a:noFill/>
          <a:ln>
            <a:noFill/>
          </a:ln>
        </p:spPr>
      </p:pic>
    </p:spTree>
    <p:extLst>
      <p:ext uri="{BB962C8B-B14F-4D97-AF65-F5344CB8AC3E}">
        <p14:creationId xmlns:p14="http://schemas.microsoft.com/office/powerpoint/2010/main" val="16393947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Systems of Linear Equations </a:t>
            </a:r>
            <a:r>
              <a:rPr lang="en-US" dirty="0"/>
              <a:t>(3 of 4)</a:t>
            </a:r>
            <a:endParaRPr lang="en-IN" dirty="0"/>
          </a:p>
        </p:txBody>
      </p:sp>
      <p:sp>
        <p:nvSpPr>
          <p:cNvPr id="4" name="Text Placeholder 2"/>
          <p:cNvSpPr>
            <a:spLocks noGrp="1"/>
          </p:cNvSpPr>
          <p:nvPr>
            <p:ph type="body" sz="quarter" idx="13"/>
          </p:nvPr>
        </p:nvSpPr>
        <p:spPr>
          <a:xfrm>
            <a:off x="564775" y="1461781"/>
            <a:ext cx="8095131" cy="3940213"/>
          </a:xfrm>
          <a:ln w="28575">
            <a:solidFill>
              <a:srgbClr val="7F4520"/>
            </a:solidFill>
          </a:ln>
        </p:spPr>
        <p:txBody>
          <a:bodyPr/>
          <a:lstStyle/>
          <a:p>
            <a:r>
              <a:rPr lang="en-IN" b="1" dirty="0">
                <a:solidFill>
                  <a:srgbClr val="7F4520"/>
                </a:solidFill>
              </a:rPr>
              <a:t>Number of Solutions of a System of Linear Equations</a:t>
            </a:r>
          </a:p>
          <a:p>
            <a:r>
              <a:rPr lang="en-IN" dirty="0"/>
              <a:t>For a system of linear equations, precisely one of the statements below is true.</a:t>
            </a:r>
          </a:p>
          <a:p>
            <a:pPr marL="338138" indent="-338138"/>
            <a:r>
              <a:rPr lang="en-IN" b="1" dirty="0"/>
              <a:t>1. </a:t>
            </a:r>
            <a:r>
              <a:rPr lang="en-IN" dirty="0"/>
              <a:t>The system has exactly one solution (consistent system).</a:t>
            </a:r>
          </a:p>
          <a:p>
            <a:pPr marL="338138" indent="-338138"/>
            <a:r>
              <a:rPr lang="en-IN" b="1" dirty="0"/>
              <a:t>2. </a:t>
            </a:r>
            <a:r>
              <a:rPr lang="en-IN" dirty="0"/>
              <a:t>The system has infinitely many solutions (consistent system).</a:t>
            </a:r>
          </a:p>
          <a:p>
            <a:r>
              <a:rPr lang="en-IN" b="1" dirty="0"/>
              <a:t>3. </a:t>
            </a:r>
            <a:r>
              <a:rPr lang="en-IN" dirty="0"/>
              <a:t>The system has no solution (inconsistent system).</a:t>
            </a:r>
          </a:p>
        </p:txBody>
      </p:sp>
    </p:spTree>
    <p:extLst>
      <p:ext uri="{BB962C8B-B14F-4D97-AF65-F5344CB8AC3E}">
        <p14:creationId xmlns:p14="http://schemas.microsoft.com/office/powerpoint/2010/main" val="24756502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1900" dirty="0"/>
              <a:t>Example 7 </a:t>
            </a:r>
            <a:r>
              <a:rPr lang="en-US" sz="1900" dirty="0"/>
              <a:t>– </a:t>
            </a:r>
            <a:r>
              <a:rPr lang="en-IN" sz="1900" dirty="0"/>
              <a:t>Using Elimination to Rewrite a System in Row-Echelon Form</a:t>
            </a:r>
          </a:p>
        </p:txBody>
      </p:sp>
      <p:sp>
        <p:nvSpPr>
          <p:cNvPr id="3" name="Text Placeholder 2"/>
          <p:cNvSpPr>
            <a:spLocks noGrp="1"/>
          </p:cNvSpPr>
          <p:nvPr>
            <p:ph type="body" sz="quarter" idx="13"/>
          </p:nvPr>
        </p:nvSpPr>
        <p:spPr>
          <a:xfrm>
            <a:off x="457200" y="1444752"/>
            <a:ext cx="8335962" cy="3070977"/>
          </a:xfrm>
        </p:spPr>
        <p:txBody>
          <a:bodyPr/>
          <a:lstStyle/>
          <a:p>
            <a:r>
              <a:rPr lang="en-IN" dirty="0"/>
              <a:t>Solve the system.</a:t>
            </a:r>
          </a:p>
          <a:p>
            <a:endParaRPr lang="en-IN" dirty="0"/>
          </a:p>
          <a:p>
            <a:r>
              <a:rPr lang="en-IN" i="1" dirty="0"/>
              <a:t>  x </a:t>
            </a:r>
            <a:r>
              <a:rPr lang="en-IN" dirty="0"/>
              <a:t>− 2</a:t>
            </a:r>
            <a:r>
              <a:rPr lang="en-IN" i="1" dirty="0"/>
              <a:t>y + </a:t>
            </a:r>
            <a:r>
              <a:rPr lang="en-IN" dirty="0"/>
              <a:t>3</a:t>
            </a:r>
            <a:r>
              <a:rPr lang="en-IN" i="1" dirty="0"/>
              <a:t>z </a:t>
            </a:r>
            <a:r>
              <a:rPr lang="en-IN" dirty="0"/>
              <a:t>=   9</a:t>
            </a:r>
          </a:p>
          <a:p>
            <a:r>
              <a:rPr lang="en-IN" dirty="0"/>
              <a:t>−</a:t>
            </a:r>
            <a:r>
              <a:rPr lang="en-IN" i="1" dirty="0"/>
              <a:t>x </a:t>
            </a:r>
            <a:r>
              <a:rPr lang="en-IN" dirty="0"/>
              <a:t>+ 3</a:t>
            </a:r>
            <a:r>
              <a:rPr lang="en-IN" i="1" dirty="0"/>
              <a:t>y         = </a:t>
            </a:r>
            <a:r>
              <a:rPr lang="en-IN" dirty="0"/>
              <a:t>−4</a:t>
            </a:r>
          </a:p>
          <a:p>
            <a:r>
              <a:rPr lang="en-IN" dirty="0"/>
              <a:t>2</a:t>
            </a:r>
            <a:r>
              <a:rPr lang="en-IN" i="1" dirty="0"/>
              <a:t>x </a:t>
            </a:r>
            <a:r>
              <a:rPr lang="en-IN" dirty="0"/>
              <a:t>− 5</a:t>
            </a:r>
            <a:r>
              <a:rPr lang="en-IN" i="1" dirty="0"/>
              <a:t>y </a:t>
            </a:r>
            <a:r>
              <a:rPr lang="en-IN" dirty="0"/>
              <a:t>+ 5</a:t>
            </a:r>
            <a:r>
              <a:rPr lang="en-IN" i="1" dirty="0"/>
              <a:t>z </a:t>
            </a:r>
            <a:r>
              <a:rPr lang="en-IN" dirty="0"/>
              <a:t>= 17</a:t>
            </a:r>
          </a:p>
          <a:p>
            <a:endParaRPr lang="en-IN" sz="400" b="1" dirty="0">
              <a:solidFill>
                <a:srgbClr val="207BB8"/>
              </a:solidFill>
            </a:endParaRPr>
          </a:p>
        </p:txBody>
      </p:sp>
    </p:spTree>
    <p:extLst>
      <p:ext uri="{BB962C8B-B14F-4D97-AF65-F5344CB8AC3E}">
        <p14:creationId xmlns:p14="http://schemas.microsoft.com/office/powerpoint/2010/main" val="1006009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Example 7 </a:t>
            </a:r>
            <a:r>
              <a:rPr lang="en-US" dirty="0"/>
              <a:t>– </a:t>
            </a:r>
            <a:r>
              <a:rPr lang="en-IN" dirty="0"/>
              <a:t>Solution </a:t>
            </a:r>
            <a:r>
              <a:rPr lang="en-US" dirty="0"/>
              <a:t>(1 of 2)</a:t>
            </a:r>
            <a:endParaRPr lang="en-IN" dirty="0"/>
          </a:p>
        </p:txBody>
      </p:sp>
      <p:sp>
        <p:nvSpPr>
          <p:cNvPr id="3" name="Text Placeholder 2"/>
          <p:cNvSpPr>
            <a:spLocks noGrp="1"/>
          </p:cNvSpPr>
          <p:nvPr>
            <p:ph type="body" sz="quarter" idx="13"/>
          </p:nvPr>
        </p:nvSpPr>
        <p:spPr>
          <a:xfrm>
            <a:off x="457200" y="1444752"/>
            <a:ext cx="8335962" cy="2972503"/>
          </a:xfrm>
        </p:spPr>
        <p:txBody>
          <a:bodyPr/>
          <a:lstStyle/>
          <a:p>
            <a:r>
              <a:rPr lang="en-IN" dirty="0"/>
              <a:t>Work from the upper left corner of the system, saving the </a:t>
            </a:r>
            <a:r>
              <a:rPr lang="en-IN" i="1" dirty="0"/>
              <a:t>x </a:t>
            </a:r>
            <a:r>
              <a:rPr lang="en-IN" dirty="0"/>
              <a:t>at the upper left and eliminating the other </a:t>
            </a:r>
            <a:r>
              <a:rPr lang="en-IN" i="1" dirty="0"/>
              <a:t>x</a:t>
            </a:r>
            <a:r>
              <a:rPr lang="en-IN" dirty="0"/>
              <a:t>-terms from the first column.</a:t>
            </a:r>
          </a:p>
          <a:p>
            <a:r>
              <a:rPr lang="en-IN" i="1" dirty="0"/>
              <a:t>  x </a:t>
            </a:r>
            <a:r>
              <a:rPr lang="en-IN" dirty="0"/>
              <a:t>− 2</a:t>
            </a:r>
            <a:r>
              <a:rPr lang="en-IN" i="1" dirty="0"/>
              <a:t>y </a:t>
            </a:r>
            <a:r>
              <a:rPr lang="en-IN" dirty="0"/>
              <a:t>+ 3</a:t>
            </a:r>
            <a:r>
              <a:rPr lang="en-IN" i="1" dirty="0"/>
              <a:t>z </a:t>
            </a:r>
            <a:r>
              <a:rPr lang="en-IN" dirty="0"/>
              <a:t>=   9</a:t>
            </a:r>
          </a:p>
          <a:p>
            <a:r>
              <a:rPr lang="en-IN" i="1" dirty="0"/>
              <a:t>          y </a:t>
            </a:r>
            <a:r>
              <a:rPr lang="en-IN" dirty="0"/>
              <a:t>+ 3</a:t>
            </a:r>
            <a:r>
              <a:rPr lang="en-IN" i="1" dirty="0"/>
              <a:t>z </a:t>
            </a:r>
            <a:r>
              <a:rPr lang="en-IN" dirty="0"/>
              <a:t>=   5</a:t>
            </a:r>
          </a:p>
          <a:p>
            <a:r>
              <a:rPr lang="en-IN" dirty="0"/>
              <a:t>2</a:t>
            </a:r>
            <a:r>
              <a:rPr lang="en-IN" i="1" dirty="0"/>
              <a:t>x </a:t>
            </a:r>
            <a:r>
              <a:rPr lang="en-IN" dirty="0"/>
              <a:t>− 5</a:t>
            </a:r>
            <a:r>
              <a:rPr lang="en-IN" i="1" dirty="0"/>
              <a:t>y </a:t>
            </a:r>
            <a:r>
              <a:rPr lang="en-IN" dirty="0"/>
              <a:t>+ 5</a:t>
            </a:r>
            <a:r>
              <a:rPr lang="en-IN" i="1" dirty="0"/>
              <a:t>z </a:t>
            </a:r>
            <a:r>
              <a:rPr lang="en-IN" dirty="0"/>
              <a:t>= 17</a:t>
            </a:r>
          </a:p>
        </p:txBody>
      </p:sp>
      <p:sp>
        <p:nvSpPr>
          <p:cNvPr id="9" name="Text Placeholder 2"/>
          <p:cNvSpPr>
            <a:spLocks noGrp="1"/>
          </p:cNvSpPr>
          <p:nvPr>
            <p:ph type="body" sz="quarter" idx="13"/>
          </p:nvPr>
        </p:nvSpPr>
        <p:spPr>
          <a:xfrm>
            <a:off x="3744114" y="3130018"/>
            <a:ext cx="604912" cy="424169"/>
          </a:xfrm>
        </p:spPr>
        <p:txBody>
          <a:bodyPr/>
          <a:lstStyle/>
          <a:p>
            <a:pPr>
              <a:spcBef>
                <a:spcPts val="0"/>
              </a:spcBef>
            </a:pPr>
            <a:r>
              <a:rPr lang="en-IN" dirty="0">
                <a:solidFill>
                  <a:srgbClr val="EC008D"/>
                </a:solidFill>
                <a:latin typeface="Utsaah" panose="020B0604020202020204" pitchFamily="34" charset="0"/>
                <a:cs typeface="Utsaah" panose="020B0604020202020204" pitchFamily="34" charset="0"/>
              </a:rPr>
              <a:t> </a:t>
            </a:r>
            <a:r>
              <a:rPr lang="en-IN" dirty="0">
                <a:solidFill>
                  <a:srgbClr val="EC008D"/>
                </a:solidFill>
              </a:rPr>
              <a:t>←</a:t>
            </a:r>
          </a:p>
        </p:txBody>
      </p:sp>
      <p:sp>
        <p:nvSpPr>
          <p:cNvPr id="7" name="Text Placeholder 2"/>
          <p:cNvSpPr>
            <a:spLocks noGrp="1"/>
          </p:cNvSpPr>
          <p:nvPr>
            <p:ph type="body" sz="quarter" idx="13"/>
          </p:nvPr>
        </p:nvSpPr>
        <p:spPr>
          <a:xfrm>
            <a:off x="4571999" y="2691121"/>
            <a:ext cx="4438357" cy="1301965"/>
          </a:xfrm>
        </p:spPr>
        <p:txBody>
          <a:bodyPr/>
          <a:lstStyle/>
          <a:p>
            <a:pPr>
              <a:spcBef>
                <a:spcPts val="0"/>
              </a:spcBef>
            </a:pPr>
            <a:r>
              <a:rPr lang="en-IN" dirty="0">
                <a:solidFill>
                  <a:srgbClr val="EC008D"/>
                </a:solidFill>
              </a:rPr>
              <a:t>Adding the first equation to</a:t>
            </a:r>
          </a:p>
          <a:p>
            <a:pPr>
              <a:spcBef>
                <a:spcPts val="0"/>
              </a:spcBef>
            </a:pPr>
            <a:r>
              <a:rPr lang="en-IN" dirty="0">
                <a:solidFill>
                  <a:srgbClr val="EC008D"/>
                </a:solidFill>
              </a:rPr>
              <a:t>the second equation produces</a:t>
            </a:r>
          </a:p>
          <a:p>
            <a:pPr>
              <a:spcBef>
                <a:spcPts val="0"/>
              </a:spcBef>
            </a:pPr>
            <a:r>
              <a:rPr lang="en-IN" dirty="0">
                <a:solidFill>
                  <a:srgbClr val="EC008D"/>
                </a:solidFill>
              </a:rPr>
              <a:t>a new second equation.</a:t>
            </a:r>
          </a:p>
        </p:txBody>
      </p:sp>
      <p:sp>
        <p:nvSpPr>
          <p:cNvPr id="8" name="Text Placeholder 2"/>
          <p:cNvSpPr>
            <a:spLocks noGrp="1"/>
          </p:cNvSpPr>
          <p:nvPr>
            <p:ph type="body" sz="quarter" idx="13"/>
          </p:nvPr>
        </p:nvSpPr>
        <p:spPr>
          <a:xfrm>
            <a:off x="457200" y="4639526"/>
            <a:ext cx="2904978" cy="1719072"/>
          </a:xfrm>
        </p:spPr>
        <p:txBody>
          <a:bodyPr/>
          <a:lstStyle/>
          <a:p>
            <a:r>
              <a:rPr lang="en-IN" i="1" dirty="0"/>
              <a:t> x </a:t>
            </a:r>
            <a:r>
              <a:rPr lang="en-IN" dirty="0"/>
              <a:t>− 2</a:t>
            </a:r>
            <a:r>
              <a:rPr lang="en-IN" i="1" dirty="0"/>
              <a:t>y </a:t>
            </a:r>
            <a:r>
              <a:rPr lang="en-IN" dirty="0"/>
              <a:t>+ 3</a:t>
            </a:r>
            <a:r>
              <a:rPr lang="en-IN" i="1" dirty="0"/>
              <a:t>z </a:t>
            </a:r>
            <a:r>
              <a:rPr lang="en-IN" dirty="0"/>
              <a:t>=    9</a:t>
            </a:r>
          </a:p>
          <a:p>
            <a:r>
              <a:rPr lang="en-IN" i="1" dirty="0"/>
              <a:t>          y </a:t>
            </a:r>
            <a:r>
              <a:rPr lang="en-IN" dirty="0"/>
              <a:t>+ 3</a:t>
            </a:r>
            <a:r>
              <a:rPr lang="en-IN" i="1" dirty="0"/>
              <a:t>z </a:t>
            </a:r>
            <a:r>
              <a:rPr lang="en-IN" dirty="0"/>
              <a:t>=   5</a:t>
            </a:r>
          </a:p>
          <a:p>
            <a:r>
              <a:rPr lang="en-IN" dirty="0"/>
              <a:t>          −</a:t>
            </a:r>
            <a:r>
              <a:rPr lang="en-IN" i="1" dirty="0"/>
              <a:t>y</a:t>
            </a:r>
            <a:r>
              <a:rPr lang="en-IN" dirty="0"/>
              <a:t> − </a:t>
            </a:r>
            <a:r>
              <a:rPr lang="en-IN" i="1" dirty="0"/>
              <a:t>z</a:t>
            </a:r>
            <a:r>
              <a:rPr lang="en-IN" dirty="0"/>
              <a:t> = −1</a:t>
            </a:r>
          </a:p>
        </p:txBody>
      </p:sp>
      <p:sp>
        <p:nvSpPr>
          <p:cNvPr id="11" name="Text Placeholder 2"/>
          <p:cNvSpPr>
            <a:spLocks noGrp="1"/>
          </p:cNvSpPr>
          <p:nvPr>
            <p:ph type="body" sz="quarter" idx="13"/>
          </p:nvPr>
        </p:nvSpPr>
        <p:spPr>
          <a:xfrm>
            <a:off x="3741771" y="5547318"/>
            <a:ext cx="604912" cy="424169"/>
          </a:xfrm>
        </p:spPr>
        <p:txBody>
          <a:bodyPr/>
          <a:lstStyle/>
          <a:p>
            <a:pPr>
              <a:spcBef>
                <a:spcPts val="0"/>
              </a:spcBef>
            </a:pPr>
            <a:r>
              <a:rPr lang="en-IN" dirty="0">
                <a:solidFill>
                  <a:srgbClr val="EC008D"/>
                </a:solidFill>
                <a:latin typeface="Utsaah" panose="020B0604020202020204" pitchFamily="34" charset="0"/>
                <a:cs typeface="Utsaah" panose="020B0604020202020204" pitchFamily="34" charset="0"/>
              </a:rPr>
              <a:t> </a:t>
            </a:r>
            <a:r>
              <a:rPr lang="en-IN" dirty="0">
                <a:solidFill>
                  <a:srgbClr val="EC008D"/>
                </a:solidFill>
              </a:rPr>
              <a:t>←</a:t>
            </a:r>
          </a:p>
        </p:txBody>
      </p:sp>
      <p:sp>
        <p:nvSpPr>
          <p:cNvPr id="12" name="Text Placeholder 2"/>
          <p:cNvSpPr>
            <a:spLocks noGrp="1"/>
          </p:cNvSpPr>
          <p:nvPr>
            <p:ph type="body" sz="quarter" idx="13"/>
          </p:nvPr>
        </p:nvSpPr>
        <p:spPr>
          <a:xfrm>
            <a:off x="4597789" y="4798934"/>
            <a:ext cx="4438357" cy="1301965"/>
          </a:xfrm>
        </p:spPr>
        <p:txBody>
          <a:bodyPr/>
          <a:lstStyle/>
          <a:p>
            <a:pPr>
              <a:spcBef>
                <a:spcPts val="0"/>
              </a:spcBef>
            </a:pPr>
            <a:r>
              <a:rPr lang="en-IN" dirty="0">
                <a:solidFill>
                  <a:srgbClr val="EC008D"/>
                </a:solidFill>
              </a:rPr>
              <a:t>Adding −2 times the first</a:t>
            </a:r>
          </a:p>
          <a:p>
            <a:pPr>
              <a:spcBef>
                <a:spcPts val="0"/>
              </a:spcBef>
            </a:pPr>
            <a:r>
              <a:rPr lang="en-IN" dirty="0">
                <a:solidFill>
                  <a:srgbClr val="EC008D"/>
                </a:solidFill>
              </a:rPr>
              <a:t>equation to the third equation</a:t>
            </a:r>
          </a:p>
          <a:p>
            <a:pPr>
              <a:spcBef>
                <a:spcPts val="0"/>
              </a:spcBef>
            </a:pPr>
            <a:r>
              <a:rPr lang="en-IN" dirty="0">
                <a:solidFill>
                  <a:srgbClr val="EC008D"/>
                </a:solidFill>
              </a:rPr>
              <a:t>produces a new third equation.</a:t>
            </a:r>
          </a:p>
        </p:txBody>
      </p:sp>
    </p:spTree>
    <p:extLst>
      <p:ext uri="{BB962C8B-B14F-4D97-AF65-F5344CB8AC3E}">
        <p14:creationId xmlns:p14="http://schemas.microsoft.com/office/powerpoint/2010/main" val="3549062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Example 7 </a:t>
            </a:r>
            <a:r>
              <a:rPr lang="en-US" dirty="0"/>
              <a:t>– </a:t>
            </a:r>
            <a:r>
              <a:rPr lang="en-IN" dirty="0"/>
              <a:t>Solution </a:t>
            </a:r>
            <a:r>
              <a:rPr lang="en-US" dirty="0"/>
              <a:t>(2 of 2)</a:t>
            </a:r>
            <a:endParaRPr lang="en-IN" dirty="0"/>
          </a:p>
        </p:txBody>
      </p:sp>
      <p:sp>
        <p:nvSpPr>
          <p:cNvPr id="3" name="Text Placeholder 2"/>
          <p:cNvSpPr>
            <a:spLocks noGrp="1"/>
          </p:cNvSpPr>
          <p:nvPr>
            <p:ph type="body" sz="quarter" idx="13"/>
          </p:nvPr>
        </p:nvSpPr>
        <p:spPr>
          <a:xfrm>
            <a:off x="457200" y="1444752"/>
            <a:ext cx="8335962" cy="2972503"/>
          </a:xfrm>
        </p:spPr>
        <p:txBody>
          <a:bodyPr/>
          <a:lstStyle/>
          <a:p>
            <a:r>
              <a:rPr lang="en-IN" dirty="0"/>
              <a:t>Now that you have eliminated all but the first </a:t>
            </a:r>
            <a:r>
              <a:rPr lang="en-IN" i="1" dirty="0"/>
              <a:t>x </a:t>
            </a:r>
            <a:r>
              <a:rPr lang="en-IN" dirty="0"/>
              <a:t>from the first column, work on the second column.</a:t>
            </a:r>
            <a:r>
              <a:rPr lang="en-IN" i="1" dirty="0"/>
              <a:t>  </a:t>
            </a:r>
          </a:p>
          <a:p>
            <a:r>
              <a:rPr lang="en-IN" i="1" dirty="0"/>
              <a:t>  x </a:t>
            </a:r>
            <a:r>
              <a:rPr lang="en-IN" dirty="0"/>
              <a:t>− 2</a:t>
            </a:r>
            <a:r>
              <a:rPr lang="en-IN" i="1" dirty="0"/>
              <a:t>y </a:t>
            </a:r>
            <a:r>
              <a:rPr lang="en-IN" dirty="0"/>
              <a:t>+ 3</a:t>
            </a:r>
            <a:r>
              <a:rPr lang="en-IN" i="1" dirty="0"/>
              <a:t>z </a:t>
            </a:r>
            <a:r>
              <a:rPr lang="en-IN" dirty="0"/>
              <a:t>= 9</a:t>
            </a:r>
          </a:p>
          <a:p>
            <a:r>
              <a:rPr lang="en-IN" i="1" dirty="0"/>
              <a:t>          y </a:t>
            </a:r>
            <a:r>
              <a:rPr lang="en-IN" dirty="0"/>
              <a:t>+ 3</a:t>
            </a:r>
            <a:r>
              <a:rPr lang="en-IN" i="1" dirty="0"/>
              <a:t>z </a:t>
            </a:r>
            <a:r>
              <a:rPr lang="en-IN" dirty="0"/>
              <a:t>= 5</a:t>
            </a:r>
          </a:p>
          <a:p>
            <a:r>
              <a:rPr lang="en-IN" dirty="0"/>
              <a:t>                2</a:t>
            </a:r>
            <a:r>
              <a:rPr lang="en-IN" i="1" dirty="0"/>
              <a:t>z</a:t>
            </a:r>
            <a:r>
              <a:rPr lang="en-IN" dirty="0"/>
              <a:t> = 4</a:t>
            </a:r>
          </a:p>
        </p:txBody>
      </p:sp>
      <p:sp>
        <p:nvSpPr>
          <p:cNvPr id="9" name="Text Placeholder 2"/>
          <p:cNvSpPr>
            <a:spLocks noGrp="1"/>
          </p:cNvSpPr>
          <p:nvPr>
            <p:ph type="body" sz="quarter" idx="13"/>
          </p:nvPr>
        </p:nvSpPr>
        <p:spPr>
          <a:xfrm>
            <a:off x="3744114" y="3284765"/>
            <a:ext cx="604912" cy="424169"/>
          </a:xfrm>
        </p:spPr>
        <p:txBody>
          <a:bodyPr/>
          <a:lstStyle/>
          <a:p>
            <a:pPr>
              <a:spcBef>
                <a:spcPts val="0"/>
              </a:spcBef>
            </a:pPr>
            <a:r>
              <a:rPr lang="en-IN" dirty="0">
                <a:solidFill>
                  <a:srgbClr val="EC008D"/>
                </a:solidFill>
                <a:latin typeface="Utsaah" panose="020B0604020202020204" pitchFamily="34" charset="0"/>
                <a:cs typeface="Utsaah" panose="020B0604020202020204" pitchFamily="34" charset="0"/>
              </a:rPr>
              <a:t> </a:t>
            </a:r>
            <a:r>
              <a:rPr lang="en-IN" dirty="0">
                <a:solidFill>
                  <a:srgbClr val="EC008D"/>
                </a:solidFill>
              </a:rPr>
              <a:t>←</a:t>
            </a:r>
          </a:p>
        </p:txBody>
      </p:sp>
      <p:sp>
        <p:nvSpPr>
          <p:cNvPr id="7" name="Text Placeholder 2"/>
          <p:cNvSpPr>
            <a:spLocks noGrp="1"/>
          </p:cNvSpPr>
          <p:nvPr>
            <p:ph type="body" sz="quarter" idx="13"/>
          </p:nvPr>
        </p:nvSpPr>
        <p:spPr>
          <a:xfrm>
            <a:off x="4571999" y="2466040"/>
            <a:ext cx="4438357" cy="1301965"/>
          </a:xfrm>
        </p:spPr>
        <p:txBody>
          <a:bodyPr/>
          <a:lstStyle/>
          <a:p>
            <a:pPr>
              <a:spcBef>
                <a:spcPts val="0"/>
              </a:spcBef>
            </a:pPr>
            <a:r>
              <a:rPr lang="en-IN" dirty="0">
                <a:solidFill>
                  <a:srgbClr val="EC008D"/>
                </a:solidFill>
              </a:rPr>
              <a:t>Adding the second equation to</a:t>
            </a:r>
          </a:p>
          <a:p>
            <a:pPr>
              <a:spcBef>
                <a:spcPts val="0"/>
              </a:spcBef>
            </a:pPr>
            <a:r>
              <a:rPr lang="en-IN" dirty="0">
                <a:solidFill>
                  <a:srgbClr val="EC008D"/>
                </a:solidFill>
              </a:rPr>
              <a:t>the third equation produces</a:t>
            </a:r>
          </a:p>
          <a:p>
            <a:pPr>
              <a:spcBef>
                <a:spcPts val="0"/>
              </a:spcBef>
            </a:pPr>
            <a:r>
              <a:rPr lang="en-IN" dirty="0">
                <a:solidFill>
                  <a:srgbClr val="EC008D"/>
                </a:solidFill>
              </a:rPr>
              <a:t>a new third equation.</a:t>
            </a:r>
          </a:p>
        </p:txBody>
      </p:sp>
      <p:sp>
        <p:nvSpPr>
          <p:cNvPr id="8" name="Text Placeholder 2"/>
          <p:cNvSpPr>
            <a:spLocks noGrp="1"/>
          </p:cNvSpPr>
          <p:nvPr>
            <p:ph type="body" sz="quarter" idx="13"/>
          </p:nvPr>
        </p:nvSpPr>
        <p:spPr>
          <a:xfrm>
            <a:off x="457200" y="3908005"/>
            <a:ext cx="2904978" cy="1719072"/>
          </a:xfrm>
        </p:spPr>
        <p:txBody>
          <a:bodyPr/>
          <a:lstStyle/>
          <a:p>
            <a:r>
              <a:rPr lang="en-IN" i="1" dirty="0"/>
              <a:t>  x </a:t>
            </a:r>
            <a:r>
              <a:rPr lang="en-IN" dirty="0"/>
              <a:t>− 2</a:t>
            </a:r>
            <a:r>
              <a:rPr lang="en-IN" i="1" dirty="0"/>
              <a:t>y </a:t>
            </a:r>
            <a:r>
              <a:rPr lang="en-IN" dirty="0"/>
              <a:t>+ 3</a:t>
            </a:r>
            <a:r>
              <a:rPr lang="en-IN" i="1" dirty="0"/>
              <a:t>z </a:t>
            </a:r>
            <a:r>
              <a:rPr lang="en-IN" dirty="0"/>
              <a:t>= 9</a:t>
            </a:r>
          </a:p>
          <a:p>
            <a:r>
              <a:rPr lang="en-IN" i="1" dirty="0"/>
              <a:t>          y </a:t>
            </a:r>
            <a:r>
              <a:rPr lang="en-IN" dirty="0"/>
              <a:t>+ 3</a:t>
            </a:r>
            <a:r>
              <a:rPr lang="en-IN" i="1" dirty="0"/>
              <a:t>z </a:t>
            </a:r>
            <a:r>
              <a:rPr lang="en-IN" dirty="0"/>
              <a:t>= 5</a:t>
            </a:r>
          </a:p>
          <a:p>
            <a:r>
              <a:rPr lang="en-IN" dirty="0"/>
              <a:t>                  </a:t>
            </a:r>
            <a:r>
              <a:rPr lang="en-IN" i="1" dirty="0"/>
              <a:t>z</a:t>
            </a:r>
            <a:r>
              <a:rPr lang="en-IN" dirty="0"/>
              <a:t> = 2</a:t>
            </a:r>
          </a:p>
        </p:txBody>
      </p:sp>
      <p:sp>
        <p:nvSpPr>
          <p:cNvPr id="11" name="Text Placeholder 2"/>
          <p:cNvSpPr>
            <a:spLocks noGrp="1"/>
          </p:cNvSpPr>
          <p:nvPr>
            <p:ph type="body" sz="quarter" idx="13"/>
          </p:nvPr>
        </p:nvSpPr>
        <p:spPr>
          <a:xfrm>
            <a:off x="3741771" y="4858000"/>
            <a:ext cx="604912" cy="424169"/>
          </a:xfrm>
        </p:spPr>
        <p:txBody>
          <a:bodyPr/>
          <a:lstStyle/>
          <a:p>
            <a:pPr>
              <a:spcBef>
                <a:spcPts val="0"/>
              </a:spcBef>
            </a:pPr>
            <a:r>
              <a:rPr lang="en-IN" dirty="0">
                <a:solidFill>
                  <a:srgbClr val="EC008D"/>
                </a:solidFill>
                <a:latin typeface="Utsaah" panose="020B0604020202020204" pitchFamily="34" charset="0"/>
                <a:cs typeface="Utsaah" panose="020B0604020202020204" pitchFamily="34" charset="0"/>
              </a:rPr>
              <a:t> </a:t>
            </a:r>
            <a:r>
              <a:rPr lang="en-IN" dirty="0">
                <a:solidFill>
                  <a:srgbClr val="EC008D"/>
                </a:solidFill>
              </a:rPr>
              <a:t>←</a:t>
            </a:r>
          </a:p>
        </p:txBody>
      </p:sp>
      <p:sp>
        <p:nvSpPr>
          <p:cNvPr id="12" name="Text Placeholder 2"/>
          <p:cNvSpPr>
            <a:spLocks noGrp="1"/>
          </p:cNvSpPr>
          <p:nvPr>
            <p:ph type="body" sz="quarter" idx="13"/>
          </p:nvPr>
        </p:nvSpPr>
        <p:spPr>
          <a:xfrm>
            <a:off x="4597789" y="4109616"/>
            <a:ext cx="4438357" cy="947469"/>
          </a:xfrm>
        </p:spPr>
        <p:txBody>
          <a:bodyPr/>
          <a:lstStyle/>
          <a:p>
            <a:pPr>
              <a:spcBef>
                <a:spcPts val="0"/>
              </a:spcBef>
            </a:pPr>
            <a:r>
              <a:rPr lang="en-IN" dirty="0">
                <a:solidFill>
                  <a:srgbClr val="EC008D"/>
                </a:solidFill>
              </a:rPr>
              <a:t>Multiplying the third equation</a:t>
            </a:r>
          </a:p>
          <a:p>
            <a:pPr>
              <a:spcBef>
                <a:spcPts val="0"/>
              </a:spcBef>
            </a:pPr>
            <a:r>
              <a:rPr lang="en-IN" dirty="0">
                <a:solidFill>
                  <a:srgbClr val="EC008D"/>
                </a:solidFill>
              </a:rPr>
              <a:t>by</a:t>
            </a:r>
          </a:p>
        </p:txBody>
      </p:sp>
      <p:pic>
        <p:nvPicPr>
          <p:cNvPr id="5" name="Picture Placeholder 4" descr="1∕2"/>
          <p:cNvPicPr>
            <a:picLocks noGrp="1" noChangeAspect="1"/>
          </p:cNvPicPr>
          <p:nvPr>
            <p:ph type="pic" sz="quarter" idx="27"/>
          </p:nvPr>
        </p:nvPicPr>
        <p:blipFill>
          <a:blip r:embed="rId2"/>
          <a:stretch>
            <a:fillRect/>
          </a:stretch>
        </p:blipFill>
        <p:spPr>
          <a:xfrm>
            <a:off x="5092236" y="4528802"/>
            <a:ext cx="222885" cy="428625"/>
          </a:xfrm>
          <a:prstGeom prst="rect">
            <a:avLst/>
          </a:prstGeom>
          <a:noFill/>
          <a:ln>
            <a:noFill/>
          </a:ln>
        </p:spPr>
      </p:pic>
      <p:sp>
        <p:nvSpPr>
          <p:cNvPr id="13" name="Text Placeholder 2"/>
          <p:cNvSpPr>
            <a:spLocks noGrp="1"/>
          </p:cNvSpPr>
          <p:nvPr>
            <p:ph type="body" sz="quarter" idx="13"/>
          </p:nvPr>
        </p:nvSpPr>
        <p:spPr>
          <a:xfrm>
            <a:off x="4595446" y="4458965"/>
            <a:ext cx="4438357" cy="947469"/>
          </a:xfrm>
        </p:spPr>
        <p:txBody>
          <a:bodyPr/>
          <a:lstStyle/>
          <a:p>
            <a:pPr>
              <a:spcBef>
                <a:spcPts val="0"/>
              </a:spcBef>
            </a:pPr>
            <a:r>
              <a:rPr lang="en-IN" dirty="0">
                <a:solidFill>
                  <a:srgbClr val="EC008D"/>
                </a:solidFill>
              </a:rPr>
              <a:t>        produces a new third</a:t>
            </a:r>
          </a:p>
          <a:p>
            <a:pPr>
              <a:spcBef>
                <a:spcPts val="0"/>
              </a:spcBef>
            </a:pPr>
            <a:r>
              <a:rPr lang="en-IN" dirty="0">
                <a:solidFill>
                  <a:srgbClr val="EC008D"/>
                </a:solidFill>
              </a:rPr>
              <a:t>equation.</a:t>
            </a:r>
          </a:p>
        </p:txBody>
      </p:sp>
      <p:sp>
        <p:nvSpPr>
          <p:cNvPr id="14" name="Text Placeholder 2"/>
          <p:cNvSpPr>
            <a:spLocks noGrp="1"/>
          </p:cNvSpPr>
          <p:nvPr>
            <p:ph type="body" sz="quarter" idx="13"/>
          </p:nvPr>
        </p:nvSpPr>
        <p:spPr>
          <a:xfrm>
            <a:off x="356615" y="5476271"/>
            <a:ext cx="8335962" cy="591551"/>
          </a:xfrm>
        </p:spPr>
        <p:txBody>
          <a:bodyPr/>
          <a:lstStyle/>
          <a:p>
            <a:r>
              <a:rPr lang="en-IN" dirty="0"/>
              <a:t>The solution is </a:t>
            </a:r>
            <a:r>
              <a:rPr lang="en-IN" i="1" dirty="0"/>
              <a:t>x </a:t>
            </a:r>
            <a:r>
              <a:rPr lang="en-IN" dirty="0"/>
              <a:t>= 1, </a:t>
            </a:r>
            <a:r>
              <a:rPr lang="en-IN" i="1" dirty="0"/>
              <a:t>y </a:t>
            </a:r>
            <a:r>
              <a:rPr lang="en-IN" dirty="0"/>
              <a:t>= −1, </a:t>
            </a:r>
            <a:r>
              <a:rPr lang="en-IN" i="1" dirty="0"/>
              <a:t>z </a:t>
            </a:r>
            <a:r>
              <a:rPr lang="en-IN" dirty="0"/>
              <a:t>= 2.</a:t>
            </a:r>
          </a:p>
        </p:txBody>
      </p:sp>
    </p:spTree>
    <p:extLst>
      <p:ext uri="{BB962C8B-B14F-4D97-AF65-F5344CB8AC3E}">
        <p14:creationId xmlns:p14="http://schemas.microsoft.com/office/powerpoint/2010/main" val="11863944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Systems of Linear Equations </a:t>
            </a:r>
            <a:r>
              <a:rPr lang="en-US" dirty="0"/>
              <a:t>(4 of 4)</a:t>
            </a:r>
            <a:endParaRPr lang="en-IN" dirty="0"/>
          </a:p>
        </p:txBody>
      </p:sp>
      <p:sp>
        <p:nvSpPr>
          <p:cNvPr id="3" name="Text Placeholder 2"/>
          <p:cNvSpPr>
            <a:spLocks noGrp="1"/>
          </p:cNvSpPr>
          <p:nvPr>
            <p:ph type="body" sz="quarter" idx="13"/>
          </p:nvPr>
        </p:nvSpPr>
        <p:spPr>
          <a:xfrm>
            <a:off x="457200" y="1444752"/>
            <a:ext cx="8335962" cy="3168191"/>
          </a:xfrm>
        </p:spPr>
        <p:txBody>
          <a:bodyPr/>
          <a:lstStyle/>
          <a:p>
            <a:r>
              <a:rPr lang="en-IN" dirty="0"/>
              <a:t>Each of the three equations in Example 7 represents a plane in a three-dimensional coordinate system. </a:t>
            </a:r>
          </a:p>
          <a:p>
            <a:endParaRPr lang="en-IN" sz="1200" dirty="0"/>
          </a:p>
          <a:p>
            <a:r>
              <a:rPr lang="en-IN" dirty="0"/>
              <a:t>The unique solution of the                                                  system is the point                                                                (</a:t>
            </a:r>
            <a:r>
              <a:rPr lang="en-IN" i="1" dirty="0"/>
              <a:t>x</a:t>
            </a:r>
            <a:r>
              <a:rPr lang="en-IN" dirty="0"/>
              <a:t>, </a:t>
            </a:r>
            <a:r>
              <a:rPr lang="en-IN" i="1" dirty="0"/>
              <a:t>y</a:t>
            </a:r>
            <a:r>
              <a:rPr lang="en-IN" dirty="0"/>
              <a:t>, </a:t>
            </a:r>
            <a:r>
              <a:rPr lang="en-IN" i="1" dirty="0"/>
              <a:t>z</a:t>
            </a:r>
            <a:r>
              <a:rPr lang="en-IN" dirty="0"/>
              <a:t>) = (1, −1, 2), so the                                                       three planes intersect at this                                               point, as shown in Figure1.2.</a:t>
            </a:r>
          </a:p>
        </p:txBody>
      </p:sp>
      <p:sp>
        <p:nvSpPr>
          <p:cNvPr id="9" name="Text Placeholder 4"/>
          <p:cNvSpPr>
            <a:spLocks noGrp="1"/>
          </p:cNvSpPr>
          <p:nvPr>
            <p:ph type="body" sz="quarter" idx="15"/>
          </p:nvPr>
        </p:nvSpPr>
        <p:spPr>
          <a:xfrm>
            <a:off x="5940599" y="6246059"/>
            <a:ext cx="1423960" cy="254890"/>
          </a:xfrm>
        </p:spPr>
        <p:txBody>
          <a:bodyPr>
            <a:noAutofit/>
          </a:bodyPr>
          <a:lstStyle/>
          <a:p>
            <a:pPr marL="0" indent="0" algn="ctr">
              <a:buNone/>
            </a:pPr>
            <a:r>
              <a:rPr lang="en-IN" sz="1200" b="1" dirty="0"/>
              <a:t>Figure 1.2</a:t>
            </a:r>
            <a:endParaRPr lang="en-US" sz="1200" b="1" dirty="0"/>
          </a:p>
        </p:txBody>
      </p:sp>
      <p:pic>
        <p:nvPicPr>
          <p:cNvPr id="8" name="Picture 2" descr="An image consists of a visual representation. Three planes are graphed on a three dimensional x y z Cartesian coordinate system. The axes are oriented with the positive x-axis extending to the bottom left of the viewing window, the positive y-axis extending to the bottom right of the viewing window, and the positive z axis extending straight up. The vertical plane labeled minus x + 3 y = negative 4, intersects two diagonal planes labeled 2 x minus 5 y + 5 z = 17 and x minus 2 y + 3 z = 9. The point, (1, negative 1, 2), lies where all of the three planes intersect."/>
          <p:cNvPicPr>
            <a:picLocks noGrp="1" noChangeAspect="1" noChangeArrowheads="1"/>
          </p:cNvPicPr>
          <p:nvPr>
            <p:ph type="pic" sz="quarter" idx="27"/>
          </p:nvPr>
        </p:nvPicPr>
        <p:blipFill rotWithShape="1">
          <a:blip r:embed="rId2" cstate="print">
            <a:extLst>
              <a:ext uri="{28A0092B-C50C-407E-A947-70E740481C1C}">
                <a14:useLocalDpi xmlns:a14="http://schemas.microsoft.com/office/drawing/2010/main" val="0"/>
              </a:ext>
            </a:extLst>
          </a:blip>
          <a:srcRect t="5907"/>
          <a:stretch/>
        </p:blipFill>
        <p:spPr bwMode="auto">
          <a:xfrm>
            <a:off x="5462400" y="2552131"/>
            <a:ext cx="2698963" cy="36016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4686047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1013</TotalTime>
  <Words>1373</Words>
  <Application>Microsoft Macintosh PowerPoint</Application>
  <PresentationFormat>On-screen Show (4:3)</PresentationFormat>
  <Paragraphs>162</Paragraphs>
  <Slides>26</Slides>
  <Notes>0</Notes>
  <HiddenSlides>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Utsaah</vt:lpstr>
      <vt:lpstr>Wingdings</vt:lpstr>
      <vt:lpstr>Office Theme</vt:lpstr>
      <vt:lpstr> 1</vt:lpstr>
      <vt:lpstr>1.1</vt:lpstr>
      <vt:lpstr>Objectives</vt:lpstr>
      <vt:lpstr>Linear Equations in n Variables</vt:lpstr>
      <vt:lpstr>Linear Equations in n Variables (1 of 1)</vt:lpstr>
      <vt:lpstr>Example 1 – Linear and Nonlinear Equations</vt:lpstr>
      <vt:lpstr>Solutions and Solution Sets</vt:lpstr>
      <vt:lpstr>Solutions and Solution Sets (1 of 2)</vt:lpstr>
      <vt:lpstr>Solutions and Solution Sets (2 of 2)</vt:lpstr>
      <vt:lpstr>Example 3 – Parametric Representation of a Solution Set </vt:lpstr>
      <vt:lpstr>Example 3 – Solution</vt:lpstr>
      <vt:lpstr>Systems of Linear Equations</vt:lpstr>
      <vt:lpstr>Systems of Linear Equations (1 of 4)</vt:lpstr>
      <vt:lpstr>Systems of Linear Equations (2 of 4)</vt:lpstr>
      <vt:lpstr>Example 4 – Systems of Two Equations in Two Variables </vt:lpstr>
      <vt:lpstr>Example 4 – Solution (1 of 4)</vt:lpstr>
      <vt:lpstr>Example 4 – Systems of Two Equations in Two Variables </vt:lpstr>
      <vt:lpstr>Example 4 – Solution (2 of 4)</vt:lpstr>
      <vt:lpstr>Example 4 – Solution (3 of 4)</vt:lpstr>
      <vt:lpstr>Example 4 – Systems of Two Equations in Two Variables </vt:lpstr>
      <vt:lpstr>Example 4 – Solution (4 of 4)</vt:lpstr>
      <vt:lpstr>Systems of Linear Equations (3 of 4)</vt:lpstr>
      <vt:lpstr>Example 7 – Using Elimination to Rewrite a System in Row-Echelon Form</vt:lpstr>
      <vt:lpstr>Example 7 – Solution (1 of 2)</vt:lpstr>
      <vt:lpstr>Example 7 – Solution (2 of 2)</vt:lpstr>
      <vt:lpstr>Systems of Linear Equations (4 of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creator>Anil Varekar</dc:creator>
  <cp:lastModifiedBy>Min Wang</cp:lastModifiedBy>
  <cp:revision>418</cp:revision>
  <dcterms:created xsi:type="dcterms:W3CDTF">2019-02-05T06:40:56Z</dcterms:created>
  <dcterms:modified xsi:type="dcterms:W3CDTF">2026-02-25T02:03:10Z</dcterms:modified>
</cp:coreProperties>
</file>